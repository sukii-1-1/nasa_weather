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5"/>
    <p:sldMasterId id="214748369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Chewy"/>
      <p:regular r:id="rId28"/>
    </p:embeddedFont>
    <p:embeddedFont>
      <p:font typeface="Playfair Display"/>
      <p:regular r:id="rId29"/>
      <p:bold r:id="rId30"/>
      <p:italic r:id="rId31"/>
      <p:boldItalic r:id="rId32"/>
    </p:embeddedFont>
    <p:embeddedFont>
      <p:font typeface="Poppins"/>
      <p:regular r:id="rId33"/>
      <p:bold r:id="rId34"/>
      <p:italic r:id="rId35"/>
      <p:boldItalic r:id="rId36"/>
    </p:embeddedFont>
    <p:embeddedFont>
      <p:font typeface="Playfair Display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DDA33F-F8AA-409B-9897-F75811746A1A}">
  <a:tblStyle styleId="{B4DDA33F-F8AA-409B-9897-F75811746A1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EFF3"/>
          </a:solidFill>
        </a:fill>
      </a:tcStyle>
    </a:wholeTbl>
    <a:band1H>
      <a:tcTxStyle/>
      <a:tcStyle>
        <a:fill>
          <a:solidFill>
            <a:srgbClr val="FFDDE5"/>
          </a:solidFill>
        </a:fill>
      </a:tcStyle>
    </a:band1H>
    <a:band2H>
      <a:tcTxStyle/>
    </a:band2H>
    <a:band1V>
      <a:tcTxStyle/>
      <a:tcStyle>
        <a:fill>
          <a:solidFill>
            <a:srgbClr val="FFDDE5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fairDisplaySemiBold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Chewy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layfairDisplay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layfairDisplay-italic.fntdata"/><Relationship Id="rId30" Type="http://schemas.openxmlformats.org/officeDocument/2006/relationships/font" Target="fonts/PlayfairDisplay-bold.fntdata"/><Relationship Id="rId11" Type="http://schemas.openxmlformats.org/officeDocument/2006/relationships/slide" Target="slides/slide4.xml"/><Relationship Id="rId33" Type="http://schemas.openxmlformats.org/officeDocument/2006/relationships/font" Target="fonts/Poppins-regular.fntdata"/><Relationship Id="rId10" Type="http://schemas.openxmlformats.org/officeDocument/2006/relationships/slide" Target="slides/slide3.xml"/><Relationship Id="rId32" Type="http://schemas.openxmlformats.org/officeDocument/2006/relationships/font" Target="fonts/PlayfairDisplay-boldItalic.fntdata"/><Relationship Id="rId13" Type="http://schemas.openxmlformats.org/officeDocument/2006/relationships/slide" Target="slides/slide6.xml"/><Relationship Id="rId35" Type="http://schemas.openxmlformats.org/officeDocument/2006/relationships/font" Target="fonts/Poppins-italic.fntdata"/><Relationship Id="rId12" Type="http://schemas.openxmlformats.org/officeDocument/2006/relationships/slide" Target="slides/slide5.xml"/><Relationship Id="rId34" Type="http://schemas.openxmlformats.org/officeDocument/2006/relationships/font" Target="fonts/Poppins-bold.fntdata"/><Relationship Id="rId15" Type="http://schemas.openxmlformats.org/officeDocument/2006/relationships/slide" Target="slides/slide8.xml"/><Relationship Id="rId37" Type="http://schemas.openxmlformats.org/officeDocument/2006/relationships/font" Target="fonts/PlayfairDisplaySemiBold-regular.fntdata"/><Relationship Id="rId14" Type="http://schemas.openxmlformats.org/officeDocument/2006/relationships/slide" Target="slides/slide7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0.xml"/><Relationship Id="rId39" Type="http://schemas.openxmlformats.org/officeDocument/2006/relationships/font" Target="fonts/PlayfairDisplaySemiBold-italic.fntdata"/><Relationship Id="rId16" Type="http://schemas.openxmlformats.org/officeDocument/2006/relationships/slide" Target="slides/slide9.xml"/><Relationship Id="rId38" Type="http://schemas.openxmlformats.org/officeDocument/2006/relationships/font" Target="fonts/PlayfairDisplaySemiBold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h132f6006ac88cc4c_3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h132f6006ac88cc4c_3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h132f6006ac88cc4c_3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h132f6006ac88cc4c_3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h132f6006ac88cc4c_3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h132f6006ac88cc4c_3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h132f6006ac88cc4c_3_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h132f6006ac88cc4c_3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h132f6006ac88cc4c_3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h132f6006ac88cc4c_3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h132f6006ac88cc4c_3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3" name="Google Shape;963;h132f6006ac88cc4c_3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h132f6006ac88cc4c_3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h132f6006ac88cc4c_3_11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h132f6006ac88cc4c_3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h132f6006ac88cc4c_3_11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h132f6006ac88cc4c_3_1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h132f6006ac88cc4c_3_11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h132f6006ac88cc4c_3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h132f6006ac88cc4c_3_11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32f6006ac88cc4c_3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h132f6006ac88cc4c_3_119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h132f6006ac88cc4c_3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h132f6006ac88cc4c_3_120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h132f6006ac88cc4c_3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h132f6006ac88cc4c_3_12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h132f6006ac88cc4c_3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h132f6006ac88cc4c_3_12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h132f6006ac88cc4c_3_1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h132f6006ac88cc4c_3_12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h132f6006ac88cc4c_3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h132f6006ac88cc4c_3_12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h132f6006ac88cc4c_3_1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0" name="Google Shape;1320;h132f6006ac88cc4c_3_1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h132f6006ac88cc4c_3_1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8" name="Google Shape;1388;h132f6006ac88cc4c_3_1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h132f6006ac88cc4c_3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h132f6006ac88cc4c_3_14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32f6006ac88cc4c_3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h132f6006ac88cc4c_3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 txBox="1"/>
          <p:nvPr>
            <p:ph type="ctrTitle"/>
          </p:nvPr>
        </p:nvSpPr>
        <p:spPr>
          <a:xfrm>
            <a:off x="1330200" y="1404800"/>
            <a:ext cx="6483600" cy="16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Playfair Display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Playfair Display"/>
              <a:buNone/>
              <a:defRPr sz="47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Playfair Display"/>
              <a:buNone/>
              <a:defRPr sz="47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Playfair Display"/>
              <a:buNone/>
              <a:defRPr sz="47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Playfair Display"/>
              <a:buNone/>
              <a:defRPr sz="47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Playfair Display"/>
              <a:buNone/>
              <a:defRPr sz="47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Playfair Display"/>
              <a:buNone/>
              <a:defRPr sz="47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Playfair Display"/>
              <a:buNone/>
              <a:defRPr sz="47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Playfair Display"/>
              <a:buNone/>
              <a:defRPr sz="47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76400" y="3051375"/>
            <a:ext cx="27912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7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57" name="Google Shape;57;p14"/>
          <p:cNvSpPr/>
          <p:nvPr/>
        </p:nvSpPr>
        <p:spPr>
          <a:xfrm>
            <a:off x="-1521035" y="2645136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4661608" y="-356864"/>
            <a:ext cx="1344784" cy="1236856"/>
          </a:xfrm>
          <a:custGeom>
            <a:rect b="b" l="l" r="r" t="t"/>
            <a:pathLst>
              <a:path extrusionOk="0" h="28352" w="30826">
                <a:moveTo>
                  <a:pt x="17871" y="1"/>
                </a:moveTo>
                <a:lnTo>
                  <a:pt x="14616" y="9304"/>
                </a:lnTo>
                <a:lnTo>
                  <a:pt x="7489" y="3641"/>
                </a:lnTo>
                <a:lnTo>
                  <a:pt x="7489" y="3641"/>
                </a:lnTo>
                <a:lnTo>
                  <a:pt x="9744" y="12086"/>
                </a:lnTo>
                <a:lnTo>
                  <a:pt x="0" y="14055"/>
                </a:lnTo>
                <a:lnTo>
                  <a:pt x="10800" y="16628"/>
                </a:lnTo>
                <a:lnTo>
                  <a:pt x="8479" y="28351"/>
                </a:lnTo>
                <a:lnTo>
                  <a:pt x="14792" y="18982"/>
                </a:lnTo>
                <a:lnTo>
                  <a:pt x="21753" y="27207"/>
                </a:lnTo>
                <a:lnTo>
                  <a:pt x="19718" y="16320"/>
                </a:lnTo>
                <a:lnTo>
                  <a:pt x="30825" y="10041"/>
                </a:lnTo>
                <a:lnTo>
                  <a:pt x="18816" y="11350"/>
                </a:lnTo>
                <a:lnTo>
                  <a:pt x="178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1330207" y="4279576"/>
            <a:ext cx="759458" cy="520397"/>
            <a:chOff x="15093307" y="1257889"/>
            <a:chExt cx="759458" cy="520397"/>
          </a:xfrm>
        </p:grpSpPr>
        <p:sp>
          <p:nvSpPr>
            <p:cNvPr id="60" name="Google Shape;60;p14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15093307" y="1519199"/>
              <a:ext cx="68142" cy="63823"/>
            </a:xfrm>
            <a:custGeom>
              <a:rect b="b" l="l" r="r" t="t"/>
              <a:pathLst>
                <a:path extrusionOk="0" h="1463" w="1562">
                  <a:moveTo>
                    <a:pt x="698" y="1"/>
                  </a:moveTo>
                  <a:cubicBezTo>
                    <a:pt x="513" y="1"/>
                    <a:pt x="331" y="75"/>
                    <a:pt x="198" y="215"/>
                  </a:cubicBezTo>
                  <a:cubicBezTo>
                    <a:pt x="0" y="490"/>
                    <a:pt x="11" y="864"/>
                    <a:pt x="231" y="1117"/>
                  </a:cubicBezTo>
                  <a:cubicBezTo>
                    <a:pt x="396" y="1310"/>
                    <a:pt x="735" y="1462"/>
                    <a:pt x="1026" y="1462"/>
                  </a:cubicBezTo>
                  <a:cubicBezTo>
                    <a:pt x="1298" y="1462"/>
                    <a:pt x="1529" y="1330"/>
                    <a:pt x="1540" y="974"/>
                  </a:cubicBezTo>
                  <a:cubicBezTo>
                    <a:pt x="1562" y="567"/>
                    <a:pt x="1309" y="182"/>
                    <a:pt x="924" y="39"/>
                  </a:cubicBezTo>
                  <a:cubicBezTo>
                    <a:pt x="850" y="13"/>
                    <a:pt x="774" y="1"/>
                    <a:pt x="6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14"/>
          <p:cNvSpPr/>
          <p:nvPr/>
        </p:nvSpPr>
        <p:spPr>
          <a:xfrm rot="537060">
            <a:off x="8057959" y="3948539"/>
            <a:ext cx="1344806" cy="1886906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" name="Google Shape;74;p14"/>
          <p:cNvGrpSpPr/>
          <p:nvPr/>
        </p:nvGrpSpPr>
        <p:grpSpPr>
          <a:xfrm flipH="1" rot="2700000">
            <a:off x="273003" y="210479"/>
            <a:ext cx="595381" cy="520392"/>
            <a:chOff x="15257378" y="1257889"/>
            <a:chExt cx="595387" cy="520397"/>
          </a:xfrm>
        </p:grpSpPr>
        <p:sp>
          <p:nvSpPr>
            <p:cNvPr id="75" name="Google Shape;75;p14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5"/>
          <p:cNvSpPr txBox="1"/>
          <p:nvPr>
            <p:ph type="title"/>
          </p:nvPr>
        </p:nvSpPr>
        <p:spPr>
          <a:xfrm>
            <a:off x="4911800" y="2383775"/>
            <a:ext cx="3518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5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90" name="Google Shape;90;p15"/>
          <p:cNvSpPr txBox="1"/>
          <p:nvPr>
            <p:ph idx="2" type="title"/>
          </p:nvPr>
        </p:nvSpPr>
        <p:spPr>
          <a:xfrm>
            <a:off x="7356799" y="1362025"/>
            <a:ext cx="9222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41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91" name="Google Shape;91;p15"/>
          <p:cNvSpPr txBox="1"/>
          <p:nvPr>
            <p:ph idx="1" type="subTitle"/>
          </p:nvPr>
        </p:nvSpPr>
        <p:spPr>
          <a:xfrm>
            <a:off x="4911925" y="3221225"/>
            <a:ext cx="351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2" name="Google Shape;92;p15"/>
          <p:cNvSpPr/>
          <p:nvPr/>
        </p:nvSpPr>
        <p:spPr>
          <a:xfrm rot="-1020264">
            <a:off x="-1521382" y="2568649"/>
            <a:ext cx="4163820" cy="4461892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 rot="1445643">
            <a:off x="-786785" y="-894017"/>
            <a:ext cx="1866068" cy="2212492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" type="subTitle"/>
          </p:nvPr>
        </p:nvSpPr>
        <p:spPr>
          <a:xfrm>
            <a:off x="1841825" y="3209652"/>
            <a:ext cx="2400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2" type="subTitle"/>
          </p:nvPr>
        </p:nvSpPr>
        <p:spPr>
          <a:xfrm>
            <a:off x="1841825" y="263422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3" type="subTitle"/>
          </p:nvPr>
        </p:nvSpPr>
        <p:spPr>
          <a:xfrm>
            <a:off x="4901875" y="3209652"/>
            <a:ext cx="2400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4" type="subTitle"/>
          </p:nvPr>
        </p:nvSpPr>
        <p:spPr>
          <a:xfrm>
            <a:off x="4901875" y="263422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ewy"/>
              <a:buNone/>
              <a:defRPr sz="2400">
                <a:latin typeface="Chewy"/>
                <a:ea typeface="Chewy"/>
                <a:cs typeface="Chewy"/>
                <a:sym typeface="Chewy"/>
              </a:defRPr>
            </a:lvl9pPr>
          </a:lstStyle>
          <a:p/>
        </p:txBody>
      </p:sp>
      <p:grpSp>
        <p:nvGrpSpPr>
          <p:cNvPr id="101" name="Google Shape;101;p16"/>
          <p:cNvGrpSpPr/>
          <p:nvPr/>
        </p:nvGrpSpPr>
        <p:grpSpPr>
          <a:xfrm>
            <a:off x="-626475" y="1003700"/>
            <a:ext cx="1578157" cy="1640650"/>
            <a:chOff x="-510400" y="1093625"/>
            <a:chExt cx="1578157" cy="1640650"/>
          </a:xfrm>
        </p:grpSpPr>
        <p:sp>
          <p:nvSpPr>
            <p:cNvPr id="102" name="Google Shape;102;p16"/>
            <p:cNvSpPr/>
            <p:nvPr/>
          </p:nvSpPr>
          <p:spPr>
            <a:xfrm>
              <a:off x="-510400" y="1093625"/>
              <a:ext cx="1578157" cy="1640650"/>
            </a:xfrm>
            <a:custGeom>
              <a:rect b="b" l="l" r="r" t="t"/>
              <a:pathLst>
                <a:path extrusionOk="0" h="23838" w="22930">
                  <a:moveTo>
                    <a:pt x="10033" y="3552"/>
                  </a:moveTo>
                  <a:cubicBezTo>
                    <a:pt x="10394" y="3552"/>
                    <a:pt x="10754" y="3595"/>
                    <a:pt x="11107" y="3687"/>
                  </a:cubicBezTo>
                  <a:cubicBezTo>
                    <a:pt x="12042" y="3940"/>
                    <a:pt x="12856" y="4501"/>
                    <a:pt x="13648" y="5050"/>
                  </a:cubicBezTo>
                  <a:cubicBezTo>
                    <a:pt x="15396" y="6282"/>
                    <a:pt x="17222" y="7569"/>
                    <a:pt x="18256" y="9438"/>
                  </a:cubicBezTo>
                  <a:cubicBezTo>
                    <a:pt x="19245" y="11220"/>
                    <a:pt x="19432" y="13342"/>
                    <a:pt x="18772" y="15267"/>
                  </a:cubicBezTo>
                  <a:cubicBezTo>
                    <a:pt x="17627" y="18557"/>
                    <a:pt x="14545" y="20421"/>
                    <a:pt x="11445" y="20421"/>
                  </a:cubicBezTo>
                  <a:cubicBezTo>
                    <a:pt x="9396" y="20421"/>
                    <a:pt x="7339" y="19606"/>
                    <a:pt x="5829" y="17851"/>
                  </a:cubicBezTo>
                  <a:cubicBezTo>
                    <a:pt x="3618" y="15267"/>
                    <a:pt x="3211" y="11418"/>
                    <a:pt x="4399" y="8229"/>
                  </a:cubicBezTo>
                  <a:cubicBezTo>
                    <a:pt x="4916" y="6843"/>
                    <a:pt x="5741" y="5534"/>
                    <a:pt x="6917" y="4643"/>
                  </a:cubicBezTo>
                  <a:cubicBezTo>
                    <a:pt x="7814" y="3963"/>
                    <a:pt x="8923" y="3552"/>
                    <a:pt x="10033" y="3552"/>
                  </a:cubicBezTo>
                  <a:close/>
                  <a:moveTo>
                    <a:pt x="9654" y="0"/>
                  </a:moveTo>
                  <a:cubicBezTo>
                    <a:pt x="8089" y="0"/>
                    <a:pt x="6510" y="586"/>
                    <a:pt x="5246" y="1542"/>
                  </a:cubicBezTo>
                  <a:cubicBezTo>
                    <a:pt x="3574" y="2807"/>
                    <a:pt x="2420" y="4643"/>
                    <a:pt x="1683" y="6601"/>
                  </a:cubicBezTo>
                  <a:cubicBezTo>
                    <a:pt x="0" y="11110"/>
                    <a:pt x="572" y="16553"/>
                    <a:pt x="3706" y="20204"/>
                  </a:cubicBezTo>
                  <a:cubicBezTo>
                    <a:pt x="5838" y="22686"/>
                    <a:pt x="8743" y="23837"/>
                    <a:pt x="11638" y="23837"/>
                  </a:cubicBezTo>
                  <a:cubicBezTo>
                    <a:pt x="16017" y="23837"/>
                    <a:pt x="20373" y="21205"/>
                    <a:pt x="21995" y="16564"/>
                  </a:cubicBezTo>
                  <a:cubicBezTo>
                    <a:pt x="22929" y="13837"/>
                    <a:pt x="22665" y="10835"/>
                    <a:pt x="21269" y="8317"/>
                  </a:cubicBezTo>
                  <a:cubicBezTo>
                    <a:pt x="19795" y="5677"/>
                    <a:pt x="17222" y="3852"/>
                    <a:pt x="14747" y="2114"/>
                  </a:cubicBezTo>
                  <a:cubicBezTo>
                    <a:pt x="13626" y="1333"/>
                    <a:pt x="12471" y="542"/>
                    <a:pt x="11151" y="190"/>
                  </a:cubicBezTo>
                  <a:cubicBezTo>
                    <a:pt x="10661" y="61"/>
                    <a:pt x="10158" y="0"/>
                    <a:pt x="9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54987" y="1746411"/>
              <a:ext cx="449634" cy="473860"/>
            </a:xfrm>
            <a:custGeom>
              <a:rect b="b" l="l" r="r" t="t"/>
              <a:pathLst>
                <a:path extrusionOk="0" h="6885" w="6533">
                  <a:moveTo>
                    <a:pt x="2915" y="0"/>
                  </a:moveTo>
                  <a:cubicBezTo>
                    <a:pt x="2553" y="0"/>
                    <a:pt x="2193" y="69"/>
                    <a:pt x="1859" y="217"/>
                  </a:cubicBezTo>
                  <a:cubicBezTo>
                    <a:pt x="583" y="800"/>
                    <a:pt x="0" y="2439"/>
                    <a:pt x="363" y="3791"/>
                  </a:cubicBezTo>
                  <a:cubicBezTo>
                    <a:pt x="748" y="5216"/>
                    <a:pt x="2466" y="6885"/>
                    <a:pt x="3966" y="6885"/>
                  </a:cubicBezTo>
                  <a:cubicBezTo>
                    <a:pt x="4654" y="6885"/>
                    <a:pt x="5295" y="6534"/>
                    <a:pt x="5741" y="5650"/>
                  </a:cubicBezTo>
                  <a:cubicBezTo>
                    <a:pt x="6532" y="4088"/>
                    <a:pt x="6324" y="2065"/>
                    <a:pt x="5026" y="844"/>
                  </a:cubicBezTo>
                  <a:cubicBezTo>
                    <a:pt x="4465" y="313"/>
                    <a:pt x="3685" y="0"/>
                    <a:pt x="29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16"/>
          <p:cNvSpPr/>
          <p:nvPr/>
        </p:nvSpPr>
        <p:spPr>
          <a:xfrm>
            <a:off x="7662801" y="3411024"/>
            <a:ext cx="2049312" cy="2023695"/>
          </a:xfrm>
          <a:custGeom>
            <a:rect b="b" l="l" r="r" t="t"/>
            <a:pathLst>
              <a:path extrusionOk="0" h="28352" w="30826">
                <a:moveTo>
                  <a:pt x="17871" y="1"/>
                </a:moveTo>
                <a:lnTo>
                  <a:pt x="14616" y="9304"/>
                </a:lnTo>
                <a:lnTo>
                  <a:pt x="7489" y="3641"/>
                </a:lnTo>
                <a:lnTo>
                  <a:pt x="7489" y="3641"/>
                </a:lnTo>
                <a:lnTo>
                  <a:pt x="9744" y="12086"/>
                </a:lnTo>
                <a:lnTo>
                  <a:pt x="0" y="14055"/>
                </a:lnTo>
                <a:lnTo>
                  <a:pt x="10800" y="16628"/>
                </a:lnTo>
                <a:lnTo>
                  <a:pt x="8479" y="28351"/>
                </a:lnTo>
                <a:lnTo>
                  <a:pt x="14792" y="18982"/>
                </a:lnTo>
                <a:lnTo>
                  <a:pt x="21753" y="27207"/>
                </a:lnTo>
                <a:lnTo>
                  <a:pt x="19718" y="16320"/>
                </a:lnTo>
                <a:lnTo>
                  <a:pt x="30825" y="10041"/>
                </a:lnTo>
                <a:lnTo>
                  <a:pt x="18816" y="11350"/>
                </a:lnTo>
                <a:lnTo>
                  <a:pt x="178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7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" type="subTitle"/>
          </p:nvPr>
        </p:nvSpPr>
        <p:spPr>
          <a:xfrm>
            <a:off x="713225" y="3008200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2" type="title"/>
          </p:nvPr>
        </p:nvSpPr>
        <p:spPr>
          <a:xfrm>
            <a:off x="713225" y="1658850"/>
            <a:ext cx="24003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0" name="Google Shape;110;p17"/>
          <p:cNvSpPr txBox="1"/>
          <p:nvPr>
            <p:ph idx="3" type="subTitle"/>
          </p:nvPr>
        </p:nvSpPr>
        <p:spPr>
          <a:xfrm>
            <a:off x="713225" y="245736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4" type="subTitle"/>
          </p:nvPr>
        </p:nvSpPr>
        <p:spPr>
          <a:xfrm>
            <a:off x="6030475" y="3008200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5" type="title"/>
          </p:nvPr>
        </p:nvSpPr>
        <p:spPr>
          <a:xfrm>
            <a:off x="6030475" y="1658850"/>
            <a:ext cx="24003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3" name="Google Shape;113;p17"/>
          <p:cNvSpPr txBox="1"/>
          <p:nvPr>
            <p:ph idx="6" type="subTitle"/>
          </p:nvPr>
        </p:nvSpPr>
        <p:spPr>
          <a:xfrm>
            <a:off x="6030475" y="245736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7" type="subTitle"/>
          </p:nvPr>
        </p:nvSpPr>
        <p:spPr>
          <a:xfrm>
            <a:off x="3371850" y="3008200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8" type="title"/>
          </p:nvPr>
        </p:nvSpPr>
        <p:spPr>
          <a:xfrm>
            <a:off x="3371850" y="1658850"/>
            <a:ext cx="24003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6" name="Google Shape;116;p17"/>
          <p:cNvSpPr txBox="1"/>
          <p:nvPr>
            <p:ph idx="9" type="subTitle"/>
          </p:nvPr>
        </p:nvSpPr>
        <p:spPr>
          <a:xfrm>
            <a:off x="3371850" y="245736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117" name="Google Shape;117;p17"/>
          <p:cNvSpPr/>
          <p:nvPr/>
        </p:nvSpPr>
        <p:spPr>
          <a:xfrm>
            <a:off x="-396303" y="3700437"/>
            <a:ext cx="1801009" cy="1656466"/>
          </a:xfrm>
          <a:custGeom>
            <a:rect b="b" l="l" r="r" t="t"/>
            <a:pathLst>
              <a:path extrusionOk="0" h="28352" w="30826">
                <a:moveTo>
                  <a:pt x="17871" y="1"/>
                </a:moveTo>
                <a:lnTo>
                  <a:pt x="14616" y="9304"/>
                </a:lnTo>
                <a:lnTo>
                  <a:pt x="7489" y="3641"/>
                </a:lnTo>
                <a:lnTo>
                  <a:pt x="7489" y="3641"/>
                </a:lnTo>
                <a:lnTo>
                  <a:pt x="9744" y="12086"/>
                </a:lnTo>
                <a:lnTo>
                  <a:pt x="0" y="14055"/>
                </a:lnTo>
                <a:lnTo>
                  <a:pt x="10800" y="16628"/>
                </a:lnTo>
                <a:lnTo>
                  <a:pt x="8479" y="28351"/>
                </a:lnTo>
                <a:lnTo>
                  <a:pt x="14792" y="18982"/>
                </a:lnTo>
                <a:lnTo>
                  <a:pt x="21753" y="27207"/>
                </a:lnTo>
                <a:lnTo>
                  <a:pt x="19718" y="16320"/>
                </a:lnTo>
                <a:lnTo>
                  <a:pt x="30825" y="10041"/>
                </a:lnTo>
                <a:lnTo>
                  <a:pt x="18816" y="11350"/>
                </a:lnTo>
                <a:lnTo>
                  <a:pt x="178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/>
          <p:nvPr/>
        </p:nvSpPr>
        <p:spPr>
          <a:xfrm flipH="1" rot="10800000">
            <a:off x="6684783" y="2581727"/>
            <a:ext cx="3782884" cy="4053686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 rot="10800000">
            <a:off x="-314760" y="-453677"/>
            <a:ext cx="1344808" cy="1886907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23" name="Google Shape;123;p18"/>
          <p:cNvSpPr/>
          <p:nvPr/>
        </p:nvSpPr>
        <p:spPr>
          <a:xfrm>
            <a:off x="-401175" y="4187375"/>
            <a:ext cx="1561568" cy="1436241"/>
          </a:xfrm>
          <a:custGeom>
            <a:rect b="b" l="l" r="r" t="t"/>
            <a:pathLst>
              <a:path extrusionOk="0" h="28352" w="30826">
                <a:moveTo>
                  <a:pt x="17871" y="1"/>
                </a:moveTo>
                <a:lnTo>
                  <a:pt x="14616" y="9304"/>
                </a:lnTo>
                <a:lnTo>
                  <a:pt x="7489" y="3641"/>
                </a:lnTo>
                <a:lnTo>
                  <a:pt x="7489" y="3641"/>
                </a:lnTo>
                <a:lnTo>
                  <a:pt x="9744" y="12086"/>
                </a:lnTo>
                <a:lnTo>
                  <a:pt x="0" y="14055"/>
                </a:lnTo>
                <a:lnTo>
                  <a:pt x="10800" y="16628"/>
                </a:lnTo>
                <a:lnTo>
                  <a:pt x="8479" y="28351"/>
                </a:lnTo>
                <a:lnTo>
                  <a:pt x="14792" y="18982"/>
                </a:lnTo>
                <a:lnTo>
                  <a:pt x="21753" y="27207"/>
                </a:lnTo>
                <a:lnTo>
                  <a:pt x="19718" y="16320"/>
                </a:lnTo>
                <a:lnTo>
                  <a:pt x="30825" y="10041"/>
                </a:lnTo>
                <a:lnTo>
                  <a:pt x="18816" y="11350"/>
                </a:lnTo>
                <a:lnTo>
                  <a:pt x="178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>
            <p:ph type="title"/>
          </p:nvPr>
        </p:nvSpPr>
        <p:spPr>
          <a:xfrm>
            <a:off x="2812650" y="2383775"/>
            <a:ext cx="3518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7" name="Google Shape;127;p19"/>
          <p:cNvSpPr txBox="1"/>
          <p:nvPr>
            <p:ph idx="2" type="title"/>
          </p:nvPr>
        </p:nvSpPr>
        <p:spPr>
          <a:xfrm>
            <a:off x="4110900" y="1473475"/>
            <a:ext cx="9222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41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28" name="Google Shape;128;p19"/>
          <p:cNvSpPr txBox="1"/>
          <p:nvPr>
            <p:ph idx="1" type="subTitle"/>
          </p:nvPr>
        </p:nvSpPr>
        <p:spPr>
          <a:xfrm>
            <a:off x="2812650" y="3221225"/>
            <a:ext cx="351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29" name="Google Shape;129;p19"/>
          <p:cNvSpPr/>
          <p:nvPr/>
        </p:nvSpPr>
        <p:spPr>
          <a:xfrm>
            <a:off x="-691376" y="3891393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5250563" y="-609953"/>
            <a:ext cx="1660905" cy="1527606"/>
          </a:xfrm>
          <a:custGeom>
            <a:rect b="b" l="l" r="r" t="t"/>
            <a:pathLst>
              <a:path extrusionOk="0" h="28352" w="30826">
                <a:moveTo>
                  <a:pt x="17871" y="1"/>
                </a:moveTo>
                <a:lnTo>
                  <a:pt x="14616" y="9304"/>
                </a:lnTo>
                <a:lnTo>
                  <a:pt x="7489" y="3641"/>
                </a:lnTo>
                <a:lnTo>
                  <a:pt x="7489" y="3641"/>
                </a:lnTo>
                <a:lnTo>
                  <a:pt x="9744" y="12086"/>
                </a:lnTo>
                <a:lnTo>
                  <a:pt x="0" y="14055"/>
                </a:lnTo>
                <a:lnTo>
                  <a:pt x="10800" y="16628"/>
                </a:lnTo>
                <a:lnTo>
                  <a:pt x="8479" y="28351"/>
                </a:lnTo>
                <a:lnTo>
                  <a:pt x="14792" y="18982"/>
                </a:lnTo>
                <a:lnTo>
                  <a:pt x="21753" y="27207"/>
                </a:lnTo>
                <a:lnTo>
                  <a:pt x="19718" y="16320"/>
                </a:lnTo>
                <a:lnTo>
                  <a:pt x="30825" y="10041"/>
                </a:lnTo>
                <a:lnTo>
                  <a:pt x="18816" y="11350"/>
                </a:lnTo>
                <a:lnTo>
                  <a:pt x="17871" y="1"/>
                </a:lnTo>
                <a:close/>
              </a:path>
            </a:pathLst>
          </a:custGeom>
          <a:solidFill>
            <a:srgbClr val="FF9A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396975" y="-1142958"/>
            <a:ext cx="1343915" cy="2593610"/>
          </a:xfrm>
          <a:custGeom>
            <a:rect b="b" l="l" r="r" t="t"/>
            <a:pathLst>
              <a:path extrusionOk="0" h="27506" w="14253">
                <a:moveTo>
                  <a:pt x="8957" y="1973"/>
                </a:moveTo>
                <a:cubicBezTo>
                  <a:pt x="9571" y="1973"/>
                  <a:pt x="10102" y="2181"/>
                  <a:pt x="10272" y="2815"/>
                </a:cubicBezTo>
                <a:cubicBezTo>
                  <a:pt x="10536" y="3815"/>
                  <a:pt x="8765" y="4871"/>
                  <a:pt x="8325" y="5685"/>
                </a:cubicBezTo>
                <a:cubicBezTo>
                  <a:pt x="7610" y="7027"/>
                  <a:pt x="7313" y="8764"/>
                  <a:pt x="7500" y="10381"/>
                </a:cubicBezTo>
                <a:cubicBezTo>
                  <a:pt x="7731" y="12261"/>
                  <a:pt x="8512" y="13933"/>
                  <a:pt x="9238" y="15571"/>
                </a:cubicBezTo>
                <a:cubicBezTo>
                  <a:pt x="9964" y="17221"/>
                  <a:pt x="10667" y="18958"/>
                  <a:pt x="10744" y="20861"/>
                </a:cubicBezTo>
                <a:cubicBezTo>
                  <a:pt x="10810" y="22763"/>
                  <a:pt x="10052" y="24842"/>
                  <a:pt x="8666" y="25392"/>
                </a:cubicBezTo>
                <a:cubicBezTo>
                  <a:pt x="8419" y="25490"/>
                  <a:pt x="8165" y="25535"/>
                  <a:pt x="7910" y="25535"/>
                </a:cubicBezTo>
                <a:cubicBezTo>
                  <a:pt x="7280" y="25535"/>
                  <a:pt x="6647" y="25258"/>
                  <a:pt x="6115" y="24820"/>
                </a:cubicBezTo>
                <a:cubicBezTo>
                  <a:pt x="5356" y="24204"/>
                  <a:pt x="4762" y="23280"/>
                  <a:pt x="4256" y="22324"/>
                </a:cubicBezTo>
                <a:cubicBezTo>
                  <a:pt x="2442" y="18914"/>
                  <a:pt x="1507" y="14714"/>
                  <a:pt x="1617" y="10557"/>
                </a:cubicBezTo>
                <a:cubicBezTo>
                  <a:pt x="1639" y="9567"/>
                  <a:pt x="1738" y="8544"/>
                  <a:pt x="2068" y="7653"/>
                </a:cubicBezTo>
                <a:cubicBezTo>
                  <a:pt x="2376" y="6807"/>
                  <a:pt x="2892" y="6114"/>
                  <a:pt x="3409" y="5476"/>
                </a:cubicBezTo>
                <a:cubicBezTo>
                  <a:pt x="4366" y="4310"/>
                  <a:pt x="5433" y="3233"/>
                  <a:pt x="6654" y="2595"/>
                </a:cubicBezTo>
                <a:cubicBezTo>
                  <a:pt x="7083" y="2377"/>
                  <a:pt x="8101" y="1973"/>
                  <a:pt x="8957" y="1973"/>
                </a:cubicBezTo>
                <a:close/>
                <a:moveTo>
                  <a:pt x="11422" y="0"/>
                </a:moveTo>
                <a:cubicBezTo>
                  <a:pt x="10109" y="0"/>
                  <a:pt x="8541" y="479"/>
                  <a:pt x="7885" y="736"/>
                </a:cubicBezTo>
                <a:cubicBezTo>
                  <a:pt x="6016" y="1473"/>
                  <a:pt x="4366" y="2727"/>
                  <a:pt x="2914" y="4090"/>
                </a:cubicBezTo>
                <a:cubicBezTo>
                  <a:pt x="2112" y="4838"/>
                  <a:pt x="1331" y="5641"/>
                  <a:pt x="847" y="6631"/>
                </a:cubicBezTo>
                <a:cubicBezTo>
                  <a:pt x="341" y="7675"/>
                  <a:pt x="198" y="8863"/>
                  <a:pt x="165" y="10029"/>
                </a:cubicBezTo>
                <a:cubicBezTo>
                  <a:pt x="0" y="14922"/>
                  <a:pt x="1419" y="19739"/>
                  <a:pt x="4212" y="23764"/>
                </a:cubicBezTo>
                <a:cubicBezTo>
                  <a:pt x="4993" y="24886"/>
                  <a:pt x="5895" y="25953"/>
                  <a:pt x="7049" y="26667"/>
                </a:cubicBezTo>
                <a:cubicBezTo>
                  <a:pt x="7871" y="27184"/>
                  <a:pt x="8848" y="27505"/>
                  <a:pt x="9811" y="27505"/>
                </a:cubicBezTo>
                <a:cubicBezTo>
                  <a:pt x="10202" y="27505"/>
                  <a:pt x="10590" y="27452"/>
                  <a:pt x="10964" y="27338"/>
                </a:cubicBezTo>
                <a:cubicBezTo>
                  <a:pt x="13087" y="26700"/>
                  <a:pt x="14253" y="24270"/>
                  <a:pt x="14154" y="22049"/>
                </a:cubicBezTo>
                <a:cubicBezTo>
                  <a:pt x="14044" y="19838"/>
                  <a:pt x="12955" y="17793"/>
                  <a:pt x="11844" y="15879"/>
                </a:cubicBezTo>
                <a:cubicBezTo>
                  <a:pt x="10733" y="13966"/>
                  <a:pt x="9546" y="12008"/>
                  <a:pt x="9183" y="9820"/>
                </a:cubicBezTo>
                <a:cubicBezTo>
                  <a:pt x="8897" y="7895"/>
                  <a:pt x="9348" y="5938"/>
                  <a:pt x="10448" y="4343"/>
                </a:cubicBezTo>
                <a:cubicBezTo>
                  <a:pt x="11118" y="3376"/>
                  <a:pt x="13835" y="2155"/>
                  <a:pt x="13417" y="978"/>
                </a:cubicBezTo>
                <a:cubicBezTo>
                  <a:pt x="13161" y="242"/>
                  <a:pt x="12356" y="0"/>
                  <a:pt x="11422" y="0"/>
                </a:cubicBezTo>
                <a:close/>
              </a:path>
            </a:pathLst>
          </a:custGeom>
          <a:solidFill>
            <a:schemeClr val="accent2"/>
          </a:soli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0"/>
          <p:cNvSpPr txBox="1"/>
          <p:nvPr>
            <p:ph type="title"/>
          </p:nvPr>
        </p:nvSpPr>
        <p:spPr>
          <a:xfrm>
            <a:off x="1038750" y="2383775"/>
            <a:ext cx="317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35" name="Google Shape;135;p20"/>
          <p:cNvSpPr txBox="1"/>
          <p:nvPr>
            <p:ph idx="2" type="title"/>
          </p:nvPr>
        </p:nvSpPr>
        <p:spPr>
          <a:xfrm>
            <a:off x="1142125" y="1473475"/>
            <a:ext cx="9222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41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36" name="Google Shape;136;p20"/>
          <p:cNvSpPr txBox="1"/>
          <p:nvPr>
            <p:ph idx="1" type="subTitle"/>
          </p:nvPr>
        </p:nvSpPr>
        <p:spPr>
          <a:xfrm>
            <a:off x="1038750" y="3221225"/>
            <a:ext cx="3175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37" name="Google Shape;137;p20"/>
          <p:cNvSpPr/>
          <p:nvPr/>
        </p:nvSpPr>
        <p:spPr>
          <a:xfrm flipH="1" rot="10800000">
            <a:off x="6156406" y="2126887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/>
          <p:nvPr/>
        </p:nvSpPr>
        <p:spPr>
          <a:xfrm flipH="1" rot="10262940">
            <a:off x="-478140" y="4022361"/>
            <a:ext cx="1344806" cy="1886906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/>
          <p:nvPr/>
        </p:nvSpPr>
        <p:spPr>
          <a:xfrm flipH="1" rot="-9659174">
            <a:off x="6153846" y="-1100863"/>
            <a:ext cx="2663515" cy="2918982"/>
          </a:xfrm>
          <a:custGeom>
            <a:rect b="b" l="l" r="r" t="t"/>
            <a:pathLst>
              <a:path extrusionOk="0" h="24189" w="22072">
                <a:moveTo>
                  <a:pt x="16469" y="3354"/>
                </a:moveTo>
                <a:cubicBezTo>
                  <a:pt x="16617" y="3354"/>
                  <a:pt x="16766" y="3368"/>
                  <a:pt x="16914" y="3398"/>
                </a:cubicBezTo>
                <a:cubicBezTo>
                  <a:pt x="18354" y="3684"/>
                  <a:pt x="19135" y="5268"/>
                  <a:pt x="19366" y="6720"/>
                </a:cubicBezTo>
                <a:cubicBezTo>
                  <a:pt x="20070" y="11118"/>
                  <a:pt x="17607" y="17497"/>
                  <a:pt x="14461" y="20609"/>
                </a:cubicBezTo>
                <a:cubicBezTo>
                  <a:pt x="13267" y="21797"/>
                  <a:pt x="10170" y="22692"/>
                  <a:pt x="7476" y="22692"/>
                </a:cubicBezTo>
                <a:cubicBezTo>
                  <a:pt x="5682" y="22692"/>
                  <a:pt x="4066" y="22295"/>
                  <a:pt x="3310" y="21324"/>
                </a:cubicBezTo>
                <a:cubicBezTo>
                  <a:pt x="2430" y="20180"/>
                  <a:pt x="3024" y="18442"/>
                  <a:pt x="4080" y="17442"/>
                </a:cubicBezTo>
                <a:cubicBezTo>
                  <a:pt x="5125" y="16452"/>
                  <a:pt x="6532" y="15924"/>
                  <a:pt x="7698" y="15055"/>
                </a:cubicBezTo>
                <a:cubicBezTo>
                  <a:pt x="10370" y="13076"/>
                  <a:pt x="11481" y="9689"/>
                  <a:pt x="12867" y="6654"/>
                </a:cubicBezTo>
                <a:cubicBezTo>
                  <a:pt x="13252" y="5807"/>
                  <a:pt x="13692" y="4949"/>
                  <a:pt x="14362" y="4289"/>
                </a:cubicBezTo>
                <a:cubicBezTo>
                  <a:pt x="14926" y="3744"/>
                  <a:pt x="15691" y="3354"/>
                  <a:pt x="16469" y="3354"/>
                </a:cubicBezTo>
                <a:close/>
                <a:moveTo>
                  <a:pt x="17568" y="1"/>
                </a:moveTo>
                <a:cubicBezTo>
                  <a:pt x="16594" y="1"/>
                  <a:pt x="15635" y="484"/>
                  <a:pt x="14923" y="1177"/>
                </a:cubicBezTo>
                <a:cubicBezTo>
                  <a:pt x="14087" y="2002"/>
                  <a:pt x="13538" y="3068"/>
                  <a:pt x="13054" y="4135"/>
                </a:cubicBezTo>
                <a:cubicBezTo>
                  <a:pt x="11327" y="7929"/>
                  <a:pt x="9931" y="12174"/>
                  <a:pt x="6587" y="14648"/>
                </a:cubicBezTo>
                <a:cubicBezTo>
                  <a:pt x="5125" y="15726"/>
                  <a:pt x="3376" y="16386"/>
                  <a:pt x="2057" y="17640"/>
                </a:cubicBezTo>
                <a:cubicBezTo>
                  <a:pt x="737" y="18882"/>
                  <a:pt x="0" y="21060"/>
                  <a:pt x="1100" y="22478"/>
                </a:cubicBezTo>
                <a:cubicBezTo>
                  <a:pt x="2046" y="23692"/>
                  <a:pt x="4068" y="24189"/>
                  <a:pt x="6314" y="24189"/>
                </a:cubicBezTo>
                <a:cubicBezTo>
                  <a:pt x="9682" y="24189"/>
                  <a:pt x="13553" y="23072"/>
                  <a:pt x="15044" y="21588"/>
                </a:cubicBezTo>
                <a:cubicBezTo>
                  <a:pt x="18981" y="17684"/>
                  <a:pt x="22071" y="9711"/>
                  <a:pt x="21192" y="4212"/>
                </a:cubicBezTo>
                <a:cubicBezTo>
                  <a:pt x="20906" y="2398"/>
                  <a:pt x="19927" y="407"/>
                  <a:pt x="18123" y="55"/>
                </a:cubicBezTo>
                <a:cubicBezTo>
                  <a:pt x="17939" y="18"/>
                  <a:pt x="17753" y="1"/>
                  <a:pt x="17568" y="1"/>
                </a:cubicBezTo>
                <a:close/>
              </a:path>
            </a:pathLst>
          </a:custGeom>
          <a:solidFill>
            <a:schemeClr val="accent1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/>
          <p:nvPr/>
        </p:nvSpPr>
        <p:spPr>
          <a:xfrm rot="-9391500">
            <a:off x="-280608" y="22202"/>
            <a:ext cx="1096295" cy="1140771"/>
          </a:xfrm>
          <a:custGeom>
            <a:rect b="b" l="l" r="r" t="t"/>
            <a:pathLst>
              <a:path extrusionOk="0" h="11507" w="11058">
                <a:moveTo>
                  <a:pt x="914" y="1"/>
                </a:moveTo>
                <a:cubicBezTo>
                  <a:pt x="2233" y="3443"/>
                  <a:pt x="4378" y="6698"/>
                  <a:pt x="7501" y="8666"/>
                </a:cubicBezTo>
                <a:cubicBezTo>
                  <a:pt x="6022" y="8133"/>
                  <a:pt x="4472" y="7865"/>
                  <a:pt x="2918" y="7865"/>
                </a:cubicBezTo>
                <a:cubicBezTo>
                  <a:pt x="1942" y="7865"/>
                  <a:pt x="964" y="7970"/>
                  <a:pt x="1" y="8182"/>
                </a:cubicBezTo>
                <a:cubicBezTo>
                  <a:pt x="1694" y="9854"/>
                  <a:pt x="3861" y="10954"/>
                  <a:pt x="6214" y="11339"/>
                </a:cubicBezTo>
                <a:cubicBezTo>
                  <a:pt x="6740" y="11424"/>
                  <a:pt x="7397" y="11507"/>
                  <a:pt x="8046" y="11507"/>
                </a:cubicBezTo>
                <a:cubicBezTo>
                  <a:pt x="9571" y="11507"/>
                  <a:pt x="11058" y="11053"/>
                  <a:pt x="10734" y="9117"/>
                </a:cubicBezTo>
                <a:cubicBezTo>
                  <a:pt x="10558" y="8083"/>
                  <a:pt x="9854" y="7226"/>
                  <a:pt x="9184" y="6412"/>
                </a:cubicBezTo>
                <a:cubicBezTo>
                  <a:pt x="8491" y="5565"/>
                  <a:pt x="7831" y="4685"/>
                  <a:pt x="7072" y="3894"/>
                </a:cubicBezTo>
                <a:cubicBezTo>
                  <a:pt x="5368" y="2112"/>
                  <a:pt x="3256" y="781"/>
                  <a:pt x="9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1106875" y="1714025"/>
            <a:ext cx="32004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1"/>
          <p:cNvSpPr txBox="1"/>
          <p:nvPr>
            <p:ph idx="2" type="subTitle"/>
          </p:nvPr>
        </p:nvSpPr>
        <p:spPr>
          <a:xfrm>
            <a:off x="4836725" y="1714025"/>
            <a:ext cx="32004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/>
        </p:nvSpPr>
        <p:spPr>
          <a:xfrm rot="10800000">
            <a:off x="8650668" y="59423"/>
            <a:ext cx="477856" cy="503586"/>
          </a:xfrm>
          <a:custGeom>
            <a:rect b="b" l="l" r="r" t="t"/>
            <a:pathLst>
              <a:path extrusionOk="0" h="6885" w="6533">
                <a:moveTo>
                  <a:pt x="2915" y="0"/>
                </a:moveTo>
                <a:cubicBezTo>
                  <a:pt x="2553" y="0"/>
                  <a:pt x="2193" y="69"/>
                  <a:pt x="1859" y="217"/>
                </a:cubicBezTo>
                <a:cubicBezTo>
                  <a:pt x="583" y="800"/>
                  <a:pt x="0" y="2439"/>
                  <a:pt x="363" y="3791"/>
                </a:cubicBezTo>
                <a:cubicBezTo>
                  <a:pt x="748" y="5216"/>
                  <a:pt x="2466" y="6885"/>
                  <a:pt x="3966" y="6885"/>
                </a:cubicBezTo>
                <a:cubicBezTo>
                  <a:pt x="4654" y="6885"/>
                  <a:pt x="5295" y="6534"/>
                  <a:pt x="5741" y="5650"/>
                </a:cubicBezTo>
                <a:cubicBezTo>
                  <a:pt x="6532" y="4088"/>
                  <a:pt x="6324" y="2065"/>
                  <a:pt x="5026" y="844"/>
                </a:cubicBezTo>
                <a:cubicBezTo>
                  <a:pt x="4465" y="313"/>
                  <a:pt x="3685" y="0"/>
                  <a:pt x="291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1"/>
          <p:cNvSpPr/>
          <p:nvPr/>
        </p:nvSpPr>
        <p:spPr>
          <a:xfrm rot="10313008">
            <a:off x="-961130" y="2427879"/>
            <a:ext cx="3799998" cy="4072025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21"/>
          <p:cNvGrpSpPr/>
          <p:nvPr/>
        </p:nvGrpSpPr>
        <p:grpSpPr>
          <a:xfrm rot="-5784094">
            <a:off x="8237561" y="3422821"/>
            <a:ext cx="759484" cy="520416"/>
            <a:chOff x="15093307" y="1257889"/>
            <a:chExt cx="759458" cy="520397"/>
          </a:xfrm>
        </p:grpSpPr>
        <p:sp>
          <p:nvSpPr>
            <p:cNvPr id="149" name="Google Shape;149;p21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1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1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1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1"/>
            <p:cNvSpPr/>
            <p:nvPr/>
          </p:nvSpPr>
          <p:spPr>
            <a:xfrm>
              <a:off x="15093307" y="1519199"/>
              <a:ext cx="68142" cy="63823"/>
            </a:xfrm>
            <a:custGeom>
              <a:rect b="b" l="l" r="r" t="t"/>
              <a:pathLst>
                <a:path extrusionOk="0" h="1463" w="1562">
                  <a:moveTo>
                    <a:pt x="698" y="1"/>
                  </a:moveTo>
                  <a:cubicBezTo>
                    <a:pt x="513" y="1"/>
                    <a:pt x="331" y="75"/>
                    <a:pt x="198" y="215"/>
                  </a:cubicBezTo>
                  <a:cubicBezTo>
                    <a:pt x="0" y="490"/>
                    <a:pt x="11" y="864"/>
                    <a:pt x="231" y="1117"/>
                  </a:cubicBezTo>
                  <a:cubicBezTo>
                    <a:pt x="396" y="1310"/>
                    <a:pt x="735" y="1462"/>
                    <a:pt x="1026" y="1462"/>
                  </a:cubicBezTo>
                  <a:cubicBezTo>
                    <a:pt x="1298" y="1462"/>
                    <a:pt x="1529" y="1330"/>
                    <a:pt x="1540" y="974"/>
                  </a:cubicBezTo>
                  <a:cubicBezTo>
                    <a:pt x="1562" y="567"/>
                    <a:pt x="1309" y="182"/>
                    <a:pt x="924" y="39"/>
                  </a:cubicBezTo>
                  <a:cubicBezTo>
                    <a:pt x="850" y="13"/>
                    <a:pt x="774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" name="Google Shape;162;p21"/>
          <p:cNvSpPr/>
          <p:nvPr/>
        </p:nvSpPr>
        <p:spPr>
          <a:xfrm flipH="1" rot="-10516327">
            <a:off x="-901331" y="-916374"/>
            <a:ext cx="1866073" cy="2212501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 txBox="1"/>
          <p:nvPr>
            <p:ph type="title"/>
          </p:nvPr>
        </p:nvSpPr>
        <p:spPr>
          <a:xfrm>
            <a:off x="2437800" y="452975"/>
            <a:ext cx="4268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66" name="Google Shape;166;p22"/>
          <p:cNvSpPr txBox="1"/>
          <p:nvPr>
            <p:ph idx="1" type="subTitle"/>
          </p:nvPr>
        </p:nvSpPr>
        <p:spPr>
          <a:xfrm>
            <a:off x="2437800" y="2404375"/>
            <a:ext cx="426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9pPr>
          </a:lstStyle>
          <a:p/>
        </p:txBody>
      </p:sp>
      <p:sp>
        <p:nvSpPr>
          <p:cNvPr id="167" name="Google Shape;167;p22"/>
          <p:cNvSpPr txBox="1"/>
          <p:nvPr>
            <p:ph idx="2" type="subTitle"/>
          </p:nvPr>
        </p:nvSpPr>
        <p:spPr>
          <a:xfrm>
            <a:off x="2437800" y="4162379"/>
            <a:ext cx="426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168" name="Google Shape;168;p22"/>
          <p:cNvSpPr/>
          <p:nvPr/>
        </p:nvSpPr>
        <p:spPr>
          <a:xfrm>
            <a:off x="-901025" y="-819451"/>
            <a:ext cx="1939364" cy="2299398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2437800" y="3401908"/>
            <a:ext cx="42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b="1" i="0" lang="en-GB" sz="1200" u="none" cap="none" strike="noStrike">
                <a:solidFill>
                  <a:schemeClr val="hlink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/>
              </a:rPr>
              <a:t>Slidesgo</a:t>
            </a:r>
            <a:r>
              <a:rPr b="0" i="0" lang="en-GB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including icons by </a:t>
            </a:r>
            <a:r>
              <a:rPr b="1" i="0" lang="en-GB" sz="1200" u="none" cap="none" strike="noStrike">
                <a:solidFill>
                  <a:schemeClr val="hlink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/>
              </a:rPr>
              <a:t>Flaticon</a:t>
            </a:r>
            <a:r>
              <a:rPr b="0" i="0" lang="en-GB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b="1" i="0" lang="en-GB" sz="1200" u="none" cap="none" strike="noStrike">
                <a:solidFill>
                  <a:schemeClr val="hlink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/>
              </a:rPr>
              <a:t>Freepik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3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1" type="body"/>
          </p:nvPr>
        </p:nvSpPr>
        <p:spPr>
          <a:xfrm>
            <a:off x="837750" y="1352675"/>
            <a:ext cx="2476500" cy="28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451DB"/>
              </a:buClr>
              <a:buSzPts val="1400"/>
              <a:buFont typeface="Chivo"/>
              <a:buChar char="○"/>
              <a:defRPr sz="1200"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A451DB"/>
              </a:buClr>
              <a:buSzPts val="1400"/>
              <a:buFont typeface="Chivo"/>
              <a:buChar char="■"/>
              <a:defRPr sz="1200"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A451DB"/>
              </a:buClr>
              <a:buSzPts val="1400"/>
              <a:buFont typeface="Chivo"/>
              <a:buChar char="●"/>
              <a:defRPr sz="1200"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A451DB"/>
              </a:buClr>
              <a:buSzPts val="1400"/>
              <a:buFont typeface="Chivo"/>
              <a:buChar char="○"/>
              <a:defRPr sz="1200"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A451DB"/>
              </a:buClr>
              <a:buSzPts val="1400"/>
              <a:buFont typeface="Chivo"/>
              <a:buChar char="■"/>
              <a:defRPr sz="1200"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A451DB"/>
              </a:buClr>
              <a:buSzPts val="1400"/>
              <a:buFont typeface="Chivo"/>
              <a:buChar char="●"/>
              <a:defRPr sz="1200"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A451DB"/>
              </a:buClr>
              <a:buSzPts val="1400"/>
              <a:buFont typeface="Chivo"/>
              <a:buChar char="○"/>
              <a:defRPr sz="1200"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A451DB"/>
              </a:buClr>
              <a:buSzPts val="1400"/>
              <a:buFont typeface="Chivo"/>
              <a:buChar char="■"/>
              <a:defRPr sz="1200"/>
            </a:lvl9pPr>
          </a:lstStyle>
          <a:p/>
        </p:txBody>
      </p:sp>
      <p:sp>
        <p:nvSpPr>
          <p:cNvPr id="174" name="Google Shape;174;p23"/>
          <p:cNvSpPr txBox="1"/>
          <p:nvPr>
            <p:ph idx="2" type="subTitle"/>
          </p:nvPr>
        </p:nvSpPr>
        <p:spPr>
          <a:xfrm>
            <a:off x="713250" y="1052173"/>
            <a:ext cx="771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5" name="Google Shape;175;p23"/>
          <p:cNvSpPr/>
          <p:nvPr/>
        </p:nvSpPr>
        <p:spPr>
          <a:xfrm rot="537060">
            <a:off x="-545041" y="-976336"/>
            <a:ext cx="1344806" cy="1886906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-616863" y="4004237"/>
            <a:ext cx="1677215" cy="1743571"/>
          </a:xfrm>
          <a:custGeom>
            <a:rect b="b" l="l" r="r" t="t"/>
            <a:pathLst>
              <a:path extrusionOk="0" h="23838" w="22930">
                <a:moveTo>
                  <a:pt x="10033" y="3552"/>
                </a:moveTo>
                <a:cubicBezTo>
                  <a:pt x="10394" y="3552"/>
                  <a:pt x="10754" y="3595"/>
                  <a:pt x="11107" y="3687"/>
                </a:cubicBezTo>
                <a:cubicBezTo>
                  <a:pt x="12042" y="3940"/>
                  <a:pt x="12856" y="4501"/>
                  <a:pt x="13648" y="5050"/>
                </a:cubicBezTo>
                <a:cubicBezTo>
                  <a:pt x="15396" y="6282"/>
                  <a:pt x="17222" y="7569"/>
                  <a:pt x="18256" y="9438"/>
                </a:cubicBezTo>
                <a:cubicBezTo>
                  <a:pt x="19245" y="11220"/>
                  <a:pt x="19432" y="13342"/>
                  <a:pt x="18772" y="15267"/>
                </a:cubicBezTo>
                <a:cubicBezTo>
                  <a:pt x="17627" y="18557"/>
                  <a:pt x="14545" y="20421"/>
                  <a:pt x="11445" y="20421"/>
                </a:cubicBezTo>
                <a:cubicBezTo>
                  <a:pt x="9396" y="20421"/>
                  <a:pt x="7339" y="19606"/>
                  <a:pt x="5829" y="17851"/>
                </a:cubicBezTo>
                <a:cubicBezTo>
                  <a:pt x="3618" y="15267"/>
                  <a:pt x="3211" y="11418"/>
                  <a:pt x="4399" y="8229"/>
                </a:cubicBezTo>
                <a:cubicBezTo>
                  <a:pt x="4916" y="6843"/>
                  <a:pt x="5741" y="5534"/>
                  <a:pt x="6917" y="4643"/>
                </a:cubicBezTo>
                <a:cubicBezTo>
                  <a:pt x="7814" y="3963"/>
                  <a:pt x="8923" y="3552"/>
                  <a:pt x="10033" y="3552"/>
                </a:cubicBezTo>
                <a:close/>
                <a:moveTo>
                  <a:pt x="9654" y="0"/>
                </a:moveTo>
                <a:cubicBezTo>
                  <a:pt x="8089" y="0"/>
                  <a:pt x="6510" y="586"/>
                  <a:pt x="5246" y="1542"/>
                </a:cubicBezTo>
                <a:cubicBezTo>
                  <a:pt x="3574" y="2807"/>
                  <a:pt x="2420" y="4643"/>
                  <a:pt x="1683" y="6601"/>
                </a:cubicBezTo>
                <a:cubicBezTo>
                  <a:pt x="0" y="11110"/>
                  <a:pt x="572" y="16553"/>
                  <a:pt x="3706" y="20204"/>
                </a:cubicBezTo>
                <a:cubicBezTo>
                  <a:pt x="5838" y="22686"/>
                  <a:pt x="8743" y="23837"/>
                  <a:pt x="11638" y="23837"/>
                </a:cubicBezTo>
                <a:cubicBezTo>
                  <a:pt x="16017" y="23837"/>
                  <a:pt x="20373" y="21205"/>
                  <a:pt x="21995" y="16564"/>
                </a:cubicBezTo>
                <a:cubicBezTo>
                  <a:pt x="22929" y="13837"/>
                  <a:pt x="22665" y="10835"/>
                  <a:pt x="21269" y="8317"/>
                </a:cubicBezTo>
                <a:cubicBezTo>
                  <a:pt x="19795" y="5677"/>
                  <a:pt x="17222" y="3852"/>
                  <a:pt x="14747" y="2114"/>
                </a:cubicBezTo>
                <a:cubicBezTo>
                  <a:pt x="13626" y="1333"/>
                  <a:pt x="12471" y="542"/>
                  <a:pt x="11151" y="190"/>
                </a:cubicBezTo>
                <a:cubicBezTo>
                  <a:pt x="10661" y="61"/>
                  <a:pt x="10158" y="0"/>
                  <a:pt x="965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23"/>
          <p:cNvGrpSpPr/>
          <p:nvPr/>
        </p:nvGrpSpPr>
        <p:grpSpPr>
          <a:xfrm rot="5130883">
            <a:off x="168959" y="3313635"/>
            <a:ext cx="759429" cy="520378"/>
            <a:chOff x="15093307" y="1257889"/>
            <a:chExt cx="759458" cy="520397"/>
          </a:xfrm>
        </p:grpSpPr>
        <p:sp>
          <p:nvSpPr>
            <p:cNvPr id="178" name="Google Shape;178;p23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3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3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3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3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3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3"/>
            <p:cNvSpPr/>
            <p:nvPr/>
          </p:nvSpPr>
          <p:spPr>
            <a:xfrm>
              <a:off x="15093307" y="1519199"/>
              <a:ext cx="68142" cy="63823"/>
            </a:xfrm>
            <a:custGeom>
              <a:rect b="b" l="l" r="r" t="t"/>
              <a:pathLst>
                <a:path extrusionOk="0" h="1463" w="1562">
                  <a:moveTo>
                    <a:pt x="698" y="1"/>
                  </a:moveTo>
                  <a:cubicBezTo>
                    <a:pt x="513" y="1"/>
                    <a:pt x="331" y="75"/>
                    <a:pt x="198" y="215"/>
                  </a:cubicBezTo>
                  <a:cubicBezTo>
                    <a:pt x="0" y="490"/>
                    <a:pt x="11" y="864"/>
                    <a:pt x="231" y="1117"/>
                  </a:cubicBezTo>
                  <a:cubicBezTo>
                    <a:pt x="396" y="1310"/>
                    <a:pt x="735" y="1462"/>
                    <a:pt x="1026" y="1462"/>
                  </a:cubicBezTo>
                  <a:cubicBezTo>
                    <a:pt x="1298" y="1462"/>
                    <a:pt x="1529" y="1330"/>
                    <a:pt x="1540" y="974"/>
                  </a:cubicBezTo>
                  <a:cubicBezTo>
                    <a:pt x="1562" y="567"/>
                    <a:pt x="1309" y="182"/>
                    <a:pt x="924" y="39"/>
                  </a:cubicBezTo>
                  <a:cubicBezTo>
                    <a:pt x="850" y="13"/>
                    <a:pt x="774" y="1"/>
                    <a:pt x="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3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3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3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4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4" name="Google Shape;194;p24"/>
          <p:cNvSpPr/>
          <p:nvPr/>
        </p:nvSpPr>
        <p:spPr>
          <a:xfrm flipH="1" rot="-5400000">
            <a:off x="7847221" y="3601303"/>
            <a:ext cx="1927638" cy="2704681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/>
          <p:nvPr/>
        </p:nvSpPr>
        <p:spPr>
          <a:xfrm flipH="1" rot="-5400000">
            <a:off x="7988969" y="-142880"/>
            <a:ext cx="1525423" cy="1238545"/>
          </a:xfrm>
          <a:custGeom>
            <a:rect b="b" l="l" r="r" t="t"/>
            <a:pathLst>
              <a:path extrusionOk="0" h="15823" w="19488">
                <a:moveTo>
                  <a:pt x="18453" y="0"/>
                </a:moveTo>
                <a:lnTo>
                  <a:pt x="18453" y="0"/>
                </a:lnTo>
                <a:cubicBezTo>
                  <a:pt x="13615" y="1342"/>
                  <a:pt x="9216" y="3904"/>
                  <a:pt x="5664" y="7445"/>
                </a:cubicBezTo>
                <a:cubicBezTo>
                  <a:pt x="5356" y="5081"/>
                  <a:pt x="5059" y="2706"/>
                  <a:pt x="4751" y="330"/>
                </a:cubicBezTo>
                <a:cubicBezTo>
                  <a:pt x="2112" y="2739"/>
                  <a:pt x="0" y="7676"/>
                  <a:pt x="1540" y="11195"/>
                </a:cubicBezTo>
                <a:cubicBezTo>
                  <a:pt x="2807" y="14118"/>
                  <a:pt x="6161" y="15823"/>
                  <a:pt x="9279" y="15823"/>
                </a:cubicBezTo>
                <a:cubicBezTo>
                  <a:pt x="9704" y="15823"/>
                  <a:pt x="10125" y="15791"/>
                  <a:pt x="10535" y="15726"/>
                </a:cubicBezTo>
                <a:cubicBezTo>
                  <a:pt x="14131" y="15154"/>
                  <a:pt x="17178" y="12680"/>
                  <a:pt x="19487" y="9865"/>
                </a:cubicBezTo>
                <a:lnTo>
                  <a:pt x="19487" y="9865"/>
                </a:lnTo>
                <a:cubicBezTo>
                  <a:pt x="17154" y="10162"/>
                  <a:pt x="14808" y="10313"/>
                  <a:pt x="12458" y="10313"/>
                </a:cubicBezTo>
                <a:cubicBezTo>
                  <a:pt x="11850" y="10313"/>
                  <a:pt x="11242" y="10303"/>
                  <a:pt x="10634" y="10283"/>
                </a:cubicBezTo>
                <a:cubicBezTo>
                  <a:pt x="13406" y="6972"/>
                  <a:pt x="16012" y="3552"/>
                  <a:pt x="1845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p24"/>
          <p:cNvGrpSpPr/>
          <p:nvPr/>
        </p:nvGrpSpPr>
        <p:grpSpPr>
          <a:xfrm>
            <a:off x="-391094" y="-454425"/>
            <a:ext cx="1578157" cy="1640650"/>
            <a:chOff x="-510400" y="1093625"/>
            <a:chExt cx="1578157" cy="1640650"/>
          </a:xfrm>
        </p:grpSpPr>
        <p:sp>
          <p:nvSpPr>
            <p:cNvPr id="197" name="Google Shape;197;p24"/>
            <p:cNvSpPr/>
            <p:nvPr/>
          </p:nvSpPr>
          <p:spPr>
            <a:xfrm>
              <a:off x="-510400" y="1093625"/>
              <a:ext cx="1578157" cy="1640650"/>
            </a:xfrm>
            <a:custGeom>
              <a:rect b="b" l="l" r="r" t="t"/>
              <a:pathLst>
                <a:path extrusionOk="0" h="23838" w="22930">
                  <a:moveTo>
                    <a:pt x="10033" y="3552"/>
                  </a:moveTo>
                  <a:cubicBezTo>
                    <a:pt x="10394" y="3552"/>
                    <a:pt x="10754" y="3595"/>
                    <a:pt x="11107" y="3687"/>
                  </a:cubicBezTo>
                  <a:cubicBezTo>
                    <a:pt x="12042" y="3940"/>
                    <a:pt x="12856" y="4501"/>
                    <a:pt x="13648" y="5050"/>
                  </a:cubicBezTo>
                  <a:cubicBezTo>
                    <a:pt x="15396" y="6282"/>
                    <a:pt x="17222" y="7569"/>
                    <a:pt x="18256" y="9438"/>
                  </a:cubicBezTo>
                  <a:cubicBezTo>
                    <a:pt x="19245" y="11220"/>
                    <a:pt x="19432" y="13342"/>
                    <a:pt x="18772" y="15267"/>
                  </a:cubicBezTo>
                  <a:cubicBezTo>
                    <a:pt x="17627" y="18557"/>
                    <a:pt x="14545" y="20421"/>
                    <a:pt x="11445" y="20421"/>
                  </a:cubicBezTo>
                  <a:cubicBezTo>
                    <a:pt x="9396" y="20421"/>
                    <a:pt x="7339" y="19606"/>
                    <a:pt x="5829" y="17851"/>
                  </a:cubicBezTo>
                  <a:cubicBezTo>
                    <a:pt x="3618" y="15267"/>
                    <a:pt x="3211" y="11418"/>
                    <a:pt x="4399" y="8229"/>
                  </a:cubicBezTo>
                  <a:cubicBezTo>
                    <a:pt x="4916" y="6843"/>
                    <a:pt x="5741" y="5534"/>
                    <a:pt x="6917" y="4643"/>
                  </a:cubicBezTo>
                  <a:cubicBezTo>
                    <a:pt x="7814" y="3963"/>
                    <a:pt x="8923" y="3552"/>
                    <a:pt x="10033" y="3552"/>
                  </a:cubicBezTo>
                  <a:close/>
                  <a:moveTo>
                    <a:pt x="9654" y="0"/>
                  </a:moveTo>
                  <a:cubicBezTo>
                    <a:pt x="8089" y="0"/>
                    <a:pt x="6510" y="586"/>
                    <a:pt x="5246" y="1542"/>
                  </a:cubicBezTo>
                  <a:cubicBezTo>
                    <a:pt x="3574" y="2807"/>
                    <a:pt x="2420" y="4643"/>
                    <a:pt x="1683" y="6601"/>
                  </a:cubicBezTo>
                  <a:cubicBezTo>
                    <a:pt x="0" y="11110"/>
                    <a:pt x="572" y="16553"/>
                    <a:pt x="3706" y="20204"/>
                  </a:cubicBezTo>
                  <a:cubicBezTo>
                    <a:pt x="5838" y="22686"/>
                    <a:pt x="8743" y="23837"/>
                    <a:pt x="11638" y="23837"/>
                  </a:cubicBezTo>
                  <a:cubicBezTo>
                    <a:pt x="16017" y="23837"/>
                    <a:pt x="20373" y="21205"/>
                    <a:pt x="21995" y="16564"/>
                  </a:cubicBezTo>
                  <a:cubicBezTo>
                    <a:pt x="22929" y="13837"/>
                    <a:pt x="22665" y="10835"/>
                    <a:pt x="21269" y="8317"/>
                  </a:cubicBezTo>
                  <a:cubicBezTo>
                    <a:pt x="19795" y="5677"/>
                    <a:pt x="17222" y="3852"/>
                    <a:pt x="14747" y="2114"/>
                  </a:cubicBezTo>
                  <a:cubicBezTo>
                    <a:pt x="13626" y="1333"/>
                    <a:pt x="12471" y="542"/>
                    <a:pt x="11151" y="190"/>
                  </a:cubicBezTo>
                  <a:cubicBezTo>
                    <a:pt x="10661" y="61"/>
                    <a:pt x="10158" y="0"/>
                    <a:pt x="9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54987" y="1746411"/>
              <a:ext cx="449634" cy="473860"/>
            </a:xfrm>
            <a:custGeom>
              <a:rect b="b" l="l" r="r" t="t"/>
              <a:pathLst>
                <a:path extrusionOk="0" h="6885" w="6533">
                  <a:moveTo>
                    <a:pt x="2915" y="0"/>
                  </a:moveTo>
                  <a:cubicBezTo>
                    <a:pt x="2553" y="0"/>
                    <a:pt x="2193" y="69"/>
                    <a:pt x="1859" y="217"/>
                  </a:cubicBezTo>
                  <a:cubicBezTo>
                    <a:pt x="583" y="800"/>
                    <a:pt x="0" y="2439"/>
                    <a:pt x="363" y="3791"/>
                  </a:cubicBezTo>
                  <a:cubicBezTo>
                    <a:pt x="748" y="5216"/>
                    <a:pt x="2466" y="6885"/>
                    <a:pt x="3966" y="6885"/>
                  </a:cubicBezTo>
                  <a:cubicBezTo>
                    <a:pt x="4654" y="6885"/>
                    <a:pt x="5295" y="6534"/>
                    <a:pt x="5741" y="5650"/>
                  </a:cubicBezTo>
                  <a:cubicBezTo>
                    <a:pt x="6532" y="4088"/>
                    <a:pt x="6324" y="2065"/>
                    <a:pt x="5026" y="844"/>
                  </a:cubicBezTo>
                  <a:cubicBezTo>
                    <a:pt x="4465" y="313"/>
                    <a:pt x="3685" y="0"/>
                    <a:pt x="29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24"/>
          <p:cNvSpPr/>
          <p:nvPr/>
        </p:nvSpPr>
        <p:spPr>
          <a:xfrm rot="-403398">
            <a:off x="-1185439" y="3016691"/>
            <a:ext cx="3166844" cy="3393546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5"/>
          <p:cNvSpPr txBox="1"/>
          <p:nvPr>
            <p:ph type="title"/>
          </p:nvPr>
        </p:nvSpPr>
        <p:spPr>
          <a:xfrm>
            <a:off x="713225" y="1269625"/>
            <a:ext cx="36804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03" name="Google Shape;203;p25"/>
          <p:cNvSpPr txBox="1"/>
          <p:nvPr>
            <p:ph idx="1" type="subTitle"/>
          </p:nvPr>
        </p:nvSpPr>
        <p:spPr>
          <a:xfrm>
            <a:off x="713225" y="2501825"/>
            <a:ext cx="36804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204" name="Google Shape;204;p25"/>
          <p:cNvSpPr/>
          <p:nvPr>
            <p:ph idx="2" type="pic"/>
          </p:nvPr>
        </p:nvSpPr>
        <p:spPr>
          <a:xfrm>
            <a:off x="4957700" y="869550"/>
            <a:ext cx="3404400" cy="34044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5"/>
          <p:cNvSpPr/>
          <p:nvPr/>
        </p:nvSpPr>
        <p:spPr>
          <a:xfrm rot="5400000">
            <a:off x="-456347" y="3532173"/>
            <a:ext cx="1725526" cy="2421096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5"/>
          <p:cNvSpPr/>
          <p:nvPr/>
        </p:nvSpPr>
        <p:spPr>
          <a:xfrm rot="5231611">
            <a:off x="-356303" y="-142882"/>
            <a:ext cx="1525401" cy="1238528"/>
          </a:xfrm>
          <a:custGeom>
            <a:rect b="b" l="l" r="r" t="t"/>
            <a:pathLst>
              <a:path extrusionOk="0" h="15823" w="19488">
                <a:moveTo>
                  <a:pt x="18453" y="0"/>
                </a:moveTo>
                <a:lnTo>
                  <a:pt x="18453" y="0"/>
                </a:lnTo>
                <a:cubicBezTo>
                  <a:pt x="13615" y="1342"/>
                  <a:pt x="9216" y="3904"/>
                  <a:pt x="5664" y="7445"/>
                </a:cubicBezTo>
                <a:cubicBezTo>
                  <a:pt x="5356" y="5081"/>
                  <a:pt x="5059" y="2706"/>
                  <a:pt x="4751" y="330"/>
                </a:cubicBezTo>
                <a:cubicBezTo>
                  <a:pt x="2112" y="2739"/>
                  <a:pt x="0" y="7676"/>
                  <a:pt x="1540" y="11195"/>
                </a:cubicBezTo>
                <a:cubicBezTo>
                  <a:pt x="2807" y="14118"/>
                  <a:pt x="6161" y="15823"/>
                  <a:pt x="9279" y="15823"/>
                </a:cubicBezTo>
                <a:cubicBezTo>
                  <a:pt x="9704" y="15823"/>
                  <a:pt x="10125" y="15791"/>
                  <a:pt x="10535" y="15726"/>
                </a:cubicBezTo>
                <a:cubicBezTo>
                  <a:pt x="14131" y="15154"/>
                  <a:pt x="17178" y="12680"/>
                  <a:pt x="19487" y="9865"/>
                </a:cubicBezTo>
                <a:lnTo>
                  <a:pt x="19487" y="9865"/>
                </a:lnTo>
                <a:cubicBezTo>
                  <a:pt x="17154" y="10162"/>
                  <a:pt x="14808" y="10313"/>
                  <a:pt x="12458" y="10313"/>
                </a:cubicBezTo>
                <a:cubicBezTo>
                  <a:pt x="11850" y="10313"/>
                  <a:pt x="11242" y="10303"/>
                  <a:pt x="10634" y="10283"/>
                </a:cubicBezTo>
                <a:cubicBezTo>
                  <a:pt x="13406" y="6972"/>
                  <a:pt x="16012" y="3552"/>
                  <a:pt x="1845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25"/>
          <p:cNvGrpSpPr/>
          <p:nvPr/>
        </p:nvGrpSpPr>
        <p:grpSpPr>
          <a:xfrm flipH="1">
            <a:off x="7971006" y="-454425"/>
            <a:ext cx="1578157" cy="1640650"/>
            <a:chOff x="-510400" y="1093625"/>
            <a:chExt cx="1578157" cy="1640650"/>
          </a:xfrm>
        </p:grpSpPr>
        <p:sp>
          <p:nvSpPr>
            <p:cNvPr id="208" name="Google Shape;208;p25"/>
            <p:cNvSpPr/>
            <p:nvPr/>
          </p:nvSpPr>
          <p:spPr>
            <a:xfrm>
              <a:off x="-510400" y="1093625"/>
              <a:ext cx="1578157" cy="1640650"/>
            </a:xfrm>
            <a:custGeom>
              <a:rect b="b" l="l" r="r" t="t"/>
              <a:pathLst>
                <a:path extrusionOk="0" h="23838" w="22930">
                  <a:moveTo>
                    <a:pt x="10033" y="3552"/>
                  </a:moveTo>
                  <a:cubicBezTo>
                    <a:pt x="10394" y="3552"/>
                    <a:pt x="10754" y="3595"/>
                    <a:pt x="11107" y="3687"/>
                  </a:cubicBezTo>
                  <a:cubicBezTo>
                    <a:pt x="12042" y="3940"/>
                    <a:pt x="12856" y="4501"/>
                    <a:pt x="13648" y="5050"/>
                  </a:cubicBezTo>
                  <a:cubicBezTo>
                    <a:pt x="15396" y="6282"/>
                    <a:pt x="17222" y="7569"/>
                    <a:pt x="18256" y="9438"/>
                  </a:cubicBezTo>
                  <a:cubicBezTo>
                    <a:pt x="19245" y="11220"/>
                    <a:pt x="19432" y="13342"/>
                    <a:pt x="18772" y="15267"/>
                  </a:cubicBezTo>
                  <a:cubicBezTo>
                    <a:pt x="17627" y="18557"/>
                    <a:pt x="14545" y="20421"/>
                    <a:pt x="11445" y="20421"/>
                  </a:cubicBezTo>
                  <a:cubicBezTo>
                    <a:pt x="9396" y="20421"/>
                    <a:pt x="7339" y="19606"/>
                    <a:pt x="5829" y="17851"/>
                  </a:cubicBezTo>
                  <a:cubicBezTo>
                    <a:pt x="3618" y="15267"/>
                    <a:pt x="3211" y="11418"/>
                    <a:pt x="4399" y="8229"/>
                  </a:cubicBezTo>
                  <a:cubicBezTo>
                    <a:pt x="4916" y="6843"/>
                    <a:pt x="5741" y="5534"/>
                    <a:pt x="6917" y="4643"/>
                  </a:cubicBezTo>
                  <a:cubicBezTo>
                    <a:pt x="7814" y="3963"/>
                    <a:pt x="8923" y="3552"/>
                    <a:pt x="10033" y="3552"/>
                  </a:cubicBezTo>
                  <a:close/>
                  <a:moveTo>
                    <a:pt x="9654" y="0"/>
                  </a:moveTo>
                  <a:cubicBezTo>
                    <a:pt x="8089" y="0"/>
                    <a:pt x="6510" y="586"/>
                    <a:pt x="5246" y="1542"/>
                  </a:cubicBezTo>
                  <a:cubicBezTo>
                    <a:pt x="3574" y="2807"/>
                    <a:pt x="2420" y="4643"/>
                    <a:pt x="1683" y="6601"/>
                  </a:cubicBezTo>
                  <a:cubicBezTo>
                    <a:pt x="0" y="11110"/>
                    <a:pt x="572" y="16553"/>
                    <a:pt x="3706" y="20204"/>
                  </a:cubicBezTo>
                  <a:cubicBezTo>
                    <a:pt x="5838" y="22686"/>
                    <a:pt x="8743" y="23837"/>
                    <a:pt x="11638" y="23837"/>
                  </a:cubicBezTo>
                  <a:cubicBezTo>
                    <a:pt x="16017" y="23837"/>
                    <a:pt x="20373" y="21205"/>
                    <a:pt x="21995" y="16564"/>
                  </a:cubicBezTo>
                  <a:cubicBezTo>
                    <a:pt x="22929" y="13837"/>
                    <a:pt x="22665" y="10835"/>
                    <a:pt x="21269" y="8317"/>
                  </a:cubicBezTo>
                  <a:cubicBezTo>
                    <a:pt x="19795" y="5677"/>
                    <a:pt x="17222" y="3852"/>
                    <a:pt x="14747" y="2114"/>
                  </a:cubicBezTo>
                  <a:cubicBezTo>
                    <a:pt x="13626" y="1333"/>
                    <a:pt x="12471" y="542"/>
                    <a:pt x="11151" y="190"/>
                  </a:cubicBezTo>
                  <a:cubicBezTo>
                    <a:pt x="10661" y="61"/>
                    <a:pt x="10158" y="0"/>
                    <a:pt x="96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5"/>
            <p:cNvSpPr/>
            <p:nvPr/>
          </p:nvSpPr>
          <p:spPr>
            <a:xfrm>
              <a:off x="54987" y="1746411"/>
              <a:ext cx="449634" cy="473860"/>
            </a:xfrm>
            <a:custGeom>
              <a:rect b="b" l="l" r="r" t="t"/>
              <a:pathLst>
                <a:path extrusionOk="0" h="6885" w="6533">
                  <a:moveTo>
                    <a:pt x="2915" y="0"/>
                  </a:moveTo>
                  <a:cubicBezTo>
                    <a:pt x="2553" y="0"/>
                    <a:pt x="2193" y="69"/>
                    <a:pt x="1859" y="217"/>
                  </a:cubicBezTo>
                  <a:cubicBezTo>
                    <a:pt x="583" y="800"/>
                    <a:pt x="0" y="2439"/>
                    <a:pt x="363" y="3791"/>
                  </a:cubicBezTo>
                  <a:cubicBezTo>
                    <a:pt x="748" y="5216"/>
                    <a:pt x="2466" y="6885"/>
                    <a:pt x="3966" y="6885"/>
                  </a:cubicBezTo>
                  <a:cubicBezTo>
                    <a:pt x="4654" y="6885"/>
                    <a:pt x="5295" y="6534"/>
                    <a:pt x="5741" y="5650"/>
                  </a:cubicBezTo>
                  <a:cubicBezTo>
                    <a:pt x="6532" y="4088"/>
                    <a:pt x="6324" y="2065"/>
                    <a:pt x="5026" y="844"/>
                  </a:cubicBezTo>
                  <a:cubicBezTo>
                    <a:pt x="4465" y="313"/>
                    <a:pt x="3685" y="0"/>
                    <a:pt x="29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p25"/>
          <p:cNvSpPr/>
          <p:nvPr/>
        </p:nvSpPr>
        <p:spPr>
          <a:xfrm flipH="1" rot="403375">
            <a:off x="6930290" y="2702749"/>
            <a:ext cx="3663138" cy="3925368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 txBox="1"/>
          <p:nvPr>
            <p:ph type="title"/>
          </p:nvPr>
        </p:nvSpPr>
        <p:spPr>
          <a:xfrm>
            <a:off x="1800150" y="1207500"/>
            <a:ext cx="5543700" cy="26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4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214" name="Google Shape;214;p26"/>
          <p:cNvSpPr/>
          <p:nvPr/>
        </p:nvSpPr>
        <p:spPr>
          <a:xfrm rot="-1343512">
            <a:off x="7929635" y="-531689"/>
            <a:ext cx="1660921" cy="1969265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7"/>
          <p:cNvSpPr txBox="1"/>
          <p:nvPr>
            <p:ph type="title"/>
          </p:nvPr>
        </p:nvSpPr>
        <p:spPr>
          <a:xfrm>
            <a:off x="845138" y="1304075"/>
            <a:ext cx="424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845150" y="2271875"/>
            <a:ext cx="42453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219" name="Google Shape;219;p27"/>
          <p:cNvSpPr/>
          <p:nvPr/>
        </p:nvSpPr>
        <p:spPr>
          <a:xfrm rot="-9391500">
            <a:off x="-280608" y="22202"/>
            <a:ext cx="1096295" cy="1140771"/>
          </a:xfrm>
          <a:custGeom>
            <a:rect b="b" l="l" r="r" t="t"/>
            <a:pathLst>
              <a:path extrusionOk="0" h="11507" w="11058">
                <a:moveTo>
                  <a:pt x="914" y="1"/>
                </a:moveTo>
                <a:cubicBezTo>
                  <a:pt x="2233" y="3443"/>
                  <a:pt x="4378" y="6698"/>
                  <a:pt x="7501" y="8666"/>
                </a:cubicBezTo>
                <a:cubicBezTo>
                  <a:pt x="6022" y="8133"/>
                  <a:pt x="4472" y="7865"/>
                  <a:pt x="2918" y="7865"/>
                </a:cubicBezTo>
                <a:cubicBezTo>
                  <a:pt x="1942" y="7865"/>
                  <a:pt x="964" y="7970"/>
                  <a:pt x="1" y="8182"/>
                </a:cubicBezTo>
                <a:cubicBezTo>
                  <a:pt x="1694" y="9854"/>
                  <a:pt x="3861" y="10954"/>
                  <a:pt x="6214" y="11339"/>
                </a:cubicBezTo>
                <a:cubicBezTo>
                  <a:pt x="6740" y="11424"/>
                  <a:pt x="7397" y="11507"/>
                  <a:pt x="8046" y="11507"/>
                </a:cubicBezTo>
                <a:cubicBezTo>
                  <a:pt x="9571" y="11507"/>
                  <a:pt x="11058" y="11053"/>
                  <a:pt x="10734" y="9117"/>
                </a:cubicBezTo>
                <a:cubicBezTo>
                  <a:pt x="10558" y="8083"/>
                  <a:pt x="9854" y="7226"/>
                  <a:pt x="9184" y="6412"/>
                </a:cubicBezTo>
                <a:cubicBezTo>
                  <a:pt x="8491" y="5565"/>
                  <a:pt x="7831" y="4685"/>
                  <a:pt x="7072" y="3894"/>
                </a:cubicBezTo>
                <a:cubicBezTo>
                  <a:pt x="5368" y="2112"/>
                  <a:pt x="3256" y="781"/>
                  <a:pt x="9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-819675" y="3809377"/>
            <a:ext cx="2174430" cy="2578098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6072165" y="-1220251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6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1002300" y="3786275"/>
            <a:ext cx="713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4" name="Google Shape;224;p28"/>
          <p:cNvSpPr/>
          <p:nvPr/>
        </p:nvSpPr>
        <p:spPr>
          <a:xfrm>
            <a:off x="0" y="0"/>
            <a:ext cx="9144018" cy="5141658"/>
          </a:xfrm>
          <a:custGeom>
            <a:rect b="b" l="l" r="r" t="t"/>
            <a:pathLst>
              <a:path extrusionOk="0" h="132389" w="235443">
                <a:moveTo>
                  <a:pt x="222207" y="3903"/>
                </a:moveTo>
                <a:cubicBezTo>
                  <a:pt x="227377" y="3903"/>
                  <a:pt x="231572" y="8098"/>
                  <a:pt x="231572" y="13236"/>
                </a:cubicBezTo>
                <a:lnTo>
                  <a:pt x="231540" y="119088"/>
                </a:lnTo>
                <a:cubicBezTo>
                  <a:pt x="231540" y="124258"/>
                  <a:pt x="227377" y="128453"/>
                  <a:pt x="222207" y="128453"/>
                </a:cubicBezTo>
                <a:lnTo>
                  <a:pt x="13236" y="128453"/>
                </a:lnTo>
                <a:cubicBezTo>
                  <a:pt x="8065" y="128453"/>
                  <a:pt x="3902" y="124258"/>
                  <a:pt x="3902" y="119088"/>
                </a:cubicBezTo>
                <a:lnTo>
                  <a:pt x="3902" y="13236"/>
                </a:lnTo>
                <a:cubicBezTo>
                  <a:pt x="3902" y="8098"/>
                  <a:pt x="8065" y="3903"/>
                  <a:pt x="13236" y="3903"/>
                </a:cubicBezTo>
                <a:close/>
                <a:moveTo>
                  <a:pt x="0" y="1"/>
                </a:moveTo>
                <a:lnTo>
                  <a:pt x="0" y="132388"/>
                </a:lnTo>
                <a:lnTo>
                  <a:pt x="235442" y="132388"/>
                </a:lnTo>
                <a:lnTo>
                  <a:pt x="23544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7950047" y="1875850"/>
            <a:ext cx="1801009" cy="1656466"/>
          </a:xfrm>
          <a:custGeom>
            <a:rect b="b" l="l" r="r" t="t"/>
            <a:pathLst>
              <a:path extrusionOk="0" h="28352" w="30826">
                <a:moveTo>
                  <a:pt x="17871" y="1"/>
                </a:moveTo>
                <a:lnTo>
                  <a:pt x="14616" y="9304"/>
                </a:lnTo>
                <a:lnTo>
                  <a:pt x="7489" y="3641"/>
                </a:lnTo>
                <a:lnTo>
                  <a:pt x="7489" y="3641"/>
                </a:lnTo>
                <a:lnTo>
                  <a:pt x="9744" y="12086"/>
                </a:lnTo>
                <a:lnTo>
                  <a:pt x="0" y="14055"/>
                </a:lnTo>
                <a:lnTo>
                  <a:pt x="10800" y="16628"/>
                </a:lnTo>
                <a:lnTo>
                  <a:pt x="8479" y="28351"/>
                </a:lnTo>
                <a:lnTo>
                  <a:pt x="14792" y="18982"/>
                </a:lnTo>
                <a:lnTo>
                  <a:pt x="21753" y="27207"/>
                </a:lnTo>
                <a:lnTo>
                  <a:pt x="19718" y="16320"/>
                </a:lnTo>
                <a:lnTo>
                  <a:pt x="30825" y="10041"/>
                </a:lnTo>
                <a:lnTo>
                  <a:pt x="18816" y="11350"/>
                </a:lnTo>
                <a:lnTo>
                  <a:pt x="178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/>
          <p:nvPr/>
        </p:nvSpPr>
        <p:spPr>
          <a:xfrm rot="-4300814">
            <a:off x="7919316" y="-726759"/>
            <a:ext cx="1681550" cy="2359393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9"/>
          <p:cNvSpPr txBox="1"/>
          <p:nvPr>
            <p:ph hasCustomPrompt="1" type="title"/>
          </p:nvPr>
        </p:nvSpPr>
        <p:spPr>
          <a:xfrm>
            <a:off x="1984350" y="1222250"/>
            <a:ext cx="5175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230" name="Google Shape;230;p29"/>
          <p:cNvSpPr txBox="1"/>
          <p:nvPr>
            <p:ph idx="1" type="subTitle"/>
          </p:nvPr>
        </p:nvSpPr>
        <p:spPr>
          <a:xfrm>
            <a:off x="1984350" y="3161750"/>
            <a:ext cx="517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7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1"/>
          <p:cNvSpPr txBox="1"/>
          <p:nvPr>
            <p:ph type="title"/>
          </p:nvPr>
        </p:nvSpPr>
        <p:spPr>
          <a:xfrm>
            <a:off x="713225" y="419475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35" name="Google Shape;235;p31"/>
          <p:cNvSpPr txBox="1"/>
          <p:nvPr>
            <p:ph idx="1" type="subTitle"/>
          </p:nvPr>
        </p:nvSpPr>
        <p:spPr>
          <a:xfrm>
            <a:off x="2029175" y="2080260"/>
            <a:ext cx="234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31"/>
          <p:cNvSpPr txBox="1"/>
          <p:nvPr>
            <p:ph idx="2" type="subTitle"/>
          </p:nvPr>
        </p:nvSpPr>
        <p:spPr>
          <a:xfrm>
            <a:off x="2029175" y="1569007"/>
            <a:ext cx="2349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237" name="Google Shape;237;p31"/>
          <p:cNvSpPr txBox="1"/>
          <p:nvPr>
            <p:ph idx="3" type="title"/>
          </p:nvPr>
        </p:nvSpPr>
        <p:spPr>
          <a:xfrm>
            <a:off x="1111925" y="1842600"/>
            <a:ext cx="7992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3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238" name="Google Shape;238;p31"/>
          <p:cNvSpPr txBox="1"/>
          <p:nvPr>
            <p:ph idx="4" type="subTitle"/>
          </p:nvPr>
        </p:nvSpPr>
        <p:spPr>
          <a:xfrm>
            <a:off x="2029175" y="3688135"/>
            <a:ext cx="234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1"/>
          <p:cNvSpPr txBox="1"/>
          <p:nvPr>
            <p:ph idx="5" type="subTitle"/>
          </p:nvPr>
        </p:nvSpPr>
        <p:spPr>
          <a:xfrm>
            <a:off x="2029175" y="3176882"/>
            <a:ext cx="2349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240" name="Google Shape;240;p31"/>
          <p:cNvSpPr txBox="1"/>
          <p:nvPr>
            <p:ph idx="6" type="title"/>
          </p:nvPr>
        </p:nvSpPr>
        <p:spPr>
          <a:xfrm>
            <a:off x="1111900" y="3450179"/>
            <a:ext cx="7992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3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241" name="Google Shape;241;p31"/>
          <p:cNvSpPr txBox="1"/>
          <p:nvPr>
            <p:ph idx="7" type="subTitle"/>
          </p:nvPr>
        </p:nvSpPr>
        <p:spPr>
          <a:xfrm>
            <a:off x="5868588" y="2080260"/>
            <a:ext cx="234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1"/>
          <p:cNvSpPr txBox="1"/>
          <p:nvPr>
            <p:ph idx="8" type="subTitle"/>
          </p:nvPr>
        </p:nvSpPr>
        <p:spPr>
          <a:xfrm>
            <a:off x="5868588" y="1569007"/>
            <a:ext cx="2349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9" type="title"/>
          </p:nvPr>
        </p:nvSpPr>
        <p:spPr>
          <a:xfrm>
            <a:off x="4951350" y="1842600"/>
            <a:ext cx="7992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3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244" name="Google Shape;244;p31"/>
          <p:cNvSpPr txBox="1"/>
          <p:nvPr>
            <p:ph idx="13" type="subTitle"/>
          </p:nvPr>
        </p:nvSpPr>
        <p:spPr>
          <a:xfrm>
            <a:off x="5868588" y="3688135"/>
            <a:ext cx="234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1"/>
          <p:cNvSpPr txBox="1"/>
          <p:nvPr>
            <p:ph idx="14" type="subTitle"/>
          </p:nvPr>
        </p:nvSpPr>
        <p:spPr>
          <a:xfrm>
            <a:off x="5868588" y="3176882"/>
            <a:ext cx="2349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5" type="title"/>
          </p:nvPr>
        </p:nvSpPr>
        <p:spPr>
          <a:xfrm>
            <a:off x="4951350" y="3450180"/>
            <a:ext cx="7992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3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grpSp>
        <p:nvGrpSpPr>
          <p:cNvPr id="247" name="Google Shape;247;p31"/>
          <p:cNvGrpSpPr/>
          <p:nvPr/>
        </p:nvGrpSpPr>
        <p:grpSpPr>
          <a:xfrm>
            <a:off x="-683400" y="4100137"/>
            <a:ext cx="1677215" cy="1743571"/>
            <a:chOff x="-683400" y="4100137"/>
            <a:chExt cx="1677215" cy="1743571"/>
          </a:xfrm>
        </p:grpSpPr>
        <p:sp>
          <p:nvSpPr>
            <p:cNvPr id="248" name="Google Shape;248;p31"/>
            <p:cNvSpPr/>
            <p:nvPr/>
          </p:nvSpPr>
          <p:spPr>
            <a:xfrm>
              <a:off x="-683400" y="4100137"/>
              <a:ext cx="1677215" cy="1743571"/>
            </a:xfrm>
            <a:custGeom>
              <a:rect b="b" l="l" r="r" t="t"/>
              <a:pathLst>
                <a:path extrusionOk="0" h="23838" w="22930">
                  <a:moveTo>
                    <a:pt x="10033" y="3552"/>
                  </a:moveTo>
                  <a:cubicBezTo>
                    <a:pt x="10394" y="3552"/>
                    <a:pt x="10754" y="3595"/>
                    <a:pt x="11107" y="3687"/>
                  </a:cubicBezTo>
                  <a:cubicBezTo>
                    <a:pt x="12042" y="3940"/>
                    <a:pt x="12856" y="4501"/>
                    <a:pt x="13648" y="5050"/>
                  </a:cubicBezTo>
                  <a:cubicBezTo>
                    <a:pt x="15396" y="6282"/>
                    <a:pt x="17222" y="7569"/>
                    <a:pt x="18256" y="9438"/>
                  </a:cubicBezTo>
                  <a:cubicBezTo>
                    <a:pt x="19245" y="11220"/>
                    <a:pt x="19432" y="13342"/>
                    <a:pt x="18772" y="15267"/>
                  </a:cubicBezTo>
                  <a:cubicBezTo>
                    <a:pt x="17627" y="18557"/>
                    <a:pt x="14545" y="20421"/>
                    <a:pt x="11445" y="20421"/>
                  </a:cubicBezTo>
                  <a:cubicBezTo>
                    <a:pt x="9396" y="20421"/>
                    <a:pt x="7339" y="19606"/>
                    <a:pt x="5829" y="17851"/>
                  </a:cubicBezTo>
                  <a:cubicBezTo>
                    <a:pt x="3618" y="15267"/>
                    <a:pt x="3211" y="11418"/>
                    <a:pt x="4399" y="8229"/>
                  </a:cubicBezTo>
                  <a:cubicBezTo>
                    <a:pt x="4916" y="6843"/>
                    <a:pt x="5741" y="5534"/>
                    <a:pt x="6917" y="4643"/>
                  </a:cubicBezTo>
                  <a:cubicBezTo>
                    <a:pt x="7814" y="3963"/>
                    <a:pt x="8923" y="3552"/>
                    <a:pt x="10033" y="3552"/>
                  </a:cubicBezTo>
                  <a:close/>
                  <a:moveTo>
                    <a:pt x="9654" y="0"/>
                  </a:moveTo>
                  <a:cubicBezTo>
                    <a:pt x="8089" y="0"/>
                    <a:pt x="6510" y="586"/>
                    <a:pt x="5246" y="1542"/>
                  </a:cubicBezTo>
                  <a:cubicBezTo>
                    <a:pt x="3574" y="2807"/>
                    <a:pt x="2420" y="4643"/>
                    <a:pt x="1683" y="6601"/>
                  </a:cubicBezTo>
                  <a:cubicBezTo>
                    <a:pt x="0" y="11110"/>
                    <a:pt x="572" y="16553"/>
                    <a:pt x="3706" y="20204"/>
                  </a:cubicBezTo>
                  <a:cubicBezTo>
                    <a:pt x="5838" y="22686"/>
                    <a:pt x="8743" y="23837"/>
                    <a:pt x="11638" y="23837"/>
                  </a:cubicBezTo>
                  <a:cubicBezTo>
                    <a:pt x="16017" y="23837"/>
                    <a:pt x="20373" y="21205"/>
                    <a:pt x="21995" y="16564"/>
                  </a:cubicBezTo>
                  <a:cubicBezTo>
                    <a:pt x="22929" y="13837"/>
                    <a:pt x="22665" y="10835"/>
                    <a:pt x="21269" y="8317"/>
                  </a:cubicBezTo>
                  <a:cubicBezTo>
                    <a:pt x="19795" y="5677"/>
                    <a:pt x="17222" y="3852"/>
                    <a:pt x="14747" y="2114"/>
                  </a:cubicBezTo>
                  <a:cubicBezTo>
                    <a:pt x="13626" y="1333"/>
                    <a:pt x="12471" y="542"/>
                    <a:pt x="11151" y="190"/>
                  </a:cubicBezTo>
                  <a:cubicBezTo>
                    <a:pt x="10661" y="61"/>
                    <a:pt x="10158" y="0"/>
                    <a:pt x="96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-82530" y="4793885"/>
              <a:ext cx="477856" cy="503586"/>
            </a:xfrm>
            <a:custGeom>
              <a:rect b="b" l="l" r="r" t="t"/>
              <a:pathLst>
                <a:path extrusionOk="0" h="6885" w="6533">
                  <a:moveTo>
                    <a:pt x="2915" y="0"/>
                  </a:moveTo>
                  <a:cubicBezTo>
                    <a:pt x="2553" y="0"/>
                    <a:pt x="2193" y="69"/>
                    <a:pt x="1859" y="217"/>
                  </a:cubicBezTo>
                  <a:cubicBezTo>
                    <a:pt x="583" y="800"/>
                    <a:pt x="0" y="2439"/>
                    <a:pt x="363" y="3791"/>
                  </a:cubicBezTo>
                  <a:cubicBezTo>
                    <a:pt x="748" y="5216"/>
                    <a:pt x="2466" y="6885"/>
                    <a:pt x="3966" y="6885"/>
                  </a:cubicBezTo>
                  <a:cubicBezTo>
                    <a:pt x="4654" y="6885"/>
                    <a:pt x="5295" y="6534"/>
                    <a:pt x="5741" y="5650"/>
                  </a:cubicBezTo>
                  <a:cubicBezTo>
                    <a:pt x="6532" y="4088"/>
                    <a:pt x="6324" y="2065"/>
                    <a:pt x="5026" y="844"/>
                  </a:cubicBezTo>
                  <a:cubicBezTo>
                    <a:pt x="4465" y="313"/>
                    <a:pt x="3685" y="0"/>
                    <a:pt x="29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31"/>
          <p:cNvGrpSpPr/>
          <p:nvPr/>
        </p:nvGrpSpPr>
        <p:grpSpPr>
          <a:xfrm rot="5015906">
            <a:off x="101199" y="1413658"/>
            <a:ext cx="759484" cy="520416"/>
            <a:chOff x="15093307" y="1257889"/>
            <a:chExt cx="759458" cy="520397"/>
          </a:xfrm>
        </p:grpSpPr>
        <p:sp>
          <p:nvSpPr>
            <p:cNvPr id="251" name="Google Shape;251;p31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15093307" y="1519199"/>
              <a:ext cx="68142" cy="63823"/>
            </a:xfrm>
            <a:custGeom>
              <a:rect b="b" l="l" r="r" t="t"/>
              <a:pathLst>
                <a:path extrusionOk="0" h="1463" w="1562">
                  <a:moveTo>
                    <a:pt x="698" y="1"/>
                  </a:moveTo>
                  <a:cubicBezTo>
                    <a:pt x="513" y="1"/>
                    <a:pt x="331" y="75"/>
                    <a:pt x="198" y="215"/>
                  </a:cubicBezTo>
                  <a:cubicBezTo>
                    <a:pt x="0" y="490"/>
                    <a:pt x="11" y="864"/>
                    <a:pt x="231" y="1117"/>
                  </a:cubicBezTo>
                  <a:cubicBezTo>
                    <a:pt x="396" y="1310"/>
                    <a:pt x="735" y="1462"/>
                    <a:pt x="1026" y="1462"/>
                  </a:cubicBezTo>
                  <a:cubicBezTo>
                    <a:pt x="1298" y="1462"/>
                    <a:pt x="1529" y="1330"/>
                    <a:pt x="1540" y="974"/>
                  </a:cubicBezTo>
                  <a:cubicBezTo>
                    <a:pt x="1562" y="567"/>
                    <a:pt x="1309" y="182"/>
                    <a:pt x="924" y="39"/>
                  </a:cubicBezTo>
                  <a:cubicBezTo>
                    <a:pt x="850" y="13"/>
                    <a:pt x="774" y="1"/>
                    <a:pt x="6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p31"/>
          <p:cNvSpPr/>
          <p:nvPr/>
        </p:nvSpPr>
        <p:spPr>
          <a:xfrm flipH="1" rot="-1445643">
            <a:off x="8306865" y="3769783"/>
            <a:ext cx="1866068" cy="2212492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" name="Google Shape;265;p31"/>
          <p:cNvGrpSpPr/>
          <p:nvPr/>
        </p:nvGrpSpPr>
        <p:grpSpPr>
          <a:xfrm rot="-2700000">
            <a:off x="8259503" y="3216829"/>
            <a:ext cx="595381" cy="520392"/>
            <a:chOff x="15257378" y="1257889"/>
            <a:chExt cx="595387" cy="520397"/>
          </a:xfrm>
        </p:grpSpPr>
        <p:sp>
          <p:nvSpPr>
            <p:cNvPr id="266" name="Google Shape;266;p31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2"/>
          <p:cNvSpPr txBox="1"/>
          <p:nvPr>
            <p:ph type="title"/>
          </p:nvPr>
        </p:nvSpPr>
        <p:spPr>
          <a:xfrm>
            <a:off x="1272450" y="3612949"/>
            <a:ext cx="65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1" name="Google Shape;281;p32"/>
          <p:cNvSpPr txBox="1"/>
          <p:nvPr>
            <p:ph idx="1" type="subTitle"/>
          </p:nvPr>
        </p:nvSpPr>
        <p:spPr>
          <a:xfrm>
            <a:off x="1272450" y="2251350"/>
            <a:ext cx="659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82" name="Google Shape;282;p32"/>
          <p:cNvSpPr/>
          <p:nvPr/>
        </p:nvSpPr>
        <p:spPr>
          <a:xfrm>
            <a:off x="5715052" y="-1276614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2"/>
          <p:cNvSpPr/>
          <p:nvPr/>
        </p:nvSpPr>
        <p:spPr>
          <a:xfrm flipH="1" rot="-1800030">
            <a:off x="-561594" y="3428879"/>
            <a:ext cx="1681545" cy="2359386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7" name="Google Shape;287;p33"/>
          <p:cNvSpPr txBox="1"/>
          <p:nvPr>
            <p:ph idx="1" type="subTitle"/>
          </p:nvPr>
        </p:nvSpPr>
        <p:spPr>
          <a:xfrm>
            <a:off x="1252613" y="3349726"/>
            <a:ext cx="2861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3"/>
          <p:cNvSpPr txBox="1"/>
          <p:nvPr>
            <p:ph idx="2" type="title"/>
          </p:nvPr>
        </p:nvSpPr>
        <p:spPr>
          <a:xfrm>
            <a:off x="1252613" y="1392463"/>
            <a:ext cx="2861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89" name="Google Shape;289;p33"/>
          <p:cNvSpPr txBox="1"/>
          <p:nvPr>
            <p:ph idx="3" type="subTitle"/>
          </p:nvPr>
        </p:nvSpPr>
        <p:spPr>
          <a:xfrm>
            <a:off x="1252613" y="2844149"/>
            <a:ext cx="286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290" name="Google Shape;290;p33"/>
          <p:cNvSpPr txBox="1"/>
          <p:nvPr>
            <p:ph idx="4" type="subTitle"/>
          </p:nvPr>
        </p:nvSpPr>
        <p:spPr>
          <a:xfrm>
            <a:off x="5029688" y="3349738"/>
            <a:ext cx="2861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3"/>
          <p:cNvSpPr txBox="1"/>
          <p:nvPr>
            <p:ph idx="5" type="title"/>
          </p:nvPr>
        </p:nvSpPr>
        <p:spPr>
          <a:xfrm>
            <a:off x="5029688" y="1392475"/>
            <a:ext cx="2861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92" name="Google Shape;292;p33"/>
          <p:cNvSpPr txBox="1"/>
          <p:nvPr>
            <p:ph idx="6" type="subTitle"/>
          </p:nvPr>
        </p:nvSpPr>
        <p:spPr>
          <a:xfrm>
            <a:off x="5029688" y="2844162"/>
            <a:ext cx="286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293" name="Google Shape;293;p33"/>
          <p:cNvSpPr/>
          <p:nvPr/>
        </p:nvSpPr>
        <p:spPr>
          <a:xfrm flipH="1" rot="10800000">
            <a:off x="60954" y="59423"/>
            <a:ext cx="477856" cy="503586"/>
          </a:xfrm>
          <a:custGeom>
            <a:rect b="b" l="l" r="r" t="t"/>
            <a:pathLst>
              <a:path extrusionOk="0" h="6885" w="6533">
                <a:moveTo>
                  <a:pt x="2915" y="0"/>
                </a:moveTo>
                <a:cubicBezTo>
                  <a:pt x="2553" y="0"/>
                  <a:pt x="2193" y="69"/>
                  <a:pt x="1859" y="217"/>
                </a:cubicBezTo>
                <a:cubicBezTo>
                  <a:pt x="583" y="800"/>
                  <a:pt x="0" y="2439"/>
                  <a:pt x="363" y="3791"/>
                </a:cubicBezTo>
                <a:cubicBezTo>
                  <a:pt x="748" y="5216"/>
                  <a:pt x="2466" y="6885"/>
                  <a:pt x="3966" y="6885"/>
                </a:cubicBezTo>
                <a:cubicBezTo>
                  <a:pt x="4654" y="6885"/>
                  <a:pt x="5295" y="6534"/>
                  <a:pt x="5741" y="5650"/>
                </a:cubicBezTo>
                <a:cubicBezTo>
                  <a:pt x="6532" y="4088"/>
                  <a:pt x="6324" y="2065"/>
                  <a:pt x="5026" y="844"/>
                </a:cubicBezTo>
                <a:cubicBezTo>
                  <a:pt x="4465" y="313"/>
                  <a:pt x="3685" y="0"/>
                  <a:pt x="291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33"/>
          <p:cNvGrpSpPr/>
          <p:nvPr/>
        </p:nvGrpSpPr>
        <p:grpSpPr>
          <a:xfrm flipH="1" rot="5784094">
            <a:off x="244683" y="3422821"/>
            <a:ext cx="759484" cy="520416"/>
            <a:chOff x="15093307" y="1257889"/>
            <a:chExt cx="759458" cy="520397"/>
          </a:xfrm>
        </p:grpSpPr>
        <p:sp>
          <p:nvSpPr>
            <p:cNvPr id="295" name="Google Shape;295;p33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3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3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3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3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3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3"/>
            <p:cNvSpPr/>
            <p:nvPr/>
          </p:nvSpPr>
          <p:spPr>
            <a:xfrm>
              <a:off x="15093307" y="1519199"/>
              <a:ext cx="68142" cy="63823"/>
            </a:xfrm>
            <a:custGeom>
              <a:rect b="b" l="l" r="r" t="t"/>
              <a:pathLst>
                <a:path extrusionOk="0" h="1463" w="1562">
                  <a:moveTo>
                    <a:pt x="698" y="1"/>
                  </a:moveTo>
                  <a:cubicBezTo>
                    <a:pt x="513" y="1"/>
                    <a:pt x="331" y="75"/>
                    <a:pt x="198" y="215"/>
                  </a:cubicBezTo>
                  <a:cubicBezTo>
                    <a:pt x="0" y="490"/>
                    <a:pt x="11" y="864"/>
                    <a:pt x="231" y="1117"/>
                  </a:cubicBezTo>
                  <a:cubicBezTo>
                    <a:pt x="396" y="1310"/>
                    <a:pt x="735" y="1462"/>
                    <a:pt x="1026" y="1462"/>
                  </a:cubicBezTo>
                  <a:cubicBezTo>
                    <a:pt x="1298" y="1462"/>
                    <a:pt x="1529" y="1330"/>
                    <a:pt x="1540" y="974"/>
                  </a:cubicBezTo>
                  <a:cubicBezTo>
                    <a:pt x="1562" y="567"/>
                    <a:pt x="1309" y="182"/>
                    <a:pt x="924" y="39"/>
                  </a:cubicBezTo>
                  <a:cubicBezTo>
                    <a:pt x="850" y="13"/>
                    <a:pt x="774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3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3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3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3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3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" name="Google Shape;308;p33"/>
          <p:cNvSpPr/>
          <p:nvPr/>
        </p:nvSpPr>
        <p:spPr>
          <a:xfrm rot="10516327">
            <a:off x="8185574" y="-625386"/>
            <a:ext cx="1866073" cy="2212501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9" name="Google Shape;309;p33"/>
          <p:cNvGrpSpPr/>
          <p:nvPr/>
        </p:nvGrpSpPr>
        <p:grpSpPr>
          <a:xfrm flipH="1" rot="-8100000">
            <a:off x="8297837" y="1619674"/>
            <a:ext cx="595381" cy="520392"/>
            <a:chOff x="15257378" y="1257889"/>
            <a:chExt cx="595387" cy="520397"/>
          </a:xfrm>
        </p:grpSpPr>
        <p:sp>
          <p:nvSpPr>
            <p:cNvPr id="310" name="Google Shape;310;p33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3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3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3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3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3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3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3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3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3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3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3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_1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4"/>
          <p:cNvSpPr txBox="1"/>
          <p:nvPr>
            <p:ph idx="1" type="subTitle"/>
          </p:nvPr>
        </p:nvSpPr>
        <p:spPr>
          <a:xfrm>
            <a:off x="2242800" y="1337775"/>
            <a:ext cx="46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34"/>
          <p:cNvSpPr txBox="1"/>
          <p:nvPr>
            <p:ph type="title"/>
          </p:nvPr>
        </p:nvSpPr>
        <p:spPr>
          <a:xfrm>
            <a:off x="2242800" y="472625"/>
            <a:ext cx="4658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26" name="Google Shape;326;p34"/>
          <p:cNvSpPr txBox="1"/>
          <p:nvPr>
            <p:ph idx="2" type="subTitle"/>
          </p:nvPr>
        </p:nvSpPr>
        <p:spPr>
          <a:xfrm>
            <a:off x="2242800" y="4147525"/>
            <a:ext cx="46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34"/>
          <p:cNvSpPr txBox="1"/>
          <p:nvPr>
            <p:ph idx="3" type="title"/>
          </p:nvPr>
        </p:nvSpPr>
        <p:spPr>
          <a:xfrm>
            <a:off x="2242800" y="3282375"/>
            <a:ext cx="4658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28" name="Google Shape;328;p34"/>
          <p:cNvSpPr txBox="1"/>
          <p:nvPr>
            <p:ph idx="4" type="subTitle"/>
          </p:nvPr>
        </p:nvSpPr>
        <p:spPr>
          <a:xfrm>
            <a:off x="2242800" y="2742650"/>
            <a:ext cx="46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4"/>
          <p:cNvSpPr txBox="1"/>
          <p:nvPr>
            <p:ph idx="5" type="title"/>
          </p:nvPr>
        </p:nvSpPr>
        <p:spPr>
          <a:xfrm>
            <a:off x="2242800" y="1877500"/>
            <a:ext cx="4658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30" name="Google Shape;330;p34"/>
          <p:cNvSpPr/>
          <p:nvPr/>
        </p:nvSpPr>
        <p:spPr>
          <a:xfrm flipH="1" rot="-537060">
            <a:off x="-151415" y="3948539"/>
            <a:ext cx="1344806" cy="1886906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4"/>
          <p:cNvSpPr/>
          <p:nvPr/>
        </p:nvSpPr>
        <p:spPr>
          <a:xfrm rot="-1140826">
            <a:off x="7423858" y="3315437"/>
            <a:ext cx="2663515" cy="2918982"/>
          </a:xfrm>
          <a:custGeom>
            <a:rect b="b" l="l" r="r" t="t"/>
            <a:pathLst>
              <a:path extrusionOk="0" h="24189" w="22072">
                <a:moveTo>
                  <a:pt x="16469" y="3354"/>
                </a:moveTo>
                <a:cubicBezTo>
                  <a:pt x="16617" y="3354"/>
                  <a:pt x="16766" y="3368"/>
                  <a:pt x="16914" y="3398"/>
                </a:cubicBezTo>
                <a:cubicBezTo>
                  <a:pt x="18354" y="3684"/>
                  <a:pt x="19135" y="5268"/>
                  <a:pt x="19366" y="6720"/>
                </a:cubicBezTo>
                <a:cubicBezTo>
                  <a:pt x="20070" y="11118"/>
                  <a:pt x="17607" y="17497"/>
                  <a:pt x="14461" y="20609"/>
                </a:cubicBezTo>
                <a:cubicBezTo>
                  <a:pt x="13267" y="21797"/>
                  <a:pt x="10170" y="22692"/>
                  <a:pt x="7476" y="22692"/>
                </a:cubicBezTo>
                <a:cubicBezTo>
                  <a:pt x="5682" y="22692"/>
                  <a:pt x="4066" y="22295"/>
                  <a:pt x="3310" y="21324"/>
                </a:cubicBezTo>
                <a:cubicBezTo>
                  <a:pt x="2430" y="20180"/>
                  <a:pt x="3024" y="18442"/>
                  <a:pt x="4080" y="17442"/>
                </a:cubicBezTo>
                <a:cubicBezTo>
                  <a:pt x="5125" y="16452"/>
                  <a:pt x="6532" y="15924"/>
                  <a:pt x="7698" y="15055"/>
                </a:cubicBezTo>
                <a:cubicBezTo>
                  <a:pt x="10370" y="13076"/>
                  <a:pt x="11481" y="9689"/>
                  <a:pt x="12867" y="6654"/>
                </a:cubicBezTo>
                <a:cubicBezTo>
                  <a:pt x="13252" y="5807"/>
                  <a:pt x="13692" y="4949"/>
                  <a:pt x="14362" y="4289"/>
                </a:cubicBezTo>
                <a:cubicBezTo>
                  <a:pt x="14926" y="3744"/>
                  <a:pt x="15691" y="3354"/>
                  <a:pt x="16469" y="3354"/>
                </a:cubicBezTo>
                <a:close/>
                <a:moveTo>
                  <a:pt x="17568" y="1"/>
                </a:moveTo>
                <a:cubicBezTo>
                  <a:pt x="16594" y="1"/>
                  <a:pt x="15635" y="484"/>
                  <a:pt x="14923" y="1177"/>
                </a:cubicBezTo>
                <a:cubicBezTo>
                  <a:pt x="14087" y="2002"/>
                  <a:pt x="13538" y="3068"/>
                  <a:pt x="13054" y="4135"/>
                </a:cubicBezTo>
                <a:cubicBezTo>
                  <a:pt x="11327" y="7929"/>
                  <a:pt x="9931" y="12174"/>
                  <a:pt x="6587" y="14648"/>
                </a:cubicBezTo>
                <a:cubicBezTo>
                  <a:pt x="5125" y="15726"/>
                  <a:pt x="3376" y="16386"/>
                  <a:pt x="2057" y="17640"/>
                </a:cubicBezTo>
                <a:cubicBezTo>
                  <a:pt x="737" y="18882"/>
                  <a:pt x="0" y="21060"/>
                  <a:pt x="1100" y="22478"/>
                </a:cubicBezTo>
                <a:cubicBezTo>
                  <a:pt x="2046" y="23692"/>
                  <a:pt x="4068" y="24189"/>
                  <a:pt x="6314" y="24189"/>
                </a:cubicBezTo>
                <a:cubicBezTo>
                  <a:pt x="9682" y="24189"/>
                  <a:pt x="13553" y="23072"/>
                  <a:pt x="15044" y="21588"/>
                </a:cubicBezTo>
                <a:cubicBezTo>
                  <a:pt x="18981" y="17684"/>
                  <a:pt x="22071" y="9711"/>
                  <a:pt x="21192" y="4212"/>
                </a:cubicBezTo>
                <a:cubicBezTo>
                  <a:pt x="20906" y="2398"/>
                  <a:pt x="19927" y="407"/>
                  <a:pt x="18123" y="55"/>
                </a:cubicBezTo>
                <a:cubicBezTo>
                  <a:pt x="17939" y="18"/>
                  <a:pt x="17753" y="1"/>
                  <a:pt x="17568" y="1"/>
                </a:cubicBezTo>
                <a:close/>
              </a:path>
            </a:pathLst>
          </a:custGeom>
          <a:solidFill>
            <a:schemeClr val="accent2"/>
          </a:soli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5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5"/>
          <p:cNvSpPr txBox="1"/>
          <p:nvPr>
            <p:ph type="title"/>
          </p:nvPr>
        </p:nvSpPr>
        <p:spPr>
          <a:xfrm>
            <a:off x="2521200" y="1122250"/>
            <a:ext cx="4101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335" name="Google Shape;335;p35"/>
          <p:cNvSpPr txBox="1"/>
          <p:nvPr>
            <p:ph idx="1" type="subTitle"/>
          </p:nvPr>
        </p:nvSpPr>
        <p:spPr>
          <a:xfrm>
            <a:off x="2521200" y="2725400"/>
            <a:ext cx="4101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7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336" name="Google Shape;336;p35"/>
          <p:cNvSpPr/>
          <p:nvPr/>
        </p:nvSpPr>
        <p:spPr>
          <a:xfrm flipH="1">
            <a:off x="7665910" y="-1142958"/>
            <a:ext cx="1343915" cy="2593610"/>
          </a:xfrm>
          <a:custGeom>
            <a:rect b="b" l="l" r="r" t="t"/>
            <a:pathLst>
              <a:path extrusionOk="0" h="27506" w="14253">
                <a:moveTo>
                  <a:pt x="8957" y="1973"/>
                </a:moveTo>
                <a:cubicBezTo>
                  <a:pt x="9571" y="1973"/>
                  <a:pt x="10102" y="2181"/>
                  <a:pt x="10272" y="2815"/>
                </a:cubicBezTo>
                <a:cubicBezTo>
                  <a:pt x="10536" y="3815"/>
                  <a:pt x="8765" y="4871"/>
                  <a:pt x="8325" y="5685"/>
                </a:cubicBezTo>
                <a:cubicBezTo>
                  <a:pt x="7610" y="7027"/>
                  <a:pt x="7313" y="8764"/>
                  <a:pt x="7500" y="10381"/>
                </a:cubicBezTo>
                <a:cubicBezTo>
                  <a:pt x="7731" y="12261"/>
                  <a:pt x="8512" y="13933"/>
                  <a:pt x="9238" y="15571"/>
                </a:cubicBezTo>
                <a:cubicBezTo>
                  <a:pt x="9964" y="17221"/>
                  <a:pt x="10667" y="18958"/>
                  <a:pt x="10744" y="20861"/>
                </a:cubicBezTo>
                <a:cubicBezTo>
                  <a:pt x="10810" y="22763"/>
                  <a:pt x="10052" y="24842"/>
                  <a:pt x="8666" y="25392"/>
                </a:cubicBezTo>
                <a:cubicBezTo>
                  <a:pt x="8419" y="25490"/>
                  <a:pt x="8165" y="25535"/>
                  <a:pt x="7910" y="25535"/>
                </a:cubicBezTo>
                <a:cubicBezTo>
                  <a:pt x="7280" y="25535"/>
                  <a:pt x="6647" y="25258"/>
                  <a:pt x="6115" y="24820"/>
                </a:cubicBezTo>
                <a:cubicBezTo>
                  <a:pt x="5356" y="24204"/>
                  <a:pt x="4762" y="23280"/>
                  <a:pt x="4256" y="22324"/>
                </a:cubicBezTo>
                <a:cubicBezTo>
                  <a:pt x="2442" y="18914"/>
                  <a:pt x="1507" y="14714"/>
                  <a:pt x="1617" y="10557"/>
                </a:cubicBezTo>
                <a:cubicBezTo>
                  <a:pt x="1639" y="9567"/>
                  <a:pt x="1738" y="8544"/>
                  <a:pt x="2068" y="7653"/>
                </a:cubicBezTo>
                <a:cubicBezTo>
                  <a:pt x="2376" y="6807"/>
                  <a:pt x="2892" y="6114"/>
                  <a:pt x="3409" y="5476"/>
                </a:cubicBezTo>
                <a:cubicBezTo>
                  <a:pt x="4366" y="4310"/>
                  <a:pt x="5433" y="3233"/>
                  <a:pt x="6654" y="2595"/>
                </a:cubicBezTo>
                <a:cubicBezTo>
                  <a:pt x="7083" y="2377"/>
                  <a:pt x="8101" y="1973"/>
                  <a:pt x="8957" y="1973"/>
                </a:cubicBezTo>
                <a:close/>
                <a:moveTo>
                  <a:pt x="11422" y="0"/>
                </a:moveTo>
                <a:cubicBezTo>
                  <a:pt x="10109" y="0"/>
                  <a:pt x="8541" y="479"/>
                  <a:pt x="7885" y="736"/>
                </a:cubicBezTo>
                <a:cubicBezTo>
                  <a:pt x="6016" y="1473"/>
                  <a:pt x="4366" y="2727"/>
                  <a:pt x="2914" y="4090"/>
                </a:cubicBezTo>
                <a:cubicBezTo>
                  <a:pt x="2112" y="4838"/>
                  <a:pt x="1331" y="5641"/>
                  <a:pt x="847" y="6631"/>
                </a:cubicBezTo>
                <a:cubicBezTo>
                  <a:pt x="341" y="7675"/>
                  <a:pt x="198" y="8863"/>
                  <a:pt x="165" y="10029"/>
                </a:cubicBezTo>
                <a:cubicBezTo>
                  <a:pt x="0" y="14922"/>
                  <a:pt x="1419" y="19739"/>
                  <a:pt x="4212" y="23764"/>
                </a:cubicBezTo>
                <a:cubicBezTo>
                  <a:pt x="4993" y="24886"/>
                  <a:pt x="5895" y="25953"/>
                  <a:pt x="7049" y="26667"/>
                </a:cubicBezTo>
                <a:cubicBezTo>
                  <a:pt x="7871" y="27184"/>
                  <a:pt x="8848" y="27505"/>
                  <a:pt x="9811" y="27505"/>
                </a:cubicBezTo>
                <a:cubicBezTo>
                  <a:pt x="10202" y="27505"/>
                  <a:pt x="10590" y="27452"/>
                  <a:pt x="10964" y="27338"/>
                </a:cubicBezTo>
                <a:cubicBezTo>
                  <a:pt x="13087" y="26700"/>
                  <a:pt x="14253" y="24270"/>
                  <a:pt x="14154" y="22049"/>
                </a:cubicBezTo>
                <a:cubicBezTo>
                  <a:pt x="14044" y="19838"/>
                  <a:pt x="12955" y="17793"/>
                  <a:pt x="11844" y="15879"/>
                </a:cubicBezTo>
                <a:cubicBezTo>
                  <a:pt x="10733" y="13966"/>
                  <a:pt x="9546" y="12008"/>
                  <a:pt x="9183" y="9820"/>
                </a:cubicBezTo>
                <a:cubicBezTo>
                  <a:pt x="8897" y="7895"/>
                  <a:pt x="9348" y="5938"/>
                  <a:pt x="10448" y="4343"/>
                </a:cubicBezTo>
                <a:cubicBezTo>
                  <a:pt x="11118" y="3376"/>
                  <a:pt x="13835" y="2155"/>
                  <a:pt x="13417" y="978"/>
                </a:cubicBezTo>
                <a:cubicBezTo>
                  <a:pt x="13161" y="242"/>
                  <a:pt x="12356" y="0"/>
                  <a:pt x="11422" y="0"/>
                </a:cubicBezTo>
                <a:close/>
              </a:path>
            </a:pathLst>
          </a:cu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7" name="Google Shape;337;p35"/>
          <p:cNvGrpSpPr/>
          <p:nvPr/>
        </p:nvGrpSpPr>
        <p:grpSpPr>
          <a:xfrm flipH="1" rot="-3517648">
            <a:off x="6866341" y="375237"/>
            <a:ext cx="759457" cy="520397"/>
            <a:chOff x="15093307" y="1257889"/>
            <a:chExt cx="759458" cy="520397"/>
          </a:xfrm>
        </p:grpSpPr>
        <p:sp>
          <p:nvSpPr>
            <p:cNvPr id="338" name="Google Shape;338;p35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5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5"/>
            <p:cNvSpPr/>
            <p:nvPr/>
          </p:nvSpPr>
          <p:spPr>
            <a:xfrm>
              <a:off x="15093307" y="1519199"/>
              <a:ext cx="68142" cy="63823"/>
            </a:xfrm>
            <a:custGeom>
              <a:rect b="b" l="l" r="r" t="t"/>
              <a:pathLst>
                <a:path extrusionOk="0" h="1463" w="1562">
                  <a:moveTo>
                    <a:pt x="698" y="1"/>
                  </a:moveTo>
                  <a:cubicBezTo>
                    <a:pt x="513" y="1"/>
                    <a:pt x="331" y="75"/>
                    <a:pt x="198" y="215"/>
                  </a:cubicBezTo>
                  <a:cubicBezTo>
                    <a:pt x="0" y="490"/>
                    <a:pt x="11" y="864"/>
                    <a:pt x="231" y="1117"/>
                  </a:cubicBezTo>
                  <a:cubicBezTo>
                    <a:pt x="396" y="1310"/>
                    <a:pt x="735" y="1462"/>
                    <a:pt x="1026" y="1462"/>
                  </a:cubicBezTo>
                  <a:cubicBezTo>
                    <a:pt x="1298" y="1462"/>
                    <a:pt x="1529" y="1330"/>
                    <a:pt x="1540" y="974"/>
                  </a:cubicBezTo>
                  <a:cubicBezTo>
                    <a:pt x="1562" y="567"/>
                    <a:pt x="1309" y="182"/>
                    <a:pt x="924" y="39"/>
                  </a:cubicBezTo>
                  <a:cubicBezTo>
                    <a:pt x="850" y="13"/>
                    <a:pt x="774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5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5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5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5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5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" name="Google Shape;351;p35"/>
          <p:cNvGrpSpPr/>
          <p:nvPr/>
        </p:nvGrpSpPr>
        <p:grpSpPr>
          <a:xfrm flipH="1" rot="2700000">
            <a:off x="712153" y="3907891"/>
            <a:ext cx="595381" cy="520392"/>
            <a:chOff x="15257378" y="1257889"/>
            <a:chExt cx="595387" cy="520397"/>
          </a:xfrm>
        </p:grpSpPr>
        <p:sp>
          <p:nvSpPr>
            <p:cNvPr id="352" name="Google Shape;352;p35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5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5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5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5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5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5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5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5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5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5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5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p35"/>
          <p:cNvSpPr/>
          <p:nvPr/>
        </p:nvSpPr>
        <p:spPr>
          <a:xfrm rot="827898">
            <a:off x="-136185" y="2195019"/>
            <a:ext cx="1126768" cy="914863"/>
          </a:xfrm>
          <a:custGeom>
            <a:rect b="b" l="l" r="r" t="t"/>
            <a:pathLst>
              <a:path extrusionOk="0" h="15823" w="19488">
                <a:moveTo>
                  <a:pt x="18453" y="0"/>
                </a:moveTo>
                <a:lnTo>
                  <a:pt x="18453" y="0"/>
                </a:lnTo>
                <a:cubicBezTo>
                  <a:pt x="13615" y="1342"/>
                  <a:pt x="9216" y="3904"/>
                  <a:pt x="5664" y="7445"/>
                </a:cubicBezTo>
                <a:cubicBezTo>
                  <a:pt x="5356" y="5081"/>
                  <a:pt x="5059" y="2706"/>
                  <a:pt x="4751" y="330"/>
                </a:cubicBezTo>
                <a:cubicBezTo>
                  <a:pt x="2112" y="2739"/>
                  <a:pt x="0" y="7676"/>
                  <a:pt x="1540" y="11195"/>
                </a:cubicBezTo>
                <a:cubicBezTo>
                  <a:pt x="2807" y="14118"/>
                  <a:pt x="6161" y="15823"/>
                  <a:pt x="9279" y="15823"/>
                </a:cubicBezTo>
                <a:cubicBezTo>
                  <a:pt x="9704" y="15823"/>
                  <a:pt x="10125" y="15791"/>
                  <a:pt x="10535" y="15726"/>
                </a:cubicBezTo>
                <a:cubicBezTo>
                  <a:pt x="14131" y="15154"/>
                  <a:pt x="17178" y="12680"/>
                  <a:pt x="19487" y="9865"/>
                </a:cubicBezTo>
                <a:lnTo>
                  <a:pt x="19487" y="9865"/>
                </a:lnTo>
                <a:cubicBezTo>
                  <a:pt x="17154" y="10162"/>
                  <a:pt x="14808" y="10313"/>
                  <a:pt x="12458" y="10313"/>
                </a:cubicBezTo>
                <a:cubicBezTo>
                  <a:pt x="11850" y="10313"/>
                  <a:pt x="11242" y="10303"/>
                  <a:pt x="10634" y="10283"/>
                </a:cubicBezTo>
                <a:cubicBezTo>
                  <a:pt x="13406" y="6972"/>
                  <a:pt x="16012" y="3552"/>
                  <a:pt x="184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5"/>
          <p:cNvSpPr/>
          <p:nvPr/>
        </p:nvSpPr>
        <p:spPr>
          <a:xfrm flipH="1" rot="-537060">
            <a:off x="-327841" y="3948539"/>
            <a:ext cx="1344806" cy="1886906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6"/>
          <p:cNvSpPr txBox="1"/>
          <p:nvPr>
            <p:ph idx="1" type="body"/>
          </p:nvPr>
        </p:nvSpPr>
        <p:spPr>
          <a:xfrm>
            <a:off x="2526150" y="1467450"/>
            <a:ext cx="4091700" cy="22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ed Hat Display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/>
        </p:txBody>
      </p:sp>
      <p:sp>
        <p:nvSpPr>
          <p:cNvPr id="369" name="Google Shape;369;p36"/>
          <p:cNvSpPr txBox="1"/>
          <p:nvPr>
            <p:ph type="title"/>
          </p:nvPr>
        </p:nvSpPr>
        <p:spPr>
          <a:xfrm>
            <a:off x="713225" y="417200"/>
            <a:ext cx="771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0" name="Google Shape;370;p36"/>
          <p:cNvSpPr/>
          <p:nvPr/>
        </p:nvSpPr>
        <p:spPr>
          <a:xfrm rot="-10262940">
            <a:off x="-306728" y="-483036"/>
            <a:ext cx="1344806" cy="1886906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7"/>
          <p:cNvSpPr txBox="1"/>
          <p:nvPr>
            <p:ph type="title"/>
          </p:nvPr>
        </p:nvSpPr>
        <p:spPr>
          <a:xfrm>
            <a:off x="1041925" y="1165675"/>
            <a:ext cx="29070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subTitle"/>
          </p:nvPr>
        </p:nvSpPr>
        <p:spPr>
          <a:xfrm>
            <a:off x="1041925" y="2347673"/>
            <a:ext cx="29070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7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375" name="Google Shape;375;p37"/>
          <p:cNvSpPr/>
          <p:nvPr/>
        </p:nvSpPr>
        <p:spPr>
          <a:xfrm flipH="1" rot="10262940">
            <a:off x="8175334" y="-523389"/>
            <a:ext cx="1344806" cy="1886906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7"/>
          <p:cNvSpPr/>
          <p:nvPr/>
        </p:nvSpPr>
        <p:spPr>
          <a:xfrm rot="9659174">
            <a:off x="-718647" y="-922363"/>
            <a:ext cx="2663515" cy="2918982"/>
          </a:xfrm>
          <a:custGeom>
            <a:rect b="b" l="l" r="r" t="t"/>
            <a:pathLst>
              <a:path extrusionOk="0" h="24189" w="22072">
                <a:moveTo>
                  <a:pt x="16469" y="3354"/>
                </a:moveTo>
                <a:cubicBezTo>
                  <a:pt x="16617" y="3354"/>
                  <a:pt x="16766" y="3368"/>
                  <a:pt x="16914" y="3398"/>
                </a:cubicBezTo>
                <a:cubicBezTo>
                  <a:pt x="18354" y="3684"/>
                  <a:pt x="19135" y="5268"/>
                  <a:pt x="19366" y="6720"/>
                </a:cubicBezTo>
                <a:cubicBezTo>
                  <a:pt x="20070" y="11118"/>
                  <a:pt x="17607" y="17497"/>
                  <a:pt x="14461" y="20609"/>
                </a:cubicBezTo>
                <a:cubicBezTo>
                  <a:pt x="13267" y="21797"/>
                  <a:pt x="10170" y="22692"/>
                  <a:pt x="7476" y="22692"/>
                </a:cubicBezTo>
                <a:cubicBezTo>
                  <a:pt x="5682" y="22692"/>
                  <a:pt x="4066" y="22295"/>
                  <a:pt x="3310" y="21324"/>
                </a:cubicBezTo>
                <a:cubicBezTo>
                  <a:pt x="2430" y="20180"/>
                  <a:pt x="3024" y="18442"/>
                  <a:pt x="4080" y="17442"/>
                </a:cubicBezTo>
                <a:cubicBezTo>
                  <a:pt x="5125" y="16452"/>
                  <a:pt x="6532" y="15924"/>
                  <a:pt x="7698" y="15055"/>
                </a:cubicBezTo>
                <a:cubicBezTo>
                  <a:pt x="10370" y="13076"/>
                  <a:pt x="11481" y="9689"/>
                  <a:pt x="12867" y="6654"/>
                </a:cubicBezTo>
                <a:cubicBezTo>
                  <a:pt x="13252" y="5807"/>
                  <a:pt x="13692" y="4949"/>
                  <a:pt x="14362" y="4289"/>
                </a:cubicBezTo>
                <a:cubicBezTo>
                  <a:pt x="14926" y="3744"/>
                  <a:pt x="15691" y="3354"/>
                  <a:pt x="16469" y="3354"/>
                </a:cubicBezTo>
                <a:close/>
                <a:moveTo>
                  <a:pt x="17568" y="1"/>
                </a:moveTo>
                <a:cubicBezTo>
                  <a:pt x="16594" y="1"/>
                  <a:pt x="15635" y="484"/>
                  <a:pt x="14923" y="1177"/>
                </a:cubicBezTo>
                <a:cubicBezTo>
                  <a:pt x="14087" y="2002"/>
                  <a:pt x="13538" y="3068"/>
                  <a:pt x="13054" y="4135"/>
                </a:cubicBezTo>
                <a:cubicBezTo>
                  <a:pt x="11327" y="7929"/>
                  <a:pt x="9931" y="12174"/>
                  <a:pt x="6587" y="14648"/>
                </a:cubicBezTo>
                <a:cubicBezTo>
                  <a:pt x="5125" y="15726"/>
                  <a:pt x="3376" y="16386"/>
                  <a:pt x="2057" y="17640"/>
                </a:cubicBezTo>
                <a:cubicBezTo>
                  <a:pt x="737" y="18882"/>
                  <a:pt x="0" y="21060"/>
                  <a:pt x="1100" y="22478"/>
                </a:cubicBezTo>
                <a:cubicBezTo>
                  <a:pt x="2046" y="23692"/>
                  <a:pt x="4068" y="24189"/>
                  <a:pt x="6314" y="24189"/>
                </a:cubicBezTo>
                <a:cubicBezTo>
                  <a:pt x="9682" y="24189"/>
                  <a:pt x="13553" y="23072"/>
                  <a:pt x="15044" y="21588"/>
                </a:cubicBezTo>
                <a:cubicBezTo>
                  <a:pt x="18981" y="17684"/>
                  <a:pt x="22071" y="9711"/>
                  <a:pt x="21192" y="4212"/>
                </a:cubicBezTo>
                <a:cubicBezTo>
                  <a:pt x="20906" y="2398"/>
                  <a:pt x="19927" y="407"/>
                  <a:pt x="18123" y="55"/>
                </a:cubicBezTo>
                <a:cubicBezTo>
                  <a:pt x="17939" y="18"/>
                  <a:pt x="17753" y="1"/>
                  <a:pt x="17568" y="1"/>
                </a:cubicBezTo>
                <a:close/>
              </a:path>
            </a:pathLst>
          </a:cu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8"/>
          <p:cNvSpPr txBox="1"/>
          <p:nvPr>
            <p:ph type="title"/>
          </p:nvPr>
        </p:nvSpPr>
        <p:spPr>
          <a:xfrm>
            <a:off x="5258350" y="1165675"/>
            <a:ext cx="29070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80" name="Google Shape;380;p38"/>
          <p:cNvSpPr txBox="1"/>
          <p:nvPr>
            <p:ph idx="1" type="subTitle"/>
          </p:nvPr>
        </p:nvSpPr>
        <p:spPr>
          <a:xfrm>
            <a:off x="5258350" y="2347673"/>
            <a:ext cx="29070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7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381" name="Google Shape;381;p38"/>
          <p:cNvSpPr/>
          <p:nvPr/>
        </p:nvSpPr>
        <p:spPr>
          <a:xfrm>
            <a:off x="4266976" y="4112181"/>
            <a:ext cx="1660905" cy="1527677"/>
          </a:xfrm>
          <a:custGeom>
            <a:rect b="b" l="l" r="r" t="t"/>
            <a:pathLst>
              <a:path extrusionOk="0" h="28352" w="30826">
                <a:moveTo>
                  <a:pt x="17871" y="1"/>
                </a:moveTo>
                <a:lnTo>
                  <a:pt x="14616" y="9304"/>
                </a:lnTo>
                <a:lnTo>
                  <a:pt x="7489" y="3641"/>
                </a:lnTo>
                <a:lnTo>
                  <a:pt x="7489" y="3641"/>
                </a:lnTo>
                <a:lnTo>
                  <a:pt x="9744" y="12086"/>
                </a:lnTo>
                <a:lnTo>
                  <a:pt x="0" y="14055"/>
                </a:lnTo>
                <a:lnTo>
                  <a:pt x="10800" y="16628"/>
                </a:lnTo>
                <a:lnTo>
                  <a:pt x="8479" y="28351"/>
                </a:lnTo>
                <a:lnTo>
                  <a:pt x="14792" y="18982"/>
                </a:lnTo>
                <a:lnTo>
                  <a:pt x="21753" y="27207"/>
                </a:lnTo>
                <a:lnTo>
                  <a:pt x="19718" y="16320"/>
                </a:lnTo>
                <a:lnTo>
                  <a:pt x="30825" y="10041"/>
                </a:lnTo>
                <a:lnTo>
                  <a:pt x="18816" y="11350"/>
                </a:lnTo>
                <a:lnTo>
                  <a:pt x="1787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8"/>
          <p:cNvSpPr/>
          <p:nvPr/>
        </p:nvSpPr>
        <p:spPr>
          <a:xfrm rot="10800000">
            <a:off x="8091549" y="3726327"/>
            <a:ext cx="1939364" cy="2299398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9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9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86" name="Google Shape;386;p39"/>
          <p:cNvSpPr txBox="1"/>
          <p:nvPr>
            <p:ph idx="1" type="body"/>
          </p:nvPr>
        </p:nvSpPr>
        <p:spPr>
          <a:xfrm>
            <a:off x="837750" y="1352675"/>
            <a:ext cx="36828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 sz="1200"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 sz="1200"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 sz="1200"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 sz="1200"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 sz="1200"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 sz="1200"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 sz="1200"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 sz="1200"/>
            </a:lvl9pPr>
          </a:lstStyle>
          <a:p/>
        </p:txBody>
      </p:sp>
      <p:sp>
        <p:nvSpPr>
          <p:cNvPr id="387" name="Google Shape;387;p39"/>
          <p:cNvSpPr txBox="1"/>
          <p:nvPr>
            <p:ph idx="2" type="body"/>
          </p:nvPr>
        </p:nvSpPr>
        <p:spPr>
          <a:xfrm>
            <a:off x="4623450" y="1352675"/>
            <a:ext cx="36828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 sz="1200"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 sz="1200"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 sz="1200"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 sz="1200"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 sz="1200"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 sz="1200"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 sz="1200"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 sz="1200"/>
            </a:lvl9pPr>
          </a:lstStyle>
          <a:p/>
        </p:txBody>
      </p:sp>
      <p:sp>
        <p:nvSpPr>
          <p:cNvPr id="388" name="Google Shape;388;p39"/>
          <p:cNvSpPr txBox="1"/>
          <p:nvPr>
            <p:ph idx="3" type="subTitle"/>
          </p:nvPr>
        </p:nvSpPr>
        <p:spPr>
          <a:xfrm>
            <a:off x="713250" y="1052173"/>
            <a:ext cx="771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9" name="Google Shape;389;p39"/>
          <p:cNvSpPr/>
          <p:nvPr/>
        </p:nvSpPr>
        <p:spPr>
          <a:xfrm rot="-9516264">
            <a:off x="-242524" y="-81322"/>
            <a:ext cx="1188687" cy="1236889"/>
          </a:xfrm>
          <a:custGeom>
            <a:rect b="b" l="l" r="r" t="t"/>
            <a:pathLst>
              <a:path extrusionOk="0" h="11507" w="11058">
                <a:moveTo>
                  <a:pt x="914" y="1"/>
                </a:moveTo>
                <a:cubicBezTo>
                  <a:pt x="2233" y="3443"/>
                  <a:pt x="4378" y="6698"/>
                  <a:pt x="7501" y="8666"/>
                </a:cubicBezTo>
                <a:cubicBezTo>
                  <a:pt x="6022" y="8133"/>
                  <a:pt x="4472" y="7865"/>
                  <a:pt x="2918" y="7865"/>
                </a:cubicBezTo>
                <a:cubicBezTo>
                  <a:pt x="1942" y="7865"/>
                  <a:pt x="964" y="7970"/>
                  <a:pt x="1" y="8182"/>
                </a:cubicBezTo>
                <a:cubicBezTo>
                  <a:pt x="1694" y="9854"/>
                  <a:pt x="3861" y="10954"/>
                  <a:pt x="6214" y="11339"/>
                </a:cubicBezTo>
                <a:cubicBezTo>
                  <a:pt x="6740" y="11424"/>
                  <a:pt x="7397" y="11507"/>
                  <a:pt x="8046" y="11507"/>
                </a:cubicBezTo>
                <a:cubicBezTo>
                  <a:pt x="9571" y="11507"/>
                  <a:pt x="11058" y="11053"/>
                  <a:pt x="10734" y="9117"/>
                </a:cubicBezTo>
                <a:cubicBezTo>
                  <a:pt x="10558" y="8083"/>
                  <a:pt x="9854" y="7226"/>
                  <a:pt x="9184" y="6412"/>
                </a:cubicBezTo>
                <a:cubicBezTo>
                  <a:pt x="8491" y="5565"/>
                  <a:pt x="7831" y="4685"/>
                  <a:pt x="7072" y="3894"/>
                </a:cubicBezTo>
                <a:cubicBezTo>
                  <a:pt x="5368" y="2112"/>
                  <a:pt x="3256" y="781"/>
                  <a:pt x="91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9"/>
          <p:cNvSpPr/>
          <p:nvPr/>
        </p:nvSpPr>
        <p:spPr>
          <a:xfrm flipH="1" rot="-9659174">
            <a:off x="7266921" y="-922363"/>
            <a:ext cx="2663515" cy="2918982"/>
          </a:xfrm>
          <a:custGeom>
            <a:rect b="b" l="l" r="r" t="t"/>
            <a:pathLst>
              <a:path extrusionOk="0" h="24189" w="22072">
                <a:moveTo>
                  <a:pt x="16469" y="3354"/>
                </a:moveTo>
                <a:cubicBezTo>
                  <a:pt x="16617" y="3354"/>
                  <a:pt x="16766" y="3368"/>
                  <a:pt x="16914" y="3398"/>
                </a:cubicBezTo>
                <a:cubicBezTo>
                  <a:pt x="18354" y="3684"/>
                  <a:pt x="19135" y="5268"/>
                  <a:pt x="19366" y="6720"/>
                </a:cubicBezTo>
                <a:cubicBezTo>
                  <a:pt x="20070" y="11118"/>
                  <a:pt x="17607" y="17497"/>
                  <a:pt x="14461" y="20609"/>
                </a:cubicBezTo>
                <a:cubicBezTo>
                  <a:pt x="13267" y="21797"/>
                  <a:pt x="10170" y="22692"/>
                  <a:pt x="7476" y="22692"/>
                </a:cubicBezTo>
                <a:cubicBezTo>
                  <a:pt x="5682" y="22692"/>
                  <a:pt x="4066" y="22295"/>
                  <a:pt x="3310" y="21324"/>
                </a:cubicBezTo>
                <a:cubicBezTo>
                  <a:pt x="2430" y="20180"/>
                  <a:pt x="3024" y="18442"/>
                  <a:pt x="4080" y="17442"/>
                </a:cubicBezTo>
                <a:cubicBezTo>
                  <a:pt x="5125" y="16452"/>
                  <a:pt x="6532" y="15924"/>
                  <a:pt x="7698" y="15055"/>
                </a:cubicBezTo>
                <a:cubicBezTo>
                  <a:pt x="10370" y="13076"/>
                  <a:pt x="11481" y="9689"/>
                  <a:pt x="12867" y="6654"/>
                </a:cubicBezTo>
                <a:cubicBezTo>
                  <a:pt x="13252" y="5807"/>
                  <a:pt x="13692" y="4949"/>
                  <a:pt x="14362" y="4289"/>
                </a:cubicBezTo>
                <a:cubicBezTo>
                  <a:pt x="14926" y="3744"/>
                  <a:pt x="15691" y="3354"/>
                  <a:pt x="16469" y="3354"/>
                </a:cubicBezTo>
                <a:close/>
                <a:moveTo>
                  <a:pt x="17568" y="1"/>
                </a:moveTo>
                <a:cubicBezTo>
                  <a:pt x="16594" y="1"/>
                  <a:pt x="15635" y="484"/>
                  <a:pt x="14923" y="1177"/>
                </a:cubicBezTo>
                <a:cubicBezTo>
                  <a:pt x="14087" y="2002"/>
                  <a:pt x="13538" y="3068"/>
                  <a:pt x="13054" y="4135"/>
                </a:cubicBezTo>
                <a:cubicBezTo>
                  <a:pt x="11327" y="7929"/>
                  <a:pt x="9931" y="12174"/>
                  <a:pt x="6587" y="14648"/>
                </a:cubicBezTo>
                <a:cubicBezTo>
                  <a:pt x="5125" y="15726"/>
                  <a:pt x="3376" y="16386"/>
                  <a:pt x="2057" y="17640"/>
                </a:cubicBezTo>
                <a:cubicBezTo>
                  <a:pt x="737" y="18882"/>
                  <a:pt x="0" y="21060"/>
                  <a:pt x="1100" y="22478"/>
                </a:cubicBezTo>
                <a:cubicBezTo>
                  <a:pt x="2046" y="23692"/>
                  <a:pt x="4068" y="24189"/>
                  <a:pt x="6314" y="24189"/>
                </a:cubicBezTo>
                <a:cubicBezTo>
                  <a:pt x="9682" y="24189"/>
                  <a:pt x="13553" y="23072"/>
                  <a:pt x="15044" y="21588"/>
                </a:cubicBezTo>
                <a:cubicBezTo>
                  <a:pt x="18981" y="17684"/>
                  <a:pt x="22071" y="9711"/>
                  <a:pt x="21192" y="4212"/>
                </a:cubicBezTo>
                <a:cubicBezTo>
                  <a:pt x="20906" y="2398"/>
                  <a:pt x="19927" y="407"/>
                  <a:pt x="18123" y="55"/>
                </a:cubicBezTo>
                <a:cubicBezTo>
                  <a:pt x="17939" y="18"/>
                  <a:pt x="17753" y="1"/>
                  <a:pt x="17568" y="1"/>
                </a:cubicBezTo>
                <a:close/>
              </a:path>
            </a:pathLst>
          </a:custGeom>
          <a:solidFill>
            <a:schemeClr val="accent5"/>
          </a:solidFill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0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0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94" name="Google Shape;394;p40"/>
          <p:cNvSpPr txBox="1"/>
          <p:nvPr>
            <p:ph idx="1" type="subTitle"/>
          </p:nvPr>
        </p:nvSpPr>
        <p:spPr>
          <a:xfrm>
            <a:off x="865625" y="320965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0"/>
          <p:cNvSpPr txBox="1"/>
          <p:nvPr>
            <p:ph idx="2" type="subTitle"/>
          </p:nvPr>
        </p:nvSpPr>
        <p:spPr>
          <a:xfrm>
            <a:off x="865625" y="263422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396" name="Google Shape;396;p40"/>
          <p:cNvSpPr txBox="1"/>
          <p:nvPr>
            <p:ph idx="3" type="subTitle"/>
          </p:nvPr>
        </p:nvSpPr>
        <p:spPr>
          <a:xfrm>
            <a:off x="5878000" y="320965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40"/>
          <p:cNvSpPr txBox="1"/>
          <p:nvPr>
            <p:ph idx="4" type="subTitle"/>
          </p:nvPr>
        </p:nvSpPr>
        <p:spPr>
          <a:xfrm>
            <a:off x="5878000" y="263422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398" name="Google Shape;398;p40"/>
          <p:cNvSpPr txBox="1"/>
          <p:nvPr>
            <p:ph idx="5" type="subTitle"/>
          </p:nvPr>
        </p:nvSpPr>
        <p:spPr>
          <a:xfrm>
            <a:off x="3371850" y="320965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40"/>
          <p:cNvSpPr txBox="1"/>
          <p:nvPr>
            <p:ph idx="6" type="subTitle"/>
          </p:nvPr>
        </p:nvSpPr>
        <p:spPr>
          <a:xfrm>
            <a:off x="3371850" y="263422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00" name="Google Shape;400;p40"/>
          <p:cNvSpPr/>
          <p:nvPr/>
        </p:nvSpPr>
        <p:spPr>
          <a:xfrm rot="4804622">
            <a:off x="1075489" y="4268972"/>
            <a:ext cx="1166768" cy="1214105"/>
          </a:xfrm>
          <a:custGeom>
            <a:rect b="b" l="l" r="r" t="t"/>
            <a:pathLst>
              <a:path extrusionOk="0" h="11507" w="11058">
                <a:moveTo>
                  <a:pt x="914" y="1"/>
                </a:moveTo>
                <a:cubicBezTo>
                  <a:pt x="2233" y="3443"/>
                  <a:pt x="4378" y="6698"/>
                  <a:pt x="7501" y="8666"/>
                </a:cubicBezTo>
                <a:cubicBezTo>
                  <a:pt x="6022" y="8133"/>
                  <a:pt x="4472" y="7865"/>
                  <a:pt x="2918" y="7865"/>
                </a:cubicBezTo>
                <a:cubicBezTo>
                  <a:pt x="1942" y="7865"/>
                  <a:pt x="964" y="7970"/>
                  <a:pt x="1" y="8182"/>
                </a:cubicBezTo>
                <a:cubicBezTo>
                  <a:pt x="1694" y="9854"/>
                  <a:pt x="3861" y="10954"/>
                  <a:pt x="6214" y="11339"/>
                </a:cubicBezTo>
                <a:cubicBezTo>
                  <a:pt x="6740" y="11424"/>
                  <a:pt x="7397" y="11507"/>
                  <a:pt x="8046" y="11507"/>
                </a:cubicBezTo>
                <a:cubicBezTo>
                  <a:pt x="9571" y="11507"/>
                  <a:pt x="11058" y="11053"/>
                  <a:pt x="10734" y="9117"/>
                </a:cubicBezTo>
                <a:cubicBezTo>
                  <a:pt x="10558" y="8083"/>
                  <a:pt x="9854" y="7226"/>
                  <a:pt x="9184" y="6412"/>
                </a:cubicBezTo>
                <a:cubicBezTo>
                  <a:pt x="8491" y="5565"/>
                  <a:pt x="7831" y="4685"/>
                  <a:pt x="7072" y="3894"/>
                </a:cubicBezTo>
                <a:cubicBezTo>
                  <a:pt x="5368" y="2112"/>
                  <a:pt x="3256" y="781"/>
                  <a:pt x="9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0"/>
          <p:cNvSpPr/>
          <p:nvPr/>
        </p:nvSpPr>
        <p:spPr>
          <a:xfrm rot="537060">
            <a:off x="8057959" y="3948539"/>
            <a:ext cx="1344806" cy="1886906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0"/>
          <p:cNvSpPr/>
          <p:nvPr/>
        </p:nvSpPr>
        <p:spPr>
          <a:xfrm flipH="1" rot="1140826">
            <a:off x="-836022" y="3315437"/>
            <a:ext cx="2663515" cy="2918982"/>
          </a:xfrm>
          <a:custGeom>
            <a:rect b="b" l="l" r="r" t="t"/>
            <a:pathLst>
              <a:path extrusionOk="0" h="24189" w="22072">
                <a:moveTo>
                  <a:pt x="16469" y="3354"/>
                </a:moveTo>
                <a:cubicBezTo>
                  <a:pt x="16617" y="3354"/>
                  <a:pt x="16766" y="3368"/>
                  <a:pt x="16914" y="3398"/>
                </a:cubicBezTo>
                <a:cubicBezTo>
                  <a:pt x="18354" y="3684"/>
                  <a:pt x="19135" y="5268"/>
                  <a:pt x="19366" y="6720"/>
                </a:cubicBezTo>
                <a:cubicBezTo>
                  <a:pt x="20070" y="11118"/>
                  <a:pt x="17607" y="17497"/>
                  <a:pt x="14461" y="20609"/>
                </a:cubicBezTo>
                <a:cubicBezTo>
                  <a:pt x="13267" y="21797"/>
                  <a:pt x="10170" y="22692"/>
                  <a:pt x="7476" y="22692"/>
                </a:cubicBezTo>
                <a:cubicBezTo>
                  <a:pt x="5682" y="22692"/>
                  <a:pt x="4066" y="22295"/>
                  <a:pt x="3310" y="21324"/>
                </a:cubicBezTo>
                <a:cubicBezTo>
                  <a:pt x="2430" y="20180"/>
                  <a:pt x="3024" y="18442"/>
                  <a:pt x="4080" y="17442"/>
                </a:cubicBezTo>
                <a:cubicBezTo>
                  <a:pt x="5125" y="16452"/>
                  <a:pt x="6532" y="15924"/>
                  <a:pt x="7698" y="15055"/>
                </a:cubicBezTo>
                <a:cubicBezTo>
                  <a:pt x="10370" y="13076"/>
                  <a:pt x="11481" y="9689"/>
                  <a:pt x="12867" y="6654"/>
                </a:cubicBezTo>
                <a:cubicBezTo>
                  <a:pt x="13252" y="5807"/>
                  <a:pt x="13692" y="4949"/>
                  <a:pt x="14362" y="4289"/>
                </a:cubicBezTo>
                <a:cubicBezTo>
                  <a:pt x="14926" y="3744"/>
                  <a:pt x="15691" y="3354"/>
                  <a:pt x="16469" y="3354"/>
                </a:cubicBezTo>
                <a:close/>
                <a:moveTo>
                  <a:pt x="17568" y="1"/>
                </a:moveTo>
                <a:cubicBezTo>
                  <a:pt x="16594" y="1"/>
                  <a:pt x="15635" y="484"/>
                  <a:pt x="14923" y="1177"/>
                </a:cubicBezTo>
                <a:cubicBezTo>
                  <a:pt x="14087" y="2002"/>
                  <a:pt x="13538" y="3068"/>
                  <a:pt x="13054" y="4135"/>
                </a:cubicBezTo>
                <a:cubicBezTo>
                  <a:pt x="11327" y="7929"/>
                  <a:pt x="9931" y="12174"/>
                  <a:pt x="6587" y="14648"/>
                </a:cubicBezTo>
                <a:cubicBezTo>
                  <a:pt x="5125" y="15726"/>
                  <a:pt x="3376" y="16386"/>
                  <a:pt x="2057" y="17640"/>
                </a:cubicBezTo>
                <a:cubicBezTo>
                  <a:pt x="737" y="18882"/>
                  <a:pt x="0" y="21060"/>
                  <a:pt x="1100" y="22478"/>
                </a:cubicBezTo>
                <a:cubicBezTo>
                  <a:pt x="2046" y="23692"/>
                  <a:pt x="4068" y="24189"/>
                  <a:pt x="6314" y="24189"/>
                </a:cubicBezTo>
                <a:cubicBezTo>
                  <a:pt x="9682" y="24189"/>
                  <a:pt x="13553" y="23072"/>
                  <a:pt x="15044" y="21588"/>
                </a:cubicBezTo>
                <a:cubicBezTo>
                  <a:pt x="18981" y="17684"/>
                  <a:pt x="22071" y="9711"/>
                  <a:pt x="21192" y="4212"/>
                </a:cubicBezTo>
                <a:cubicBezTo>
                  <a:pt x="20906" y="2398"/>
                  <a:pt x="19927" y="407"/>
                  <a:pt x="18123" y="55"/>
                </a:cubicBezTo>
                <a:cubicBezTo>
                  <a:pt x="17939" y="18"/>
                  <a:pt x="17753" y="1"/>
                  <a:pt x="17568" y="1"/>
                </a:cubicBezTo>
                <a:close/>
              </a:path>
            </a:pathLst>
          </a:custGeom>
          <a:solidFill>
            <a:schemeClr val="accent2"/>
          </a:soli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p40"/>
          <p:cNvGrpSpPr/>
          <p:nvPr/>
        </p:nvGrpSpPr>
        <p:grpSpPr>
          <a:xfrm flipH="1" rot="-5642198">
            <a:off x="93646" y="2460732"/>
            <a:ext cx="759519" cy="520440"/>
            <a:chOff x="15093307" y="1257889"/>
            <a:chExt cx="759458" cy="520397"/>
          </a:xfrm>
        </p:grpSpPr>
        <p:sp>
          <p:nvSpPr>
            <p:cNvPr id="404" name="Google Shape;404;p40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0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0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0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0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0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0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0"/>
            <p:cNvSpPr/>
            <p:nvPr/>
          </p:nvSpPr>
          <p:spPr>
            <a:xfrm>
              <a:off x="15093307" y="1519199"/>
              <a:ext cx="68142" cy="63823"/>
            </a:xfrm>
            <a:custGeom>
              <a:rect b="b" l="l" r="r" t="t"/>
              <a:pathLst>
                <a:path extrusionOk="0" h="1463" w="1562">
                  <a:moveTo>
                    <a:pt x="698" y="1"/>
                  </a:moveTo>
                  <a:cubicBezTo>
                    <a:pt x="513" y="1"/>
                    <a:pt x="331" y="75"/>
                    <a:pt x="198" y="215"/>
                  </a:cubicBezTo>
                  <a:cubicBezTo>
                    <a:pt x="0" y="490"/>
                    <a:pt x="11" y="864"/>
                    <a:pt x="231" y="1117"/>
                  </a:cubicBezTo>
                  <a:cubicBezTo>
                    <a:pt x="396" y="1310"/>
                    <a:pt x="735" y="1462"/>
                    <a:pt x="1026" y="1462"/>
                  </a:cubicBezTo>
                  <a:cubicBezTo>
                    <a:pt x="1298" y="1462"/>
                    <a:pt x="1529" y="1330"/>
                    <a:pt x="1540" y="974"/>
                  </a:cubicBezTo>
                  <a:cubicBezTo>
                    <a:pt x="1562" y="567"/>
                    <a:pt x="1309" y="182"/>
                    <a:pt x="924" y="39"/>
                  </a:cubicBezTo>
                  <a:cubicBezTo>
                    <a:pt x="850" y="13"/>
                    <a:pt x="774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0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0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0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0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0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1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1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20" name="Google Shape;420;p41"/>
          <p:cNvSpPr txBox="1"/>
          <p:nvPr>
            <p:ph idx="1" type="subTitle"/>
          </p:nvPr>
        </p:nvSpPr>
        <p:spPr>
          <a:xfrm>
            <a:off x="789425" y="3492475"/>
            <a:ext cx="226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41"/>
          <p:cNvSpPr txBox="1"/>
          <p:nvPr>
            <p:ph idx="2" type="subTitle"/>
          </p:nvPr>
        </p:nvSpPr>
        <p:spPr>
          <a:xfrm>
            <a:off x="789425" y="2980675"/>
            <a:ext cx="2262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9pPr>
          </a:lstStyle>
          <a:p/>
        </p:txBody>
      </p:sp>
      <p:sp>
        <p:nvSpPr>
          <p:cNvPr id="422" name="Google Shape;422;p41"/>
          <p:cNvSpPr txBox="1"/>
          <p:nvPr>
            <p:ph idx="3" type="subTitle"/>
          </p:nvPr>
        </p:nvSpPr>
        <p:spPr>
          <a:xfrm>
            <a:off x="6091975" y="3492475"/>
            <a:ext cx="226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41"/>
          <p:cNvSpPr txBox="1"/>
          <p:nvPr>
            <p:ph idx="4" type="subTitle"/>
          </p:nvPr>
        </p:nvSpPr>
        <p:spPr>
          <a:xfrm>
            <a:off x="6091975" y="2980675"/>
            <a:ext cx="2262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9pPr>
          </a:lstStyle>
          <a:p/>
        </p:txBody>
      </p:sp>
      <p:sp>
        <p:nvSpPr>
          <p:cNvPr id="424" name="Google Shape;424;p41"/>
          <p:cNvSpPr txBox="1"/>
          <p:nvPr>
            <p:ph idx="5" type="subTitle"/>
          </p:nvPr>
        </p:nvSpPr>
        <p:spPr>
          <a:xfrm>
            <a:off x="3440700" y="3492475"/>
            <a:ext cx="226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41"/>
          <p:cNvSpPr txBox="1"/>
          <p:nvPr>
            <p:ph idx="6" type="subTitle"/>
          </p:nvPr>
        </p:nvSpPr>
        <p:spPr>
          <a:xfrm>
            <a:off x="3440700" y="2980675"/>
            <a:ext cx="2262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Chewy"/>
              <a:buNone/>
              <a:defRPr sz="2700">
                <a:latin typeface="Chewy"/>
                <a:ea typeface="Chewy"/>
                <a:cs typeface="Chewy"/>
                <a:sym typeface="Chewy"/>
              </a:defRPr>
            </a:lvl9pPr>
          </a:lstStyle>
          <a:p/>
        </p:txBody>
      </p:sp>
      <p:sp>
        <p:nvSpPr>
          <p:cNvPr id="426" name="Google Shape;426;p41"/>
          <p:cNvSpPr/>
          <p:nvPr/>
        </p:nvSpPr>
        <p:spPr>
          <a:xfrm rot="10800000">
            <a:off x="-703895" y="4151783"/>
            <a:ext cx="1677215" cy="1743571"/>
          </a:xfrm>
          <a:custGeom>
            <a:rect b="b" l="l" r="r" t="t"/>
            <a:pathLst>
              <a:path extrusionOk="0" h="23838" w="22930">
                <a:moveTo>
                  <a:pt x="10033" y="3552"/>
                </a:moveTo>
                <a:cubicBezTo>
                  <a:pt x="10394" y="3552"/>
                  <a:pt x="10754" y="3595"/>
                  <a:pt x="11107" y="3687"/>
                </a:cubicBezTo>
                <a:cubicBezTo>
                  <a:pt x="12042" y="3940"/>
                  <a:pt x="12856" y="4501"/>
                  <a:pt x="13648" y="5050"/>
                </a:cubicBezTo>
                <a:cubicBezTo>
                  <a:pt x="15396" y="6282"/>
                  <a:pt x="17222" y="7569"/>
                  <a:pt x="18256" y="9438"/>
                </a:cubicBezTo>
                <a:cubicBezTo>
                  <a:pt x="19245" y="11220"/>
                  <a:pt x="19432" y="13342"/>
                  <a:pt x="18772" y="15267"/>
                </a:cubicBezTo>
                <a:cubicBezTo>
                  <a:pt x="17627" y="18557"/>
                  <a:pt x="14545" y="20421"/>
                  <a:pt x="11445" y="20421"/>
                </a:cubicBezTo>
                <a:cubicBezTo>
                  <a:pt x="9396" y="20421"/>
                  <a:pt x="7339" y="19606"/>
                  <a:pt x="5829" y="17851"/>
                </a:cubicBezTo>
                <a:cubicBezTo>
                  <a:pt x="3618" y="15267"/>
                  <a:pt x="3211" y="11418"/>
                  <a:pt x="4399" y="8229"/>
                </a:cubicBezTo>
                <a:cubicBezTo>
                  <a:pt x="4916" y="6843"/>
                  <a:pt x="5741" y="5534"/>
                  <a:pt x="6917" y="4643"/>
                </a:cubicBezTo>
                <a:cubicBezTo>
                  <a:pt x="7814" y="3963"/>
                  <a:pt x="8923" y="3552"/>
                  <a:pt x="10033" y="3552"/>
                </a:cubicBezTo>
                <a:close/>
                <a:moveTo>
                  <a:pt x="9654" y="0"/>
                </a:moveTo>
                <a:cubicBezTo>
                  <a:pt x="8089" y="0"/>
                  <a:pt x="6510" y="586"/>
                  <a:pt x="5246" y="1542"/>
                </a:cubicBezTo>
                <a:cubicBezTo>
                  <a:pt x="3574" y="2807"/>
                  <a:pt x="2420" y="4643"/>
                  <a:pt x="1683" y="6601"/>
                </a:cubicBezTo>
                <a:cubicBezTo>
                  <a:pt x="0" y="11110"/>
                  <a:pt x="572" y="16553"/>
                  <a:pt x="3706" y="20204"/>
                </a:cubicBezTo>
                <a:cubicBezTo>
                  <a:pt x="5838" y="22686"/>
                  <a:pt x="8743" y="23837"/>
                  <a:pt x="11638" y="23837"/>
                </a:cubicBezTo>
                <a:cubicBezTo>
                  <a:pt x="16017" y="23837"/>
                  <a:pt x="20373" y="21205"/>
                  <a:pt x="21995" y="16564"/>
                </a:cubicBezTo>
                <a:cubicBezTo>
                  <a:pt x="22929" y="13837"/>
                  <a:pt x="22665" y="10835"/>
                  <a:pt x="21269" y="8317"/>
                </a:cubicBezTo>
                <a:cubicBezTo>
                  <a:pt x="19795" y="5677"/>
                  <a:pt x="17222" y="3852"/>
                  <a:pt x="14747" y="2114"/>
                </a:cubicBezTo>
                <a:cubicBezTo>
                  <a:pt x="13626" y="1333"/>
                  <a:pt x="12471" y="542"/>
                  <a:pt x="11151" y="190"/>
                </a:cubicBezTo>
                <a:cubicBezTo>
                  <a:pt x="10661" y="61"/>
                  <a:pt x="10158" y="0"/>
                  <a:pt x="965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1"/>
          <p:cNvSpPr/>
          <p:nvPr/>
        </p:nvSpPr>
        <p:spPr>
          <a:xfrm flipH="1">
            <a:off x="8184391" y="-458593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1"/>
          <p:cNvSpPr/>
          <p:nvPr/>
        </p:nvSpPr>
        <p:spPr>
          <a:xfrm flipH="1">
            <a:off x="7778641" y="4036739"/>
            <a:ext cx="1825053" cy="1678580"/>
          </a:xfrm>
          <a:custGeom>
            <a:rect b="b" l="l" r="r" t="t"/>
            <a:pathLst>
              <a:path extrusionOk="0" h="28352" w="30826">
                <a:moveTo>
                  <a:pt x="17871" y="1"/>
                </a:moveTo>
                <a:lnTo>
                  <a:pt x="14616" y="9304"/>
                </a:lnTo>
                <a:lnTo>
                  <a:pt x="7489" y="3641"/>
                </a:lnTo>
                <a:lnTo>
                  <a:pt x="7489" y="3641"/>
                </a:lnTo>
                <a:lnTo>
                  <a:pt x="9744" y="12086"/>
                </a:lnTo>
                <a:lnTo>
                  <a:pt x="0" y="14055"/>
                </a:lnTo>
                <a:lnTo>
                  <a:pt x="10800" y="16628"/>
                </a:lnTo>
                <a:lnTo>
                  <a:pt x="8479" y="28351"/>
                </a:lnTo>
                <a:lnTo>
                  <a:pt x="14792" y="18982"/>
                </a:lnTo>
                <a:lnTo>
                  <a:pt x="21753" y="27207"/>
                </a:lnTo>
                <a:lnTo>
                  <a:pt x="19718" y="16320"/>
                </a:lnTo>
                <a:lnTo>
                  <a:pt x="30825" y="10041"/>
                </a:lnTo>
                <a:lnTo>
                  <a:pt x="18816" y="11350"/>
                </a:lnTo>
                <a:lnTo>
                  <a:pt x="1787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2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32" name="Google Shape;432;p42"/>
          <p:cNvSpPr txBox="1"/>
          <p:nvPr>
            <p:ph idx="1" type="subTitle"/>
          </p:nvPr>
        </p:nvSpPr>
        <p:spPr>
          <a:xfrm>
            <a:off x="2123550" y="1864002"/>
            <a:ext cx="22149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42"/>
          <p:cNvSpPr txBox="1"/>
          <p:nvPr>
            <p:ph idx="2" type="subTitle"/>
          </p:nvPr>
        </p:nvSpPr>
        <p:spPr>
          <a:xfrm>
            <a:off x="2123550" y="1389200"/>
            <a:ext cx="2214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34" name="Google Shape;434;p42"/>
          <p:cNvSpPr txBox="1"/>
          <p:nvPr>
            <p:ph idx="3" type="subTitle"/>
          </p:nvPr>
        </p:nvSpPr>
        <p:spPr>
          <a:xfrm>
            <a:off x="2123550" y="3513976"/>
            <a:ext cx="22149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42"/>
          <p:cNvSpPr txBox="1"/>
          <p:nvPr>
            <p:ph idx="4" type="subTitle"/>
          </p:nvPr>
        </p:nvSpPr>
        <p:spPr>
          <a:xfrm>
            <a:off x="2123550" y="3039174"/>
            <a:ext cx="2214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36" name="Google Shape;436;p42"/>
          <p:cNvSpPr txBox="1"/>
          <p:nvPr>
            <p:ph idx="5" type="subTitle"/>
          </p:nvPr>
        </p:nvSpPr>
        <p:spPr>
          <a:xfrm>
            <a:off x="5977375" y="1864002"/>
            <a:ext cx="22149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42"/>
          <p:cNvSpPr txBox="1"/>
          <p:nvPr>
            <p:ph idx="6" type="subTitle"/>
          </p:nvPr>
        </p:nvSpPr>
        <p:spPr>
          <a:xfrm>
            <a:off x="5977375" y="1389200"/>
            <a:ext cx="2214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38" name="Google Shape;438;p42"/>
          <p:cNvSpPr txBox="1"/>
          <p:nvPr>
            <p:ph idx="7" type="subTitle"/>
          </p:nvPr>
        </p:nvSpPr>
        <p:spPr>
          <a:xfrm>
            <a:off x="5977375" y="3513976"/>
            <a:ext cx="22149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2"/>
          <p:cNvSpPr txBox="1"/>
          <p:nvPr>
            <p:ph idx="8" type="subTitle"/>
          </p:nvPr>
        </p:nvSpPr>
        <p:spPr>
          <a:xfrm>
            <a:off x="5977375" y="3039174"/>
            <a:ext cx="2214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grpSp>
        <p:nvGrpSpPr>
          <p:cNvPr id="440" name="Google Shape;440;p42"/>
          <p:cNvGrpSpPr/>
          <p:nvPr/>
        </p:nvGrpSpPr>
        <p:grpSpPr>
          <a:xfrm>
            <a:off x="8011292" y="4100137"/>
            <a:ext cx="1677215" cy="1743571"/>
            <a:chOff x="8011292" y="4100137"/>
            <a:chExt cx="1677215" cy="1743571"/>
          </a:xfrm>
        </p:grpSpPr>
        <p:sp>
          <p:nvSpPr>
            <p:cNvPr id="441" name="Google Shape;441;p42"/>
            <p:cNvSpPr/>
            <p:nvPr/>
          </p:nvSpPr>
          <p:spPr>
            <a:xfrm flipH="1">
              <a:off x="8011292" y="4100137"/>
              <a:ext cx="1677215" cy="1743571"/>
            </a:xfrm>
            <a:custGeom>
              <a:rect b="b" l="l" r="r" t="t"/>
              <a:pathLst>
                <a:path extrusionOk="0" h="23838" w="22930">
                  <a:moveTo>
                    <a:pt x="10033" y="3552"/>
                  </a:moveTo>
                  <a:cubicBezTo>
                    <a:pt x="10394" y="3552"/>
                    <a:pt x="10754" y="3595"/>
                    <a:pt x="11107" y="3687"/>
                  </a:cubicBezTo>
                  <a:cubicBezTo>
                    <a:pt x="12042" y="3940"/>
                    <a:pt x="12856" y="4501"/>
                    <a:pt x="13648" y="5050"/>
                  </a:cubicBezTo>
                  <a:cubicBezTo>
                    <a:pt x="15396" y="6282"/>
                    <a:pt x="17222" y="7569"/>
                    <a:pt x="18256" y="9438"/>
                  </a:cubicBezTo>
                  <a:cubicBezTo>
                    <a:pt x="19245" y="11220"/>
                    <a:pt x="19432" y="13342"/>
                    <a:pt x="18772" y="15267"/>
                  </a:cubicBezTo>
                  <a:cubicBezTo>
                    <a:pt x="17627" y="18557"/>
                    <a:pt x="14545" y="20421"/>
                    <a:pt x="11445" y="20421"/>
                  </a:cubicBezTo>
                  <a:cubicBezTo>
                    <a:pt x="9396" y="20421"/>
                    <a:pt x="7339" y="19606"/>
                    <a:pt x="5829" y="17851"/>
                  </a:cubicBezTo>
                  <a:cubicBezTo>
                    <a:pt x="3618" y="15267"/>
                    <a:pt x="3211" y="11418"/>
                    <a:pt x="4399" y="8229"/>
                  </a:cubicBezTo>
                  <a:cubicBezTo>
                    <a:pt x="4916" y="6843"/>
                    <a:pt x="5741" y="5534"/>
                    <a:pt x="6917" y="4643"/>
                  </a:cubicBezTo>
                  <a:cubicBezTo>
                    <a:pt x="7814" y="3963"/>
                    <a:pt x="8923" y="3552"/>
                    <a:pt x="10033" y="3552"/>
                  </a:cubicBezTo>
                  <a:close/>
                  <a:moveTo>
                    <a:pt x="9654" y="0"/>
                  </a:moveTo>
                  <a:cubicBezTo>
                    <a:pt x="8089" y="0"/>
                    <a:pt x="6510" y="586"/>
                    <a:pt x="5246" y="1542"/>
                  </a:cubicBezTo>
                  <a:cubicBezTo>
                    <a:pt x="3574" y="2807"/>
                    <a:pt x="2420" y="4643"/>
                    <a:pt x="1683" y="6601"/>
                  </a:cubicBezTo>
                  <a:cubicBezTo>
                    <a:pt x="0" y="11110"/>
                    <a:pt x="572" y="16553"/>
                    <a:pt x="3706" y="20204"/>
                  </a:cubicBezTo>
                  <a:cubicBezTo>
                    <a:pt x="5838" y="22686"/>
                    <a:pt x="8743" y="23837"/>
                    <a:pt x="11638" y="23837"/>
                  </a:cubicBezTo>
                  <a:cubicBezTo>
                    <a:pt x="16017" y="23837"/>
                    <a:pt x="20373" y="21205"/>
                    <a:pt x="21995" y="16564"/>
                  </a:cubicBezTo>
                  <a:cubicBezTo>
                    <a:pt x="22929" y="13837"/>
                    <a:pt x="22665" y="10835"/>
                    <a:pt x="21269" y="8317"/>
                  </a:cubicBezTo>
                  <a:cubicBezTo>
                    <a:pt x="19795" y="5677"/>
                    <a:pt x="17222" y="3852"/>
                    <a:pt x="14747" y="2114"/>
                  </a:cubicBezTo>
                  <a:cubicBezTo>
                    <a:pt x="13626" y="1333"/>
                    <a:pt x="12471" y="542"/>
                    <a:pt x="11151" y="190"/>
                  </a:cubicBezTo>
                  <a:cubicBezTo>
                    <a:pt x="10661" y="61"/>
                    <a:pt x="10158" y="0"/>
                    <a:pt x="96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2"/>
            <p:cNvSpPr/>
            <p:nvPr/>
          </p:nvSpPr>
          <p:spPr>
            <a:xfrm flipH="1">
              <a:off x="8609781" y="4793885"/>
              <a:ext cx="477856" cy="503586"/>
            </a:xfrm>
            <a:custGeom>
              <a:rect b="b" l="l" r="r" t="t"/>
              <a:pathLst>
                <a:path extrusionOk="0" h="6885" w="6533">
                  <a:moveTo>
                    <a:pt x="2915" y="0"/>
                  </a:moveTo>
                  <a:cubicBezTo>
                    <a:pt x="2553" y="0"/>
                    <a:pt x="2193" y="69"/>
                    <a:pt x="1859" y="217"/>
                  </a:cubicBezTo>
                  <a:cubicBezTo>
                    <a:pt x="583" y="800"/>
                    <a:pt x="0" y="2439"/>
                    <a:pt x="363" y="3791"/>
                  </a:cubicBezTo>
                  <a:cubicBezTo>
                    <a:pt x="748" y="5216"/>
                    <a:pt x="2466" y="6885"/>
                    <a:pt x="3966" y="6885"/>
                  </a:cubicBezTo>
                  <a:cubicBezTo>
                    <a:pt x="4654" y="6885"/>
                    <a:pt x="5295" y="6534"/>
                    <a:pt x="5741" y="5650"/>
                  </a:cubicBezTo>
                  <a:cubicBezTo>
                    <a:pt x="6532" y="4088"/>
                    <a:pt x="6324" y="2065"/>
                    <a:pt x="5026" y="844"/>
                  </a:cubicBezTo>
                  <a:cubicBezTo>
                    <a:pt x="4465" y="313"/>
                    <a:pt x="3685" y="0"/>
                    <a:pt x="29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3" name="Google Shape;443;p42"/>
          <p:cNvSpPr/>
          <p:nvPr/>
        </p:nvSpPr>
        <p:spPr>
          <a:xfrm rot="-283673">
            <a:off x="-903056" y="3769779"/>
            <a:ext cx="1866073" cy="2212501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4" name="Google Shape;444;p42"/>
          <p:cNvGrpSpPr/>
          <p:nvPr/>
        </p:nvGrpSpPr>
        <p:grpSpPr>
          <a:xfrm flipH="1" rot="2700000">
            <a:off x="255372" y="3216829"/>
            <a:ext cx="595381" cy="520392"/>
            <a:chOff x="15257378" y="1257889"/>
            <a:chExt cx="595387" cy="520397"/>
          </a:xfrm>
        </p:grpSpPr>
        <p:sp>
          <p:nvSpPr>
            <p:cNvPr id="445" name="Google Shape;445;p42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2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2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2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2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2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2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2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2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2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2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2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3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3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60" name="Google Shape;460;p43"/>
          <p:cNvSpPr txBox="1"/>
          <p:nvPr>
            <p:ph idx="1" type="subTitle"/>
          </p:nvPr>
        </p:nvSpPr>
        <p:spPr>
          <a:xfrm>
            <a:off x="713225" y="3513976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43"/>
          <p:cNvSpPr txBox="1"/>
          <p:nvPr>
            <p:ph idx="2" type="subTitle"/>
          </p:nvPr>
        </p:nvSpPr>
        <p:spPr>
          <a:xfrm>
            <a:off x="713225" y="3039174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62" name="Google Shape;462;p43"/>
          <p:cNvSpPr txBox="1"/>
          <p:nvPr>
            <p:ph idx="3" type="subTitle"/>
          </p:nvPr>
        </p:nvSpPr>
        <p:spPr>
          <a:xfrm>
            <a:off x="6030425" y="3513976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43"/>
          <p:cNvSpPr txBox="1"/>
          <p:nvPr>
            <p:ph idx="4" type="subTitle"/>
          </p:nvPr>
        </p:nvSpPr>
        <p:spPr>
          <a:xfrm>
            <a:off x="6030425" y="3039174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64" name="Google Shape;464;p43"/>
          <p:cNvSpPr txBox="1"/>
          <p:nvPr>
            <p:ph idx="5" type="subTitle"/>
          </p:nvPr>
        </p:nvSpPr>
        <p:spPr>
          <a:xfrm>
            <a:off x="3371850" y="3513976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43"/>
          <p:cNvSpPr txBox="1"/>
          <p:nvPr>
            <p:ph idx="6" type="subTitle"/>
          </p:nvPr>
        </p:nvSpPr>
        <p:spPr>
          <a:xfrm>
            <a:off x="3371850" y="3039174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66" name="Google Shape;466;p43"/>
          <p:cNvSpPr txBox="1"/>
          <p:nvPr>
            <p:ph idx="7" type="subTitle"/>
          </p:nvPr>
        </p:nvSpPr>
        <p:spPr>
          <a:xfrm>
            <a:off x="2042538" y="186400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43"/>
          <p:cNvSpPr txBox="1"/>
          <p:nvPr>
            <p:ph idx="8" type="subTitle"/>
          </p:nvPr>
        </p:nvSpPr>
        <p:spPr>
          <a:xfrm>
            <a:off x="2042538" y="1389200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68" name="Google Shape;468;p43"/>
          <p:cNvSpPr txBox="1"/>
          <p:nvPr>
            <p:ph idx="9" type="subTitle"/>
          </p:nvPr>
        </p:nvSpPr>
        <p:spPr>
          <a:xfrm>
            <a:off x="4701163" y="186400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43"/>
          <p:cNvSpPr txBox="1"/>
          <p:nvPr>
            <p:ph idx="13" type="subTitle"/>
          </p:nvPr>
        </p:nvSpPr>
        <p:spPr>
          <a:xfrm>
            <a:off x="4701163" y="1389200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70" name="Google Shape;470;p43"/>
          <p:cNvSpPr/>
          <p:nvPr/>
        </p:nvSpPr>
        <p:spPr>
          <a:xfrm rot="10800000">
            <a:off x="-1265872" y="2581727"/>
            <a:ext cx="3782884" cy="4053686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3"/>
          <p:cNvSpPr/>
          <p:nvPr/>
        </p:nvSpPr>
        <p:spPr>
          <a:xfrm flipH="1" rot="10800000">
            <a:off x="8171748" y="-453677"/>
            <a:ext cx="1344808" cy="1886907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_1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4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4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75" name="Google Shape;475;p44"/>
          <p:cNvSpPr txBox="1"/>
          <p:nvPr>
            <p:ph idx="1" type="subTitle"/>
          </p:nvPr>
        </p:nvSpPr>
        <p:spPr>
          <a:xfrm>
            <a:off x="713225" y="3513976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44"/>
          <p:cNvSpPr txBox="1"/>
          <p:nvPr>
            <p:ph idx="2" type="subTitle"/>
          </p:nvPr>
        </p:nvSpPr>
        <p:spPr>
          <a:xfrm>
            <a:off x="713225" y="3039174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77" name="Google Shape;477;p44"/>
          <p:cNvSpPr txBox="1"/>
          <p:nvPr>
            <p:ph idx="3" type="subTitle"/>
          </p:nvPr>
        </p:nvSpPr>
        <p:spPr>
          <a:xfrm>
            <a:off x="6030425" y="3513976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44"/>
          <p:cNvSpPr txBox="1"/>
          <p:nvPr>
            <p:ph idx="4" type="subTitle"/>
          </p:nvPr>
        </p:nvSpPr>
        <p:spPr>
          <a:xfrm>
            <a:off x="6030425" y="3039174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79" name="Google Shape;479;p44"/>
          <p:cNvSpPr txBox="1"/>
          <p:nvPr>
            <p:ph idx="5" type="subTitle"/>
          </p:nvPr>
        </p:nvSpPr>
        <p:spPr>
          <a:xfrm>
            <a:off x="3371850" y="3513976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44"/>
          <p:cNvSpPr txBox="1"/>
          <p:nvPr>
            <p:ph idx="6" type="subTitle"/>
          </p:nvPr>
        </p:nvSpPr>
        <p:spPr>
          <a:xfrm>
            <a:off x="3371850" y="3039174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81" name="Google Shape;481;p44"/>
          <p:cNvSpPr txBox="1"/>
          <p:nvPr>
            <p:ph idx="7" type="subTitle"/>
          </p:nvPr>
        </p:nvSpPr>
        <p:spPr>
          <a:xfrm>
            <a:off x="713225" y="186400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44"/>
          <p:cNvSpPr txBox="1"/>
          <p:nvPr>
            <p:ph idx="8" type="subTitle"/>
          </p:nvPr>
        </p:nvSpPr>
        <p:spPr>
          <a:xfrm>
            <a:off x="713225" y="1389200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83" name="Google Shape;483;p44"/>
          <p:cNvSpPr txBox="1"/>
          <p:nvPr>
            <p:ph idx="9" type="subTitle"/>
          </p:nvPr>
        </p:nvSpPr>
        <p:spPr>
          <a:xfrm>
            <a:off x="6030425" y="186400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44"/>
          <p:cNvSpPr txBox="1"/>
          <p:nvPr>
            <p:ph idx="13" type="subTitle"/>
          </p:nvPr>
        </p:nvSpPr>
        <p:spPr>
          <a:xfrm>
            <a:off x="6030425" y="1389200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85" name="Google Shape;485;p44"/>
          <p:cNvSpPr txBox="1"/>
          <p:nvPr>
            <p:ph idx="14" type="subTitle"/>
          </p:nvPr>
        </p:nvSpPr>
        <p:spPr>
          <a:xfrm>
            <a:off x="3371850" y="186400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44"/>
          <p:cNvSpPr txBox="1"/>
          <p:nvPr>
            <p:ph idx="15" type="subTitle"/>
          </p:nvPr>
        </p:nvSpPr>
        <p:spPr>
          <a:xfrm>
            <a:off x="3371850" y="1389200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700">
                <a:latin typeface="Chewy"/>
                <a:ea typeface="Chewy"/>
                <a:cs typeface="Chewy"/>
                <a:sym typeface="Chew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487" name="Google Shape;487;p44"/>
          <p:cNvSpPr/>
          <p:nvPr/>
        </p:nvSpPr>
        <p:spPr>
          <a:xfrm flipH="1" rot="10800000">
            <a:off x="-777126" y="3874033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4"/>
          <p:cNvSpPr/>
          <p:nvPr/>
        </p:nvSpPr>
        <p:spPr>
          <a:xfrm flipH="1" rot="10800000">
            <a:off x="-401175" y="-478164"/>
            <a:ext cx="1561568" cy="1436241"/>
          </a:xfrm>
          <a:custGeom>
            <a:rect b="b" l="l" r="r" t="t"/>
            <a:pathLst>
              <a:path extrusionOk="0" h="28352" w="30826">
                <a:moveTo>
                  <a:pt x="17871" y="1"/>
                </a:moveTo>
                <a:lnTo>
                  <a:pt x="14616" y="9304"/>
                </a:lnTo>
                <a:lnTo>
                  <a:pt x="7489" y="3641"/>
                </a:lnTo>
                <a:lnTo>
                  <a:pt x="7489" y="3641"/>
                </a:lnTo>
                <a:lnTo>
                  <a:pt x="9744" y="12086"/>
                </a:lnTo>
                <a:lnTo>
                  <a:pt x="0" y="14055"/>
                </a:lnTo>
                <a:lnTo>
                  <a:pt x="10800" y="16628"/>
                </a:lnTo>
                <a:lnTo>
                  <a:pt x="8479" y="28351"/>
                </a:lnTo>
                <a:lnTo>
                  <a:pt x="14792" y="18982"/>
                </a:lnTo>
                <a:lnTo>
                  <a:pt x="21753" y="27207"/>
                </a:lnTo>
                <a:lnTo>
                  <a:pt x="19718" y="16320"/>
                </a:lnTo>
                <a:lnTo>
                  <a:pt x="30825" y="10041"/>
                </a:lnTo>
                <a:lnTo>
                  <a:pt x="18816" y="11350"/>
                </a:lnTo>
                <a:lnTo>
                  <a:pt x="1787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5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/>
          <p:nvPr/>
        </p:nvSpPr>
        <p:spPr>
          <a:xfrm flipH="1">
            <a:off x="7665910" y="-1142958"/>
            <a:ext cx="1343915" cy="2593610"/>
          </a:xfrm>
          <a:custGeom>
            <a:rect b="b" l="l" r="r" t="t"/>
            <a:pathLst>
              <a:path extrusionOk="0" h="27506" w="14253">
                <a:moveTo>
                  <a:pt x="8957" y="1973"/>
                </a:moveTo>
                <a:cubicBezTo>
                  <a:pt x="9571" y="1973"/>
                  <a:pt x="10102" y="2181"/>
                  <a:pt x="10272" y="2815"/>
                </a:cubicBezTo>
                <a:cubicBezTo>
                  <a:pt x="10536" y="3815"/>
                  <a:pt x="8765" y="4871"/>
                  <a:pt x="8325" y="5685"/>
                </a:cubicBezTo>
                <a:cubicBezTo>
                  <a:pt x="7610" y="7027"/>
                  <a:pt x="7313" y="8764"/>
                  <a:pt x="7500" y="10381"/>
                </a:cubicBezTo>
                <a:cubicBezTo>
                  <a:pt x="7731" y="12261"/>
                  <a:pt x="8512" y="13933"/>
                  <a:pt x="9238" y="15571"/>
                </a:cubicBezTo>
                <a:cubicBezTo>
                  <a:pt x="9964" y="17221"/>
                  <a:pt x="10667" y="18958"/>
                  <a:pt x="10744" y="20861"/>
                </a:cubicBezTo>
                <a:cubicBezTo>
                  <a:pt x="10810" y="22763"/>
                  <a:pt x="10052" y="24842"/>
                  <a:pt x="8666" y="25392"/>
                </a:cubicBezTo>
                <a:cubicBezTo>
                  <a:pt x="8419" y="25490"/>
                  <a:pt x="8165" y="25535"/>
                  <a:pt x="7910" y="25535"/>
                </a:cubicBezTo>
                <a:cubicBezTo>
                  <a:pt x="7280" y="25535"/>
                  <a:pt x="6647" y="25258"/>
                  <a:pt x="6115" y="24820"/>
                </a:cubicBezTo>
                <a:cubicBezTo>
                  <a:pt x="5356" y="24204"/>
                  <a:pt x="4762" y="23280"/>
                  <a:pt x="4256" y="22324"/>
                </a:cubicBezTo>
                <a:cubicBezTo>
                  <a:pt x="2442" y="18914"/>
                  <a:pt x="1507" y="14714"/>
                  <a:pt x="1617" y="10557"/>
                </a:cubicBezTo>
                <a:cubicBezTo>
                  <a:pt x="1639" y="9567"/>
                  <a:pt x="1738" y="8544"/>
                  <a:pt x="2068" y="7653"/>
                </a:cubicBezTo>
                <a:cubicBezTo>
                  <a:pt x="2376" y="6807"/>
                  <a:pt x="2892" y="6114"/>
                  <a:pt x="3409" y="5476"/>
                </a:cubicBezTo>
                <a:cubicBezTo>
                  <a:pt x="4366" y="4310"/>
                  <a:pt x="5433" y="3233"/>
                  <a:pt x="6654" y="2595"/>
                </a:cubicBezTo>
                <a:cubicBezTo>
                  <a:pt x="7083" y="2377"/>
                  <a:pt x="8101" y="1973"/>
                  <a:pt x="8957" y="1973"/>
                </a:cubicBezTo>
                <a:close/>
                <a:moveTo>
                  <a:pt x="11422" y="0"/>
                </a:moveTo>
                <a:cubicBezTo>
                  <a:pt x="10109" y="0"/>
                  <a:pt x="8541" y="479"/>
                  <a:pt x="7885" y="736"/>
                </a:cubicBezTo>
                <a:cubicBezTo>
                  <a:pt x="6016" y="1473"/>
                  <a:pt x="4366" y="2727"/>
                  <a:pt x="2914" y="4090"/>
                </a:cubicBezTo>
                <a:cubicBezTo>
                  <a:pt x="2112" y="4838"/>
                  <a:pt x="1331" y="5641"/>
                  <a:pt x="847" y="6631"/>
                </a:cubicBezTo>
                <a:cubicBezTo>
                  <a:pt x="341" y="7675"/>
                  <a:pt x="198" y="8863"/>
                  <a:pt x="165" y="10029"/>
                </a:cubicBezTo>
                <a:cubicBezTo>
                  <a:pt x="0" y="14922"/>
                  <a:pt x="1419" y="19739"/>
                  <a:pt x="4212" y="23764"/>
                </a:cubicBezTo>
                <a:cubicBezTo>
                  <a:pt x="4993" y="24886"/>
                  <a:pt x="5895" y="25953"/>
                  <a:pt x="7049" y="26667"/>
                </a:cubicBezTo>
                <a:cubicBezTo>
                  <a:pt x="7871" y="27184"/>
                  <a:pt x="8848" y="27505"/>
                  <a:pt x="9811" y="27505"/>
                </a:cubicBezTo>
                <a:cubicBezTo>
                  <a:pt x="10202" y="27505"/>
                  <a:pt x="10590" y="27452"/>
                  <a:pt x="10964" y="27338"/>
                </a:cubicBezTo>
                <a:cubicBezTo>
                  <a:pt x="13087" y="26700"/>
                  <a:pt x="14253" y="24270"/>
                  <a:pt x="14154" y="22049"/>
                </a:cubicBezTo>
                <a:cubicBezTo>
                  <a:pt x="14044" y="19838"/>
                  <a:pt x="12955" y="17793"/>
                  <a:pt x="11844" y="15879"/>
                </a:cubicBezTo>
                <a:cubicBezTo>
                  <a:pt x="10733" y="13966"/>
                  <a:pt x="9546" y="12008"/>
                  <a:pt x="9183" y="9820"/>
                </a:cubicBezTo>
                <a:cubicBezTo>
                  <a:pt x="8897" y="7895"/>
                  <a:pt x="9348" y="5938"/>
                  <a:pt x="10448" y="4343"/>
                </a:cubicBezTo>
                <a:cubicBezTo>
                  <a:pt x="11118" y="3376"/>
                  <a:pt x="13835" y="2155"/>
                  <a:pt x="13417" y="978"/>
                </a:cubicBezTo>
                <a:cubicBezTo>
                  <a:pt x="13161" y="242"/>
                  <a:pt x="12356" y="0"/>
                  <a:pt x="11422" y="0"/>
                </a:cubicBezTo>
                <a:close/>
              </a:path>
            </a:pathLst>
          </a:cu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2" name="Google Shape;492;p45"/>
          <p:cNvGrpSpPr/>
          <p:nvPr/>
        </p:nvGrpSpPr>
        <p:grpSpPr>
          <a:xfrm flipH="1" rot="-3517648">
            <a:off x="6866341" y="375237"/>
            <a:ext cx="759457" cy="520397"/>
            <a:chOff x="15093307" y="1257889"/>
            <a:chExt cx="759458" cy="520397"/>
          </a:xfrm>
        </p:grpSpPr>
        <p:sp>
          <p:nvSpPr>
            <p:cNvPr id="493" name="Google Shape;493;p45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5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5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5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5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5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5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5"/>
            <p:cNvSpPr/>
            <p:nvPr/>
          </p:nvSpPr>
          <p:spPr>
            <a:xfrm>
              <a:off x="15093307" y="1519199"/>
              <a:ext cx="68142" cy="63823"/>
            </a:xfrm>
            <a:custGeom>
              <a:rect b="b" l="l" r="r" t="t"/>
              <a:pathLst>
                <a:path extrusionOk="0" h="1463" w="1562">
                  <a:moveTo>
                    <a:pt x="698" y="1"/>
                  </a:moveTo>
                  <a:cubicBezTo>
                    <a:pt x="513" y="1"/>
                    <a:pt x="331" y="75"/>
                    <a:pt x="198" y="215"/>
                  </a:cubicBezTo>
                  <a:cubicBezTo>
                    <a:pt x="0" y="490"/>
                    <a:pt x="11" y="864"/>
                    <a:pt x="231" y="1117"/>
                  </a:cubicBezTo>
                  <a:cubicBezTo>
                    <a:pt x="396" y="1310"/>
                    <a:pt x="735" y="1462"/>
                    <a:pt x="1026" y="1462"/>
                  </a:cubicBezTo>
                  <a:cubicBezTo>
                    <a:pt x="1298" y="1462"/>
                    <a:pt x="1529" y="1330"/>
                    <a:pt x="1540" y="974"/>
                  </a:cubicBezTo>
                  <a:cubicBezTo>
                    <a:pt x="1562" y="567"/>
                    <a:pt x="1309" y="182"/>
                    <a:pt x="924" y="39"/>
                  </a:cubicBezTo>
                  <a:cubicBezTo>
                    <a:pt x="850" y="13"/>
                    <a:pt x="774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5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5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5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5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5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6" name="Google Shape;506;p45"/>
          <p:cNvGrpSpPr/>
          <p:nvPr/>
        </p:nvGrpSpPr>
        <p:grpSpPr>
          <a:xfrm flipH="1" rot="2700000">
            <a:off x="712153" y="3907891"/>
            <a:ext cx="595381" cy="520392"/>
            <a:chOff x="15257378" y="1257889"/>
            <a:chExt cx="595387" cy="520397"/>
          </a:xfrm>
        </p:grpSpPr>
        <p:sp>
          <p:nvSpPr>
            <p:cNvPr id="507" name="Google Shape;507;p45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5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5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5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5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5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5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5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5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5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5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5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9" name="Google Shape;519;p45"/>
          <p:cNvSpPr/>
          <p:nvPr/>
        </p:nvSpPr>
        <p:spPr>
          <a:xfrm rot="827898">
            <a:off x="-136185" y="2195019"/>
            <a:ext cx="1126768" cy="914863"/>
          </a:xfrm>
          <a:custGeom>
            <a:rect b="b" l="l" r="r" t="t"/>
            <a:pathLst>
              <a:path extrusionOk="0" h="15823" w="19488">
                <a:moveTo>
                  <a:pt x="18453" y="0"/>
                </a:moveTo>
                <a:lnTo>
                  <a:pt x="18453" y="0"/>
                </a:lnTo>
                <a:cubicBezTo>
                  <a:pt x="13615" y="1342"/>
                  <a:pt x="9216" y="3904"/>
                  <a:pt x="5664" y="7445"/>
                </a:cubicBezTo>
                <a:cubicBezTo>
                  <a:pt x="5356" y="5081"/>
                  <a:pt x="5059" y="2706"/>
                  <a:pt x="4751" y="330"/>
                </a:cubicBezTo>
                <a:cubicBezTo>
                  <a:pt x="2112" y="2739"/>
                  <a:pt x="0" y="7676"/>
                  <a:pt x="1540" y="11195"/>
                </a:cubicBezTo>
                <a:cubicBezTo>
                  <a:pt x="2807" y="14118"/>
                  <a:pt x="6161" y="15823"/>
                  <a:pt x="9279" y="15823"/>
                </a:cubicBezTo>
                <a:cubicBezTo>
                  <a:pt x="9704" y="15823"/>
                  <a:pt x="10125" y="15791"/>
                  <a:pt x="10535" y="15726"/>
                </a:cubicBezTo>
                <a:cubicBezTo>
                  <a:pt x="14131" y="15154"/>
                  <a:pt x="17178" y="12680"/>
                  <a:pt x="19487" y="9865"/>
                </a:cubicBezTo>
                <a:lnTo>
                  <a:pt x="19487" y="9865"/>
                </a:lnTo>
                <a:cubicBezTo>
                  <a:pt x="17154" y="10162"/>
                  <a:pt x="14808" y="10313"/>
                  <a:pt x="12458" y="10313"/>
                </a:cubicBezTo>
                <a:cubicBezTo>
                  <a:pt x="11850" y="10313"/>
                  <a:pt x="11242" y="10303"/>
                  <a:pt x="10634" y="10283"/>
                </a:cubicBezTo>
                <a:cubicBezTo>
                  <a:pt x="13406" y="6972"/>
                  <a:pt x="16012" y="3552"/>
                  <a:pt x="184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5"/>
          <p:cNvSpPr/>
          <p:nvPr/>
        </p:nvSpPr>
        <p:spPr>
          <a:xfrm flipH="1" rot="-537060">
            <a:off x="-327841" y="3948539"/>
            <a:ext cx="1344806" cy="1886906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5"/>
          <p:cNvSpPr/>
          <p:nvPr/>
        </p:nvSpPr>
        <p:spPr>
          <a:xfrm rot="-4692223">
            <a:off x="5836213" y="2545334"/>
            <a:ext cx="4163603" cy="4461659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5"/>
          <p:cNvSpPr/>
          <p:nvPr/>
        </p:nvSpPr>
        <p:spPr>
          <a:xfrm>
            <a:off x="1155572" y="3947925"/>
            <a:ext cx="1801009" cy="1656466"/>
          </a:xfrm>
          <a:custGeom>
            <a:rect b="b" l="l" r="r" t="t"/>
            <a:pathLst>
              <a:path extrusionOk="0" h="28352" w="30826">
                <a:moveTo>
                  <a:pt x="17871" y="1"/>
                </a:moveTo>
                <a:lnTo>
                  <a:pt x="14616" y="9304"/>
                </a:lnTo>
                <a:lnTo>
                  <a:pt x="7489" y="3641"/>
                </a:lnTo>
                <a:lnTo>
                  <a:pt x="7489" y="3641"/>
                </a:lnTo>
                <a:lnTo>
                  <a:pt x="9744" y="12086"/>
                </a:lnTo>
                <a:lnTo>
                  <a:pt x="0" y="14055"/>
                </a:lnTo>
                <a:lnTo>
                  <a:pt x="10800" y="16628"/>
                </a:lnTo>
                <a:lnTo>
                  <a:pt x="8479" y="28351"/>
                </a:lnTo>
                <a:lnTo>
                  <a:pt x="14792" y="18982"/>
                </a:lnTo>
                <a:lnTo>
                  <a:pt x="21753" y="27207"/>
                </a:lnTo>
                <a:lnTo>
                  <a:pt x="19718" y="16320"/>
                </a:lnTo>
                <a:lnTo>
                  <a:pt x="30825" y="10041"/>
                </a:lnTo>
                <a:lnTo>
                  <a:pt x="18816" y="11350"/>
                </a:lnTo>
                <a:lnTo>
                  <a:pt x="178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6"/>
          <p:cNvSpPr/>
          <p:nvPr/>
        </p:nvSpPr>
        <p:spPr>
          <a:xfrm>
            <a:off x="154100" y="153850"/>
            <a:ext cx="8835900" cy="4835700"/>
          </a:xfrm>
          <a:prstGeom prst="roundRect">
            <a:avLst>
              <a:gd fmla="val 74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6"/>
          <p:cNvSpPr/>
          <p:nvPr/>
        </p:nvSpPr>
        <p:spPr>
          <a:xfrm rot="-10262940">
            <a:off x="-306728" y="-483036"/>
            <a:ext cx="1344806" cy="1886906"/>
          </a:xfrm>
          <a:custGeom>
            <a:rect b="b" l="l" r="r" t="t"/>
            <a:pathLst>
              <a:path extrusionOk="0" fill="none" h="16805" w="11977">
                <a:moveTo>
                  <a:pt x="2189" y="14902"/>
                </a:moveTo>
                <a:cubicBezTo>
                  <a:pt x="1375" y="14000"/>
                  <a:pt x="594" y="13000"/>
                  <a:pt x="297" y="11823"/>
                </a:cubicBezTo>
                <a:cubicBezTo>
                  <a:pt x="0" y="10646"/>
                  <a:pt x="319" y="9228"/>
                  <a:pt x="1331" y="8557"/>
                </a:cubicBezTo>
                <a:cubicBezTo>
                  <a:pt x="1683" y="8326"/>
                  <a:pt x="2090" y="8194"/>
                  <a:pt x="2409" y="7930"/>
                </a:cubicBezTo>
                <a:cubicBezTo>
                  <a:pt x="3233" y="7270"/>
                  <a:pt x="3244" y="6071"/>
                  <a:pt x="3398" y="5027"/>
                </a:cubicBezTo>
                <a:cubicBezTo>
                  <a:pt x="3618" y="3498"/>
                  <a:pt x="4322" y="1980"/>
                  <a:pt x="5565" y="1068"/>
                </a:cubicBezTo>
                <a:cubicBezTo>
                  <a:pt x="6807" y="166"/>
                  <a:pt x="8655" y="1"/>
                  <a:pt x="9876" y="936"/>
                </a:cubicBezTo>
                <a:cubicBezTo>
                  <a:pt x="10854" y="1683"/>
                  <a:pt x="11294" y="2948"/>
                  <a:pt x="11415" y="4158"/>
                </a:cubicBezTo>
                <a:cubicBezTo>
                  <a:pt x="11547" y="5379"/>
                  <a:pt x="11426" y="6610"/>
                  <a:pt x="11558" y="7831"/>
                </a:cubicBezTo>
                <a:cubicBezTo>
                  <a:pt x="11668" y="8964"/>
                  <a:pt x="11976" y="10063"/>
                  <a:pt x="11954" y="11196"/>
                </a:cubicBezTo>
                <a:cubicBezTo>
                  <a:pt x="11910" y="13791"/>
                  <a:pt x="9810" y="16255"/>
                  <a:pt x="7236" y="16530"/>
                </a:cubicBezTo>
                <a:cubicBezTo>
                  <a:pt x="4652" y="16805"/>
                  <a:pt x="2013" y="14693"/>
                  <a:pt x="1870" y="12098"/>
                </a:cubicBezTo>
                <a:cubicBezTo>
                  <a:pt x="1826" y="11152"/>
                  <a:pt x="2167" y="10096"/>
                  <a:pt x="3013" y="9689"/>
                </a:cubicBezTo>
                <a:cubicBezTo>
                  <a:pt x="3651" y="9370"/>
                  <a:pt x="4586" y="9392"/>
                  <a:pt x="4839" y="8722"/>
                </a:cubicBezTo>
                <a:cubicBezTo>
                  <a:pt x="4938" y="8469"/>
                  <a:pt x="4894" y="8183"/>
                  <a:pt x="4872" y="7919"/>
                </a:cubicBezTo>
                <a:cubicBezTo>
                  <a:pt x="4696" y="6390"/>
                  <a:pt x="4905" y="4785"/>
                  <a:pt x="5708" y="3476"/>
                </a:cubicBezTo>
                <a:cubicBezTo>
                  <a:pt x="6027" y="2948"/>
                  <a:pt x="6499" y="2442"/>
                  <a:pt x="7104" y="2343"/>
                </a:cubicBezTo>
                <a:cubicBezTo>
                  <a:pt x="8006" y="2200"/>
                  <a:pt x="8798" y="2970"/>
                  <a:pt x="9260" y="3762"/>
                </a:cubicBezTo>
                <a:cubicBezTo>
                  <a:pt x="10623" y="6071"/>
                  <a:pt x="10634" y="8909"/>
                  <a:pt x="10601" y="11592"/>
                </a:cubicBezTo>
                <a:cubicBezTo>
                  <a:pt x="10601" y="12054"/>
                  <a:pt x="10590" y="12527"/>
                  <a:pt x="10436" y="12956"/>
                </a:cubicBezTo>
                <a:cubicBezTo>
                  <a:pt x="10260" y="13362"/>
                  <a:pt x="10008" y="13725"/>
                  <a:pt x="9678" y="14011"/>
                </a:cubicBezTo>
                <a:cubicBezTo>
                  <a:pt x="8589" y="14990"/>
                  <a:pt x="7115" y="15386"/>
                  <a:pt x="5686" y="15100"/>
                </a:cubicBezTo>
                <a:cubicBezTo>
                  <a:pt x="5477" y="15067"/>
                  <a:pt x="5290" y="14979"/>
                  <a:pt x="5125" y="14836"/>
                </a:cubicBezTo>
                <a:cubicBezTo>
                  <a:pt x="4971" y="14660"/>
                  <a:pt x="4872" y="14429"/>
                  <a:pt x="4850" y="14187"/>
                </a:cubicBezTo>
                <a:cubicBezTo>
                  <a:pt x="4674" y="13274"/>
                  <a:pt x="4630" y="12351"/>
                  <a:pt x="4707" y="11416"/>
                </a:cubicBezTo>
                <a:cubicBezTo>
                  <a:pt x="5686" y="11174"/>
                  <a:pt x="6444" y="10382"/>
                  <a:pt x="6653" y="9381"/>
                </a:cubicBezTo>
                <a:cubicBezTo>
                  <a:pt x="6796" y="8579"/>
                  <a:pt x="6565" y="7765"/>
                  <a:pt x="6510" y="6940"/>
                </a:cubicBezTo>
                <a:cubicBezTo>
                  <a:pt x="6455" y="6126"/>
                  <a:pt x="6686" y="5181"/>
                  <a:pt x="7412" y="4818"/>
                </a:cubicBezTo>
                <a:cubicBezTo>
                  <a:pt x="8237" y="4400"/>
                  <a:pt x="9304" y="5005"/>
                  <a:pt x="9700" y="5851"/>
                </a:cubicBezTo>
                <a:cubicBezTo>
                  <a:pt x="10096" y="6687"/>
                  <a:pt x="10019" y="7666"/>
                  <a:pt x="9931" y="8601"/>
                </a:cubicBezTo>
                <a:cubicBezTo>
                  <a:pt x="9876" y="9173"/>
                  <a:pt x="9821" y="9744"/>
                  <a:pt x="9777" y="10316"/>
                </a:cubicBezTo>
                <a:cubicBezTo>
                  <a:pt x="9579" y="12362"/>
                  <a:pt x="9249" y="14682"/>
                  <a:pt x="7577" y="15870"/>
                </a:cubicBezTo>
                <a:cubicBezTo>
                  <a:pt x="6356" y="16739"/>
                  <a:pt x="4630" y="16750"/>
                  <a:pt x="3343" y="16002"/>
                </a:cubicBezTo>
                <a:cubicBezTo>
                  <a:pt x="2057" y="15243"/>
                  <a:pt x="1232" y="13813"/>
                  <a:pt x="1111" y="12329"/>
                </a:cubicBezTo>
                <a:cubicBezTo>
                  <a:pt x="1045" y="11416"/>
                  <a:pt x="1243" y="10437"/>
                  <a:pt x="1848" y="9755"/>
                </a:cubicBezTo>
                <a:cubicBezTo>
                  <a:pt x="2156" y="9403"/>
                  <a:pt x="2562" y="9140"/>
                  <a:pt x="2892" y="8788"/>
                </a:cubicBezTo>
                <a:cubicBezTo>
                  <a:pt x="4542" y="7094"/>
                  <a:pt x="3827" y="4037"/>
                  <a:pt x="5389" y="2255"/>
                </a:cubicBezTo>
                <a:cubicBezTo>
                  <a:pt x="6576" y="881"/>
                  <a:pt x="9007" y="881"/>
                  <a:pt x="10205" y="2255"/>
                </a:cubicBezTo>
                <a:cubicBezTo>
                  <a:pt x="11041" y="3223"/>
                  <a:pt x="11228" y="4565"/>
                  <a:pt x="11283" y="5829"/>
                </a:cubicBezTo>
                <a:cubicBezTo>
                  <a:pt x="11459" y="9678"/>
                  <a:pt x="10557" y="13824"/>
                  <a:pt x="7753" y="16486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34" Type="http://schemas.openxmlformats.org/officeDocument/2006/relationships/theme" Target="../theme/theme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ewy"/>
              <a:buNone/>
              <a:defRPr b="0" i="0" sz="3600" u="none" cap="none" strike="noStrike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ewy"/>
              <a:buNone/>
              <a:defRPr b="0" i="0" sz="3600" u="none" cap="none" strike="noStrike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ewy"/>
              <a:buNone/>
              <a:defRPr b="0" i="0" sz="3600" u="none" cap="none" strike="noStrike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ewy"/>
              <a:buNone/>
              <a:defRPr b="0" i="0" sz="3600" u="none" cap="none" strike="noStrike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ewy"/>
              <a:buNone/>
              <a:defRPr b="0" i="0" sz="3600" u="none" cap="none" strike="noStrike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ewy"/>
              <a:buNone/>
              <a:defRPr b="0" i="0" sz="3600" u="none" cap="none" strike="noStrike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ewy"/>
              <a:buNone/>
              <a:defRPr b="0" i="0" sz="3600" u="none" cap="none" strike="noStrike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ewy"/>
              <a:buNone/>
              <a:defRPr b="0" i="0" sz="3600" u="none" cap="none" strike="noStrike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ewy"/>
              <a:buNone/>
              <a:defRPr b="0" i="0" sz="3600" u="none" cap="none" strike="noStrike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7"/>
          <p:cNvSpPr txBox="1"/>
          <p:nvPr>
            <p:ph type="ctrTitle"/>
          </p:nvPr>
        </p:nvSpPr>
        <p:spPr>
          <a:xfrm>
            <a:off x="1330200" y="1404800"/>
            <a:ext cx="6483600" cy="16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</a:pPr>
            <a:r>
              <a:rPr lang="en-GB" sz="3350"/>
              <a:t>Task 4 :</a:t>
            </a:r>
            <a:r>
              <a:rPr lang="en-GB"/>
              <a:t>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</a:pPr>
            <a:r>
              <a:rPr lang="en-GB" sz="6000"/>
              <a:t>Weather API</a:t>
            </a:r>
            <a:endParaRPr sz="3300"/>
          </a:p>
        </p:txBody>
      </p:sp>
      <p:sp>
        <p:nvSpPr>
          <p:cNvPr id="531" name="Google Shape;531;p47"/>
          <p:cNvSpPr txBox="1"/>
          <p:nvPr>
            <p:ph idx="1" type="subTitle"/>
          </p:nvPr>
        </p:nvSpPr>
        <p:spPr>
          <a:xfrm>
            <a:off x="3176400" y="3051375"/>
            <a:ext cx="27912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</a:pPr>
            <a:r>
              <a:rPr lang="en-GB"/>
              <a:t>Alexandria, Egypt</a:t>
            </a:r>
            <a:br>
              <a:rPr lang="en-GB"/>
            </a:br>
            <a:r>
              <a:rPr lang="en-GB"/>
              <a:t>NASA POWER</a:t>
            </a:r>
            <a:br>
              <a:rPr lang="en-GB"/>
            </a:br>
            <a:r>
              <a:rPr lang="en-GB"/>
              <a:t>2021–2025</a:t>
            </a:r>
            <a:endParaRPr/>
          </a:p>
        </p:txBody>
      </p:sp>
      <p:grpSp>
        <p:nvGrpSpPr>
          <p:cNvPr id="532" name="Google Shape;532;p47"/>
          <p:cNvGrpSpPr/>
          <p:nvPr/>
        </p:nvGrpSpPr>
        <p:grpSpPr>
          <a:xfrm flipH="1">
            <a:off x="7483040" y="536968"/>
            <a:ext cx="962923" cy="1009672"/>
            <a:chOff x="6828211" y="3369506"/>
            <a:chExt cx="806942" cy="846117"/>
          </a:xfrm>
        </p:grpSpPr>
        <p:sp>
          <p:nvSpPr>
            <p:cNvPr id="533" name="Google Shape;533;p47"/>
            <p:cNvSpPr/>
            <p:nvPr/>
          </p:nvSpPr>
          <p:spPr>
            <a:xfrm>
              <a:off x="6828211" y="3369506"/>
              <a:ext cx="806942" cy="846117"/>
            </a:xfrm>
            <a:custGeom>
              <a:rect b="b" l="l" r="r" t="t"/>
              <a:pathLst>
                <a:path extrusionOk="0" h="18639" w="17776">
                  <a:moveTo>
                    <a:pt x="11912" y="0"/>
                  </a:moveTo>
                  <a:cubicBezTo>
                    <a:pt x="11912" y="0"/>
                    <a:pt x="0" y="1576"/>
                    <a:pt x="1113" y="10313"/>
                  </a:cubicBezTo>
                  <a:cubicBezTo>
                    <a:pt x="1737" y="15239"/>
                    <a:pt x="5380" y="18639"/>
                    <a:pt x="9442" y="18639"/>
                  </a:cubicBezTo>
                  <a:cubicBezTo>
                    <a:pt x="12318" y="18639"/>
                    <a:pt x="15403" y="16935"/>
                    <a:pt x="17776" y="12862"/>
                  </a:cubicBezTo>
                  <a:lnTo>
                    <a:pt x="17776" y="12862"/>
                  </a:lnTo>
                  <a:cubicBezTo>
                    <a:pt x="17776" y="12862"/>
                    <a:pt x="16919" y="12941"/>
                    <a:pt x="15721" y="12941"/>
                  </a:cubicBezTo>
                  <a:cubicBezTo>
                    <a:pt x="13430" y="12941"/>
                    <a:pt x="9894" y="12652"/>
                    <a:pt x="8737" y="10962"/>
                  </a:cubicBezTo>
                  <a:cubicBezTo>
                    <a:pt x="6675" y="7926"/>
                    <a:pt x="11912" y="0"/>
                    <a:pt x="11912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196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7"/>
            <p:cNvSpPr/>
            <p:nvPr/>
          </p:nvSpPr>
          <p:spPr>
            <a:xfrm>
              <a:off x="6828211" y="3369506"/>
              <a:ext cx="806942" cy="846117"/>
            </a:xfrm>
            <a:custGeom>
              <a:rect b="b" l="l" r="r" t="t"/>
              <a:pathLst>
                <a:path extrusionOk="0" h="18639" w="17776">
                  <a:moveTo>
                    <a:pt x="11912" y="0"/>
                  </a:moveTo>
                  <a:cubicBezTo>
                    <a:pt x="11912" y="0"/>
                    <a:pt x="0" y="1576"/>
                    <a:pt x="1113" y="10313"/>
                  </a:cubicBezTo>
                  <a:cubicBezTo>
                    <a:pt x="1737" y="15239"/>
                    <a:pt x="5380" y="18639"/>
                    <a:pt x="9442" y="18639"/>
                  </a:cubicBezTo>
                  <a:cubicBezTo>
                    <a:pt x="12318" y="18639"/>
                    <a:pt x="15403" y="16935"/>
                    <a:pt x="17776" y="12862"/>
                  </a:cubicBezTo>
                  <a:lnTo>
                    <a:pt x="17776" y="12862"/>
                  </a:lnTo>
                  <a:cubicBezTo>
                    <a:pt x="17776" y="12862"/>
                    <a:pt x="16919" y="12941"/>
                    <a:pt x="15721" y="12941"/>
                  </a:cubicBezTo>
                  <a:cubicBezTo>
                    <a:pt x="13430" y="12941"/>
                    <a:pt x="9894" y="12652"/>
                    <a:pt x="8737" y="10962"/>
                  </a:cubicBezTo>
                  <a:cubicBezTo>
                    <a:pt x="6675" y="7926"/>
                    <a:pt x="11912" y="0"/>
                    <a:pt x="1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7"/>
            <p:cNvSpPr/>
            <p:nvPr/>
          </p:nvSpPr>
          <p:spPr>
            <a:xfrm>
              <a:off x="7019414" y="3784006"/>
              <a:ext cx="65550" cy="79986"/>
            </a:xfrm>
            <a:custGeom>
              <a:rect b="b" l="l" r="r" t="t"/>
              <a:pathLst>
                <a:path extrusionOk="0" h="1762" w="1444">
                  <a:moveTo>
                    <a:pt x="1258" y="0"/>
                  </a:moveTo>
                  <a:cubicBezTo>
                    <a:pt x="1211" y="0"/>
                    <a:pt x="1165" y="23"/>
                    <a:pt x="1188" y="70"/>
                  </a:cubicBezTo>
                  <a:cubicBezTo>
                    <a:pt x="1211" y="394"/>
                    <a:pt x="1234" y="1275"/>
                    <a:pt x="1026" y="1530"/>
                  </a:cubicBezTo>
                  <a:cubicBezTo>
                    <a:pt x="980" y="1553"/>
                    <a:pt x="956" y="1576"/>
                    <a:pt x="910" y="1576"/>
                  </a:cubicBezTo>
                  <a:cubicBezTo>
                    <a:pt x="901" y="1577"/>
                    <a:pt x="892" y="1578"/>
                    <a:pt x="883" y="1578"/>
                  </a:cubicBezTo>
                  <a:cubicBezTo>
                    <a:pt x="591" y="1578"/>
                    <a:pt x="303" y="867"/>
                    <a:pt x="168" y="417"/>
                  </a:cubicBezTo>
                  <a:cubicBezTo>
                    <a:pt x="160" y="382"/>
                    <a:pt x="130" y="367"/>
                    <a:pt x="100" y="367"/>
                  </a:cubicBezTo>
                  <a:cubicBezTo>
                    <a:pt x="52" y="367"/>
                    <a:pt x="1" y="406"/>
                    <a:pt x="29" y="464"/>
                  </a:cubicBezTo>
                  <a:cubicBezTo>
                    <a:pt x="53" y="603"/>
                    <a:pt x="377" y="1761"/>
                    <a:pt x="887" y="1761"/>
                  </a:cubicBezTo>
                  <a:lnTo>
                    <a:pt x="933" y="1761"/>
                  </a:lnTo>
                  <a:cubicBezTo>
                    <a:pt x="1003" y="1738"/>
                    <a:pt x="1072" y="1715"/>
                    <a:pt x="1142" y="1646"/>
                  </a:cubicBezTo>
                  <a:cubicBezTo>
                    <a:pt x="1443" y="1298"/>
                    <a:pt x="1327" y="185"/>
                    <a:pt x="1327" y="70"/>
                  </a:cubicBezTo>
                  <a:cubicBezTo>
                    <a:pt x="1327" y="23"/>
                    <a:pt x="1304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7"/>
            <p:cNvSpPr/>
            <p:nvPr/>
          </p:nvSpPr>
          <p:spPr>
            <a:xfrm>
              <a:off x="7151014" y="3746873"/>
              <a:ext cx="65414" cy="80304"/>
            </a:xfrm>
            <a:custGeom>
              <a:rect b="b" l="l" r="r" t="t"/>
              <a:pathLst>
                <a:path extrusionOk="0" h="1769" w="1441">
                  <a:moveTo>
                    <a:pt x="1258" y="0"/>
                  </a:moveTo>
                  <a:cubicBezTo>
                    <a:pt x="1217" y="0"/>
                    <a:pt x="1173" y="36"/>
                    <a:pt x="1186" y="100"/>
                  </a:cubicBezTo>
                  <a:cubicBezTo>
                    <a:pt x="1209" y="401"/>
                    <a:pt x="1232" y="1282"/>
                    <a:pt x="1001" y="1537"/>
                  </a:cubicBezTo>
                  <a:cubicBezTo>
                    <a:pt x="977" y="1560"/>
                    <a:pt x="954" y="1583"/>
                    <a:pt x="908" y="1606"/>
                  </a:cubicBezTo>
                  <a:cubicBezTo>
                    <a:pt x="903" y="1606"/>
                    <a:pt x="898" y="1607"/>
                    <a:pt x="894" y="1607"/>
                  </a:cubicBezTo>
                  <a:cubicBezTo>
                    <a:pt x="597" y="1607"/>
                    <a:pt x="303" y="903"/>
                    <a:pt x="166" y="447"/>
                  </a:cubicBezTo>
                  <a:cubicBezTo>
                    <a:pt x="157" y="399"/>
                    <a:pt x="122" y="379"/>
                    <a:pt x="89" y="379"/>
                  </a:cubicBezTo>
                  <a:cubicBezTo>
                    <a:pt x="44" y="379"/>
                    <a:pt x="0" y="417"/>
                    <a:pt x="27" y="470"/>
                  </a:cubicBezTo>
                  <a:cubicBezTo>
                    <a:pt x="50" y="610"/>
                    <a:pt x="375" y="1768"/>
                    <a:pt x="885" y="1768"/>
                  </a:cubicBezTo>
                  <a:lnTo>
                    <a:pt x="908" y="1768"/>
                  </a:lnTo>
                  <a:cubicBezTo>
                    <a:pt x="1001" y="1768"/>
                    <a:pt x="1070" y="1722"/>
                    <a:pt x="1140" y="1652"/>
                  </a:cubicBezTo>
                  <a:cubicBezTo>
                    <a:pt x="1441" y="1305"/>
                    <a:pt x="1325" y="192"/>
                    <a:pt x="1325" y="76"/>
                  </a:cubicBezTo>
                  <a:cubicBezTo>
                    <a:pt x="1325" y="24"/>
                    <a:pt x="1292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7"/>
            <p:cNvSpPr/>
            <p:nvPr/>
          </p:nvSpPr>
          <p:spPr>
            <a:xfrm>
              <a:off x="7123822" y="3851326"/>
              <a:ext cx="53702" cy="64189"/>
            </a:xfrm>
            <a:custGeom>
              <a:rect b="b" l="l" r="r" t="t"/>
              <a:pathLst>
                <a:path extrusionOk="0" h="1414" w="1183">
                  <a:moveTo>
                    <a:pt x="1113" y="0"/>
                  </a:moveTo>
                  <a:cubicBezTo>
                    <a:pt x="1067" y="0"/>
                    <a:pt x="1020" y="23"/>
                    <a:pt x="1020" y="70"/>
                  </a:cubicBezTo>
                  <a:cubicBezTo>
                    <a:pt x="997" y="672"/>
                    <a:pt x="881" y="1229"/>
                    <a:pt x="789" y="1252"/>
                  </a:cubicBezTo>
                  <a:cubicBezTo>
                    <a:pt x="787" y="1252"/>
                    <a:pt x="784" y="1253"/>
                    <a:pt x="782" y="1253"/>
                  </a:cubicBezTo>
                  <a:cubicBezTo>
                    <a:pt x="702" y="1253"/>
                    <a:pt x="411" y="865"/>
                    <a:pt x="163" y="302"/>
                  </a:cubicBezTo>
                  <a:cubicBezTo>
                    <a:pt x="163" y="255"/>
                    <a:pt x="116" y="255"/>
                    <a:pt x="70" y="255"/>
                  </a:cubicBezTo>
                  <a:cubicBezTo>
                    <a:pt x="24" y="278"/>
                    <a:pt x="1" y="325"/>
                    <a:pt x="24" y="371"/>
                  </a:cubicBezTo>
                  <a:cubicBezTo>
                    <a:pt x="209" y="765"/>
                    <a:pt x="534" y="1414"/>
                    <a:pt x="812" y="1414"/>
                  </a:cubicBezTo>
                  <a:lnTo>
                    <a:pt x="858" y="1414"/>
                  </a:lnTo>
                  <a:cubicBezTo>
                    <a:pt x="1113" y="1321"/>
                    <a:pt x="1182" y="441"/>
                    <a:pt x="1182" y="70"/>
                  </a:cubicBezTo>
                  <a:cubicBezTo>
                    <a:pt x="1182" y="23"/>
                    <a:pt x="1159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7"/>
            <p:cNvSpPr/>
            <p:nvPr/>
          </p:nvSpPr>
          <p:spPr>
            <a:xfrm>
              <a:off x="6997579" y="3860768"/>
              <a:ext cx="50525" cy="49526"/>
            </a:xfrm>
            <a:custGeom>
              <a:rect b="b" l="l" r="r" t="t"/>
              <a:pathLst>
                <a:path extrusionOk="0" h="1091" w="1113">
                  <a:moveTo>
                    <a:pt x="557" y="1"/>
                  </a:moveTo>
                  <a:cubicBezTo>
                    <a:pt x="255" y="1"/>
                    <a:pt x="1" y="256"/>
                    <a:pt x="1" y="557"/>
                  </a:cubicBezTo>
                  <a:cubicBezTo>
                    <a:pt x="1" y="858"/>
                    <a:pt x="255" y="1090"/>
                    <a:pt x="557" y="1090"/>
                  </a:cubicBezTo>
                  <a:cubicBezTo>
                    <a:pt x="858" y="1090"/>
                    <a:pt x="1113" y="858"/>
                    <a:pt x="1113" y="557"/>
                  </a:cubicBezTo>
                  <a:cubicBezTo>
                    <a:pt x="1113" y="256"/>
                    <a:pt x="858" y="1"/>
                    <a:pt x="5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7"/>
            <p:cNvSpPr/>
            <p:nvPr/>
          </p:nvSpPr>
          <p:spPr>
            <a:xfrm>
              <a:off x="7083830" y="3477455"/>
              <a:ext cx="33728" cy="26738"/>
            </a:xfrm>
            <a:custGeom>
              <a:rect b="b" l="l" r="r" t="t"/>
              <a:pathLst>
                <a:path extrusionOk="0" h="589" w="743">
                  <a:moveTo>
                    <a:pt x="683" y="0"/>
                  </a:moveTo>
                  <a:cubicBezTo>
                    <a:pt x="673" y="0"/>
                    <a:pt x="662" y="3"/>
                    <a:pt x="650" y="9"/>
                  </a:cubicBezTo>
                  <a:cubicBezTo>
                    <a:pt x="580" y="9"/>
                    <a:pt x="1" y="195"/>
                    <a:pt x="1" y="519"/>
                  </a:cubicBezTo>
                  <a:cubicBezTo>
                    <a:pt x="1" y="542"/>
                    <a:pt x="47" y="588"/>
                    <a:pt x="70" y="588"/>
                  </a:cubicBezTo>
                  <a:cubicBezTo>
                    <a:pt x="117" y="588"/>
                    <a:pt x="163" y="542"/>
                    <a:pt x="163" y="519"/>
                  </a:cubicBezTo>
                  <a:cubicBezTo>
                    <a:pt x="163" y="357"/>
                    <a:pt x="511" y="195"/>
                    <a:pt x="696" y="148"/>
                  </a:cubicBezTo>
                  <a:cubicBezTo>
                    <a:pt x="719" y="148"/>
                    <a:pt x="743" y="102"/>
                    <a:pt x="743" y="55"/>
                  </a:cubicBezTo>
                  <a:cubicBezTo>
                    <a:pt x="726" y="22"/>
                    <a:pt x="709" y="0"/>
                    <a:pt x="6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7"/>
            <p:cNvSpPr/>
            <p:nvPr/>
          </p:nvSpPr>
          <p:spPr>
            <a:xfrm>
              <a:off x="7085963" y="3520580"/>
              <a:ext cx="34773" cy="26738"/>
            </a:xfrm>
            <a:custGeom>
              <a:rect b="b" l="l" r="r" t="t"/>
              <a:pathLst>
                <a:path extrusionOk="0" h="589" w="766">
                  <a:moveTo>
                    <a:pt x="686" y="0"/>
                  </a:moveTo>
                  <a:cubicBezTo>
                    <a:pt x="674" y="0"/>
                    <a:pt x="662" y="3"/>
                    <a:pt x="649" y="9"/>
                  </a:cubicBezTo>
                  <a:cubicBezTo>
                    <a:pt x="580" y="32"/>
                    <a:pt x="0" y="195"/>
                    <a:pt x="0" y="519"/>
                  </a:cubicBezTo>
                  <a:cubicBezTo>
                    <a:pt x="0" y="542"/>
                    <a:pt x="47" y="589"/>
                    <a:pt x="93" y="589"/>
                  </a:cubicBezTo>
                  <a:cubicBezTo>
                    <a:pt x="139" y="589"/>
                    <a:pt x="162" y="565"/>
                    <a:pt x="162" y="519"/>
                  </a:cubicBezTo>
                  <a:cubicBezTo>
                    <a:pt x="162" y="357"/>
                    <a:pt x="510" y="195"/>
                    <a:pt x="696" y="148"/>
                  </a:cubicBezTo>
                  <a:cubicBezTo>
                    <a:pt x="742" y="148"/>
                    <a:pt x="765" y="102"/>
                    <a:pt x="742" y="56"/>
                  </a:cubicBezTo>
                  <a:cubicBezTo>
                    <a:pt x="742" y="22"/>
                    <a:pt x="717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7"/>
            <p:cNvSpPr/>
            <p:nvPr/>
          </p:nvSpPr>
          <p:spPr>
            <a:xfrm>
              <a:off x="7305810" y="4149025"/>
              <a:ext cx="37950" cy="21109"/>
            </a:xfrm>
            <a:custGeom>
              <a:rect b="b" l="l" r="r" t="t"/>
              <a:pathLst>
                <a:path extrusionOk="0" h="465" w="836">
                  <a:moveTo>
                    <a:pt x="766" y="1"/>
                  </a:moveTo>
                  <a:cubicBezTo>
                    <a:pt x="719" y="1"/>
                    <a:pt x="673" y="24"/>
                    <a:pt x="673" y="70"/>
                  </a:cubicBezTo>
                  <a:cubicBezTo>
                    <a:pt x="650" y="233"/>
                    <a:pt x="256" y="302"/>
                    <a:pt x="94" y="302"/>
                  </a:cubicBezTo>
                  <a:cubicBezTo>
                    <a:pt x="47" y="302"/>
                    <a:pt x="1" y="325"/>
                    <a:pt x="24" y="372"/>
                  </a:cubicBezTo>
                  <a:cubicBezTo>
                    <a:pt x="24" y="418"/>
                    <a:pt x="47" y="464"/>
                    <a:pt x="94" y="464"/>
                  </a:cubicBezTo>
                  <a:cubicBezTo>
                    <a:pt x="163" y="464"/>
                    <a:pt x="766" y="418"/>
                    <a:pt x="835" y="94"/>
                  </a:cubicBezTo>
                  <a:cubicBezTo>
                    <a:pt x="835" y="47"/>
                    <a:pt x="812" y="24"/>
                    <a:pt x="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7"/>
            <p:cNvSpPr/>
            <p:nvPr/>
          </p:nvSpPr>
          <p:spPr>
            <a:xfrm>
              <a:off x="7354201" y="4103403"/>
              <a:ext cx="37950" cy="20428"/>
            </a:xfrm>
            <a:custGeom>
              <a:rect b="b" l="l" r="r" t="t"/>
              <a:pathLst>
                <a:path extrusionOk="0" h="450" w="836">
                  <a:moveTo>
                    <a:pt x="729" y="0"/>
                  </a:moveTo>
                  <a:cubicBezTo>
                    <a:pt x="698" y="0"/>
                    <a:pt x="673" y="22"/>
                    <a:pt x="673" y="56"/>
                  </a:cubicBezTo>
                  <a:cubicBezTo>
                    <a:pt x="650" y="218"/>
                    <a:pt x="256" y="287"/>
                    <a:pt x="94" y="287"/>
                  </a:cubicBezTo>
                  <a:cubicBezTo>
                    <a:pt x="2" y="310"/>
                    <a:pt x="1" y="424"/>
                    <a:pt x="91" y="449"/>
                  </a:cubicBezTo>
                  <a:lnTo>
                    <a:pt x="91" y="449"/>
                  </a:lnTo>
                  <a:cubicBezTo>
                    <a:pt x="218" y="442"/>
                    <a:pt x="747" y="383"/>
                    <a:pt x="812" y="102"/>
                  </a:cubicBezTo>
                  <a:cubicBezTo>
                    <a:pt x="835" y="56"/>
                    <a:pt x="789" y="9"/>
                    <a:pt x="766" y="9"/>
                  </a:cubicBezTo>
                  <a:cubicBezTo>
                    <a:pt x="753" y="3"/>
                    <a:pt x="741" y="0"/>
                    <a:pt x="729" y="0"/>
                  </a:cubicBezTo>
                  <a:close/>
                  <a:moveTo>
                    <a:pt x="91" y="449"/>
                  </a:moveTo>
                  <a:cubicBezTo>
                    <a:pt x="82" y="449"/>
                    <a:pt x="75" y="450"/>
                    <a:pt x="70" y="450"/>
                  </a:cubicBezTo>
                  <a:lnTo>
                    <a:pt x="94" y="450"/>
                  </a:lnTo>
                  <a:cubicBezTo>
                    <a:pt x="93" y="449"/>
                    <a:pt x="92" y="449"/>
                    <a:pt x="91" y="4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7"/>
            <p:cNvSpPr/>
            <p:nvPr/>
          </p:nvSpPr>
          <p:spPr>
            <a:xfrm>
              <a:off x="7372087" y="4136587"/>
              <a:ext cx="37950" cy="20927"/>
            </a:xfrm>
            <a:custGeom>
              <a:rect b="b" l="l" r="r" t="t"/>
              <a:pathLst>
                <a:path extrusionOk="0" h="461" w="836">
                  <a:moveTo>
                    <a:pt x="726" y="1"/>
                  </a:moveTo>
                  <a:cubicBezTo>
                    <a:pt x="694" y="1"/>
                    <a:pt x="666" y="34"/>
                    <a:pt x="650" y="66"/>
                  </a:cubicBezTo>
                  <a:cubicBezTo>
                    <a:pt x="627" y="229"/>
                    <a:pt x="256" y="298"/>
                    <a:pt x="70" y="298"/>
                  </a:cubicBezTo>
                  <a:cubicBezTo>
                    <a:pt x="24" y="298"/>
                    <a:pt x="1" y="321"/>
                    <a:pt x="1" y="368"/>
                  </a:cubicBezTo>
                  <a:cubicBezTo>
                    <a:pt x="1" y="414"/>
                    <a:pt x="24" y="460"/>
                    <a:pt x="70" y="460"/>
                  </a:cubicBezTo>
                  <a:lnTo>
                    <a:pt x="94" y="460"/>
                  </a:lnTo>
                  <a:cubicBezTo>
                    <a:pt x="163" y="460"/>
                    <a:pt x="766" y="414"/>
                    <a:pt x="835" y="113"/>
                  </a:cubicBezTo>
                  <a:cubicBezTo>
                    <a:pt x="835" y="66"/>
                    <a:pt x="812" y="20"/>
                    <a:pt x="766" y="20"/>
                  </a:cubicBezTo>
                  <a:cubicBezTo>
                    <a:pt x="752" y="6"/>
                    <a:pt x="739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7"/>
            <p:cNvSpPr/>
            <p:nvPr/>
          </p:nvSpPr>
          <p:spPr>
            <a:xfrm>
              <a:off x="7419433" y="4093280"/>
              <a:ext cx="37950" cy="21109"/>
            </a:xfrm>
            <a:custGeom>
              <a:rect b="b" l="l" r="r" t="t"/>
              <a:pathLst>
                <a:path extrusionOk="0" h="465" w="836">
                  <a:moveTo>
                    <a:pt x="766" y="1"/>
                  </a:moveTo>
                  <a:cubicBezTo>
                    <a:pt x="719" y="1"/>
                    <a:pt x="673" y="24"/>
                    <a:pt x="673" y="70"/>
                  </a:cubicBezTo>
                  <a:cubicBezTo>
                    <a:pt x="650" y="232"/>
                    <a:pt x="279" y="302"/>
                    <a:pt x="93" y="302"/>
                  </a:cubicBezTo>
                  <a:cubicBezTo>
                    <a:pt x="47" y="302"/>
                    <a:pt x="1" y="348"/>
                    <a:pt x="24" y="395"/>
                  </a:cubicBezTo>
                  <a:cubicBezTo>
                    <a:pt x="24" y="418"/>
                    <a:pt x="47" y="464"/>
                    <a:pt x="93" y="464"/>
                  </a:cubicBezTo>
                  <a:cubicBezTo>
                    <a:pt x="163" y="464"/>
                    <a:pt x="766" y="418"/>
                    <a:pt x="812" y="93"/>
                  </a:cubicBezTo>
                  <a:cubicBezTo>
                    <a:pt x="835" y="47"/>
                    <a:pt x="812" y="24"/>
                    <a:pt x="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7"/>
            <p:cNvSpPr/>
            <p:nvPr/>
          </p:nvSpPr>
          <p:spPr>
            <a:xfrm>
              <a:off x="7258463" y="4136405"/>
              <a:ext cx="37950" cy="21109"/>
            </a:xfrm>
            <a:custGeom>
              <a:rect b="b" l="l" r="r" t="t"/>
              <a:pathLst>
                <a:path extrusionOk="0" h="465" w="836">
                  <a:moveTo>
                    <a:pt x="766" y="1"/>
                  </a:moveTo>
                  <a:cubicBezTo>
                    <a:pt x="719" y="1"/>
                    <a:pt x="673" y="24"/>
                    <a:pt x="673" y="70"/>
                  </a:cubicBezTo>
                  <a:cubicBezTo>
                    <a:pt x="650" y="233"/>
                    <a:pt x="256" y="302"/>
                    <a:pt x="94" y="302"/>
                  </a:cubicBezTo>
                  <a:cubicBezTo>
                    <a:pt x="47" y="302"/>
                    <a:pt x="1" y="348"/>
                    <a:pt x="1" y="372"/>
                  </a:cubicBezTo>
                  <a:cubicBezTo>
                    <a:pt x="1" y="415"/>
                    <a:pt x="42" y="459"/>
                    <a:pt x="86" y="464"/>
                  </a:cubicBezTo>
                  <a:lnTo>
                    <a:pt x="86" y="464"/>
                  </a:lnTo>
                  <a:cubicBezTo>
                    <a:pt x="202" y="459"/>
                    <a:pt x="746" y="401"/>
                    <a:pt x="812" y="93"/>
                  </a:cubicBezTo>
                  <a:cubicBezTo>
                    <a:pt x="835" y="70"/>
                    <a:pt x="789" y="24"/>
                    <a:pt x="766" y="1"/>
                  </a:cubicBezTo>
                  <a:close/>
                  <a:moveTo>
                    <a:pt x="86" y="464"/>
                  </a:moveTo>
                  <a:cubicBezTo>
                    <a:pt x="79" y="464"/>
                    <a:pt x="74" y="464"/>
                    <a:pt x="71" y="464"/>
                  </a:cubicBezTo>
                  <a:lnTo>
                    <a:pt x="94" y="464"/>
                  </a:lnTo>
                  <a:cubicBezTo>
                    <a:pt x="91" y="464"/>
                    <a:pt x="89" y="464"/>
                    <a:pt x="86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7"/>
            <p:cNvSpPr/>
            <p:nvPr/>
          </p:nvSpPr>
          <p:spPr>
            <a:xfrm>
              <a:off x="7231136" y="4175717"/>
              <a:ext cx="41082" cy="12302"/>
            </a:xfrm>
            <a:custGeom>
              <a:rect b="b" l="l" r="r" t="t"/>
              <a:pathLst>
                <a:path extrusionOk="0" h="271" w="905">
                  <a:moveTo>
                    <a:pt x="820" y="0"/>
                  </a:moveTo>
                  <a:cubicBezTo>
                    <a:pt x="800" y="0"/>
                    <a:pt x="779" y="11"/>
                    <a:pt x="765" y="39"/>
                  </a:cubicBezTo>
                  <a:cubicBezTo>
                    <a:pt x="728" y="85"/>
                    <a:pt x="645" y="102"/>
                    <a:pt x="547" y="102"/>
                  </a:cubicBezTo>
                  <a:cubicBezTo>
                    <a:pt x="403" y="102"/>
                    <a:pt x="227" y="66"/>
                    <a:pt x="116" y="39"/>
                  </a:cubicBezTo>
                  <a:cubicBezTo>
                    <a:pt x="104" y="32"/>
                    <a:pt x="91" y="29"/>
                    <a:pt x="80" y="29"/>
                  </a:cubicBezTo>
                  <a:cubicBezTo>
                    <a:pt x="48" y="29"/>
                    <a:pt x="24" y="51"/>
                    <a:pt x="24" y="85"/>
                  </a:cubicBezTo>
                  <a:cubicBezTo>
                    <a:pt x="0" y="131"/>
                    <a:pt x="24" y="154"/>
                    <a:pt x="70" y="178"/>
                  </a:cubicBezTo>
                  <a:cubicBezTo>
                    <a:pt x="209" y="224"/>
                    <a:pt x="371" y="247"/>
                    <a:pt x="533" y="270"/>
                  </a:cubicBezTo>
                  <a:cubicBezTo>
                    <a:pt x="649" y="270"/>
                    <a:pt x="788" y="224"/>
                    <a:pt x="881" y="108"/>
                  </a:cubicBezTo>
                  <a:cubicBezTo>
                    <a:pt x="904" y="85"/>
                    <a:pt x="904" y="39"/>
                    <a:pt x="858" y="15"/>
                  </a:cubicBezTo>
                  <a:cubicBezTo>
                    <a:pt x="848" y="6"/>
                    <a:pt x="835" y="0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7"/>
            <p:cNvSpPr/>
            <p:nvPr/>
          </p:nvSpPr>
          <p:spPr>
            <a:xfrm>
              <a:off x="7033351" y="3571059"/>
              <a:ext cx="33728" cy="29915"/>
            </a:xfrm>
            <a:custGeom>
              <a:rect b="b" l="l" r="r" t="t"/>
              <a:pathLst>
                <a:path extrusionOk="0" h="659" w="743">
                  <a:moveTo>
                    <a:pt x="649" y="1"/>
                  </a:moveTo>
                  <a:cubicBezTo>
                    <a:pt x="640" y="1"/>
                    <a:pt x="632" y="3"/>
                    <a:pt x="626" y="10"/>
                  </a:cubicBezTo>
                  <a:cubicBezTo>
                    <a:pt x="534" y="33"/>
                    <a:pt x="0" y="265"/>
                    <a:pt x="47" y="589"/>
                  </a:cubicBezTo>
                  <a:cubicBezTo>
                    <a:pt x="47" y="635"/>
                    <a:pt x="70" y="659"/>
                    <a:pt x="116" y="659"/>
                  </a:cubicBezTo>
                  <a:lnTo>
                    <a:pt x="140" y="659"/>
                  </a:lnTo>
                  <a:cubicBezTo>
                    <a:pt x="186" y="659"/>
                    <a:pt x="209" y="612"/>
                    <a:pt x="209" y="566"/>
                  </a:cubicBezTo>
                  <a:cubicBezTo>
                    <a:pt x="186" y="427"/>
                    <a:pt x="510" y="218"/>
                    <a:pt x="673" y="149"/>
                  </a:cubicBezTo>
                  <a:cubicBezTo>
                    <a:pt x="719" y="126"/>
                    <a:pt x="742" y="79"/>
                    <a:pt x="719" y="56"/>
                  </a:cubicBezTo>
                  <a:cubicBezTo>
                    <a:pt x="702" y="22"/>
                    <a:pt x="673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7"/>
            <p:cNvSpPr/>
            <p:nvPr/>
          </p:nvSpPr>
          <p:spPr>
            <a:xfrm>
              <a:off x="6978650" y="3576324"/>
              <a:ext cx="33683" cy="29915"/>
            </a:xfrm>
            <a:custGeom>
              <a:rect b="b" l="l" r="r" t="t"/>
              <a:pathLst>
                <a:path extrusionOk="0" h="659" w="742">
                  <a:moveTo>
                    <a:pt x="663" y="0"/>
                  </a:moveTo>
                  <a:cubicBezTo>
                    <a:pt x="651" y="0"/>
                    <a:pt x="639" y="3"/>
                    <a:pt x="626" y="10"/>
                  </a:cubicBezTo>
                  <a:cubicBezTo>
                    <a:pt x="557" y="33"/>
                    <a:pt x="0" y="265"/>
                    <a:pt x="47" y="589"/>
                  </a:cubicBezTo>
                  <a:cubicBezTo>
                    <a:pt x="47" y="635"/>
                    <a:pt x="93" y="658"/>
                    <a:pt x="139" y="658"/>
                  </a:cubicBezTo>
                  <a:lnTo>
                    <a:pt x="163" y="658"/>
                  </a:lnTo>
                  <a:cubicBezTo>
                    <a:pt x="209" y="658"/>
                    <a:pt x="232" y="612"/>
                    <a:pt x="232" y="566"/>
                  </a:cubicBezTo>
                  <a:cubicBezTo>
                    <a:pt x="209" y="427"/>
                    <a:pt x="533" y="218"/>
                    <a:pt x="696" y="149"/>
                  </a:cubicBezTo>
                  <a:cubicBezTo>
                    <a:pt x="742" y="125"/>
                    <a:pt x="742" y="79"/>
                    <a:pt x="742" y="56"/>
                  </a:cubicBezTo>
                  <a:cubicBezTo>
                    <a:pt x="725" y="22"/>
                    <a:pt x="696" y="0"/>
                    <a:pt x="6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7"/>
            <p:cNvSpPr/>
            <p:nvPr/>
          </p:nvSpPr>
          <p:spPr>
            <a:xfrm>
              <a:off x="7143796" y="3453350"/>
              <a:ext cx="35817" cy="24559"/>
            </a:xfrm>
            <a:custGeom>
              <a:rect b="b" l="l" r="r" t="t"/>
              <a:pathLst>
                <a:path extrusionOk="0" h="541" w="789">
                  <a:moveTo>
                    <a:pt x="720" y="1"/>
                  </a:moveTo>
                  <a:cubicBezTo>
                    <a:pt x="713" y="1"/>
                    <a:pt x="705" y="3"/>
                    <a:pt x="696" y="7"/>
                  </a:cubicBezTo>
                  <a:cubicBezTo>
                    <a:pt x="627" y="7"/>
                    <a:pt x="24" y="123"/>
                    <a:pt x="1" y="447"/>
                  </a:cubicBezTo>
                  <a:cubicBezTo>
                    <a:pt x="1" y="494"/>
                    <a:pt x="24" y="517"/>
                    <a:pt x="70" y="540"/>
                  </a:cubicBezTo>
                  <a:cubicBezTo>
                    <a:pt x="117" y="540"/>
                    <a:pt x="163" y="494"/>
                    <a:pt x="163" y="447"/>
                  </a:cubicBezTo>
                  <a:cubicBezTo>
                    <a:pt x="186" y="308"/>
                    <a:pt x="534" y="192"/>
                    <a:pt x="719" y="146"/>
                  </a:cubicBezTo>
                  <a:cubicBezTo>
                    <a:pt x="766" y="146"/>
                    <a:pt x="789" y="100"/>
                    <a:pt x="789" y="53"/>
                  </a:cubicBezTo>
                  <a:cubicBezTo>
                    <a:pt x="770" y="35"/>
                    <a:pt x="751" y="1"/>
                    <a:pt x="7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7"/>
            <p:cNvSpPr/>
            <p:nvPr/>
          </p:nvSpPr>
          <p:spPr>
            <a:xfrm>
              <a:off x="7130132" y="3492480"/>
              <a:ext cx="36588" cy="24332"/>
            </a:xfrm>
            <a:custGeom>
              <a:rect b="b" l="l" r="r" t="t"/>
              <a:pathLst>
                <a:path extrusionOk="0" h="536" w="806">
                  <a:moveTo>
                    <a:pt x="713" y="0"/>
                  </a:moveTo>
                  <a:cubicBezTo>
                    <a:pt x="708" y="0"/>
                    <a:pt x="702" y="1"/>
                    <a:pt x="696" y="3"/>
                  </a:cubicBezTo>
                  <a:cubicBezTo>
                    <a:pt x="626" y="3"/>
                    <a:pt x="24" y="118"/>
                    <a:pt x="1" y="443"/>
                  </a:cubicBezTo>
                  <a:cubicBezTo>
                    <a:pt x="1" y="489"/>
                    <a:pt x="24" y="512"/>
                    <a:pt x="70" y="536"/>
                  </a:cubicBezTo>
                  <a:cubicBezTo>
                    <a:pt x="116" y="536"/>
                    <a:pt x="163" y="489"/>
                    <a:pt x="163" y="443"/>
                  </a:cubicBezTo>
                  <a:cubicBezTo>
                    <a:pt x="163" y="304"/>
                    <a:pt x="534" y="188"/>
                    <a:pt x="719" y="165"/>
                  </a:cubicBezTo>
                  <a:cubicBezTo>
                    <a:pt x="806" y="143"/>
                    <a:pt x="791" y="0"/>
                    <a:pt x="7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7"/>
            <p:cNvSpPr/>
            <p:nvPr/>
          </p:nvSpPr>
          <p:spPr>
            <a:xfrm>
              <a:off x="7031262" y="3527934"/>
              <a:ext cx="33683" cy="26738"/>
            </a:xfrm>
            <a:custGeom>
              <a:rect b="b" l="l" r="r" t="t"/>
              <a:pathLst>
                <a:path extrusionOk="0" h="589" w="742">
                  <a:moveTo>
                    <a:pt x="672" y="0"/>
                  </a:moveTo>
                  <a:cubicBezTo>
                    <a:pt x="663" y="0"/>
                    <a:pt x="655" y="3"/>
                    <a:pt x="649" y="10"/>
                  </a:cubicBezTo>
                  <a:cubicBezTo>
                    <a:pt x="580" y="10"/>
                    <a:pt x="0" y="172"/>
                    <a:pt x="0" y="496"/>
                  </a:cubicBezTo>
                  <a:cubicBezTo>
                    <a:pt x="0" y="543"/>
                    <a:pt x="23" y="589"/>
                    <a:pt x="70" y="589"/>
                  </a:cubicBezTo>
                  <a:cubicBezTo>
                    <a:pt x="116" y="589"/>
                    <a:pt x="162" y="543"/>
                    <a:pt x="162" y="496"/>
                  </a:cubicBezTo>
                  <a:cubicBezTo>
                    <a:pt x="162" y="357"/>
                    <a:pt x="510" y="195"/>
                    <a:pt x="672" y="149"/>
                  </a:cubicBezTo>
                  <a:cubicBezTo>
                    <a:pt x="719" y="149"/>
                    <a:pt x="742" y="102"/>
                    <a:pt x="742" y="56"/>
                  </a:cubicBezTo>
                  <a:cubicBezTo>
                    <a:pt x="725" y="22"/>
                    <a:pt x="695" y="0"/>
                    <a:pt x="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2" name="Google Shape;552;p47"/>
          <p:cNvGrpSpPr/>
          <p:nvPr/>
        </p:nvGrpSpPr>
        <p:grpSpPr>
          <a:xfrm>
            <a:off x="6246700" y="3361373"/>
            <a:ext cx="2116849" cy="1337621"/>
            <a:chOff x="6246700" y="3361373"/>
            <a:chExt cx="2116849" cy="1337621"/>
          </a:xfrm>
        </p:grpSpPr>
        <p:grpSp>
          <p:nvGrpSpPr>
            <p:cNvPr id="553" name="Google Shape;553;p47"/>
            <p:cNvGrpSpPr/>
            <p:nvPr/>
          </p:nvGrpSpPr>
          <p:grpSpPr>
            <a:xfrm>
              <a:off x="6246700" y="3361373"/>
              <a:ext cx="2116849" cy="1332084"/>
              <a:chOff x="4210805" y="3242978"/>
              <a:chExt cx="1908103" cy="1200724"/>
            </a:xfrm>
          </p:grpSpPr>
          <p:sp>
            <p:nvSpPr>
              <p:cNvPr id="554" name="Google Shape;554;p47"/>
              <p:cNvSpPr/>
              <p:nvPr/>
            </p:nvSpPr>
            <p:spPr>
              <a:xfrm>
                <a:off x="5169512" y="3407560"/>
                <a:ext cx="753296" cy="753357"/>
              </a:xfrm>
              <a:custGeom>
                <a:rect b="b" l="l" r="r" t="t"/>
                <a:pathLst>
                  <a:path extrusionOk="0" h="12377" w="12376">
                    <a:moveTo>
                      <a:pt x="6188" y="1"/>
                    </a:moveTo>
                    <a:cubicBezTo>
                      <a:pt x="2758" y="1"/>
                      <a:pt x="0" y="2758"/>
                      <a:pt x="0" y="6188"/>
                    </a:cubicBezTo>
                    <a:cubicBezTo>
                      <a:pt x="0" y="9595"/>
                      <a:pt x="2758" y="12376"/>
                      <a:pt x="6188" y="12376"/>
                    </a:cubicBezTo>
                    <a:cubicBezTo>
                      <a:pt x="9595" y="12376"/>
                      <a:pt x="12376" y="9595"/>
                      <a:pt x="12376" y="6188"/>
                    </a:cubicBezTo>
                    <a:cubicBezTo>
                      <a:pt x="12376" y="2758"/>
                      <a:pt x="9595" y="1"/>
                      <a:pt x="61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47"/>
              <p:cNvSpPr/>
              <p:nvPr/>
            </p:nvSpPr>
            <p:spPr>
              <a:xfrm>
                <a:off x="5169512" y="3407560"/>
                <a:ext cx="753296" cy="753357"/>
              </a:xfrm>
              <a:custGeom>
                <a:rect b="b" l="l" r="r" t="t"/>
                <a:pathLst>
                  <a:path extrusionOk="0" h="12377" w="12376">
                    <a:moveTo>
                      <a:pt x="6188" y="1"/>
                    </a:moveTo>
                    <a:cubicBezTo>
                      <a:pt x="2758" y="1"/>
                      <a:pt x="0" y="2758"/>
                      <a:pt x="0" y="6188"/>
                    </a:cubicBezTo>
                    <a:cubicBezTo>
                      <a:pt x="0" y="9595"/>
                      <a:pt x="2758" y="12376"/>
                      <a:pt x="6188" y="12376"/>
                    </a:cubicBezTo>
                    <a:cubicBezTo>
                      <a:pt x="9595" y="12376"/>
                      <a:pt x="12376" y="9595"/>
                      <a:pt x="12376" y="6188"/>
                    </a:cubicBezTo>
                    <a:cubicBezTo>
                      <a:pt x="12376" y="2758"/>
                      <a:pt x="9595" y="1"/>
                      <a:pt x="61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47"/>
              <p:cNvSpPr/>
              <p:nvPr/>
            </p:nvSpPr>
            <p:spPr>
              <a:xfrm>
                <a:off x="5498190" y="3242978"/>
                <a:ext cx="113579" cy="141700"/>
              </a:xfrm>
              <a:custGeom>
                <a:rect b="b" l="l" r="r" t="t"/>
                <a:pathLst>
                  <a:path extrusionOk="0" h="2328" w="1866">
                    <a:moveTo>
                      <a:pt x="732" y="1"/>
                    </a:moveTo>
                    <a:cubicBezTo>
                      <a:pt x="718" y="1"/>
                      <a:pt x="706" y="6"/>
                      <a:pt x="695" y="16"/>
                    </a:cubicBezTo>
                    <a:cubicBezTo>
                      <a:pt x="510" y="225"/>
                      <a:pt x="0" y="2287"/>
                      <a:pt x="0" y="2287"/>
                    </a:cubicBezTo>
                    <a:cubicBezTo>
                      <a:pt x="0" y="2287"/>
                      <a:pt x="475" y="2328"/>
                      <a:pt x="942" y="2328"/>
                    </a:cubicBezTo>
                    <a:cubicBezTo>
                      <a:pt x="1408" y="2328"/>
                      <a:pt x="1866" y="2287"/>
                      <a:pt x="1831" y="2125"/>
                    </a:cubicBezTo>
                    <a:cubicBezTo>
                      <a:pt x="1765" y="1773"/>
                      <a:pt x="989" y="1"/>
                      <a:pt x="7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47"/>
              <p:cNvSpPr/>
              <p:nvPr/>
            </p:nvSpPr>
            <p:spPr>
              <a:xfrm>
                <a:off x="5776045" y="3331295"/>
                <a:ext cx="127761" cy="148517"/>
              </a:xfrm>
              <a:custGeom>
                <a:rect b="b" l="l" r="r" t="t"/>
                <a:pathLst>
                  <a:path extrusionOk="0" h="2440" w="2099">
                    <a:moveTo>
                      <a:pt x="1844" y="0"/>
                    </a:moveTo>
                    <a:cubicBezTo>
                      <a:pt x="1840" y="0"/>
                      <a:pt x="1836" y="1"/>
                      <a:pt x="1832" y="2"/>
                    </a:cubicBezTo>
                    <a:cubicBezTo>
                      <a:pt x="1553" y="95"/>
                      <a:pt x="1" y="1532"/>
                      <a:pt x="1" y="1532"/>
                    </a:cubicBezTo>
                    <a:cubicBezTo>
                      <a:pt x="1" y="1532"/>
                      <a:pt x="1199" y="2439"/>
                      <a:pt x="1554" y="2439"/>
                    </a:cubicBezTo>
                    <a:cubicBezTo>
                      <a:pt x="1601" y="2439"/>
                      <a:pt x="1633" y="2424"/>
                      <a:pt x="1646" y="2389"/>
                    </a:cubicBezTo>
                    <a:cubicBezTo>
                      <a:pt x="1760" y="2093"/>
                      <a:pt x="2099" y="0"/>
                      <a:pt x="18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47"/>
              <p:cNvSpPr/>
              <p:nvPr/>
            </p:nvSpPr>
            <p:spPr>
              <a:xfrm>
                <a:off x="5959435" y="3638913"/>
                <a:ext cx="159473" cy="108953"/>
              </a:xfrm>
              <a:custGeom>
                <a:rect b="b" l="l" r="r" t="t"/>
                <a:pathLst>
                  <a:path extrusionOk="0" h="1790" w="2620">
                    <a:moveTo>
                      <a:pt x="0" y="0"/>
                    </a:moveTo>
                    <a:cubicBezTo>
                      <a:pt x="0" y="0"/>
                      <a:pt x="175" y="1790"/>
                      <a:pt x="482" y="1790"/>
                    </a:cubicBezTo>
                    <a:cubicBezTo>
                      <a:pt x="491" y="1790"/>
                      <a:pt x="501" y="1788"/>
                      <a:pt x="510" y="1785"/>
                    </a:cubicBezTo>
                    <a:cubicBezTo>
                      <a:pt x="858" y="1623"/>
                      <a:pt x="2619" y="417"/>
                      <a:pt x="2364" y="278"/>
                    </a:cubicBezTo>
                    <a:cubicBezTo>
                      <a:pt x="2109" y="116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47"/>
              <p:cNvSpPr/>
              <p:nvPr/>
            </p:nvSpPr>
            <p:spPr>
              <a:xfrm>
                <a:off x="5910073" y="3906908"/>
                <a:ext cx="168420" cy="110840"/>
              </a:xfrm>
              <a:custGeom>
                <a:rect b="b" l="l" r="r" t="t"/>
                <a:pathLst>
                  <a:path extrusionOk="0" h="1821" w="2767">
                    <a:moveTo>
                      <a:pt x="1020" y="1"/>
                    </a:moveTo>
                    <a:cubicBezTo>
                      <a:pt x="1020" y="1"/>
                      <a:pt x="0" y="1623"/>
                      <a:pt x="325" y="1716"/>
                    </a:cubicBezTo>
                    <a:cubicBezTo>
                      <a:pt x="521" y="1765"/>
                      <a:pt x="1213" y="1820"/>
                      <a:pt x="1802" y="1820"/>
                    </a:cubicBezTo>
                    <a:cubicBezTo>
                      <a:pt x="2325" y="1820"/>
                      <a:pt x="2766" y="1777"/>
                      <a:pt x="2712" y="1646"/>
                    </a:cubicBezTo>
                    <a:cubicBezTo>
                      <a:pt x="2596" y="1368"/>
                      <a:pt x="1020" y="1"/>
                      <a:pt x="10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47"/>
              <p:cNvSpPr/>
              <p:nvPr/>
            </p:nvSpPr>
            <p:spPr>
              <a:xfrm>
                <a:off x="5718222" y="4124140"/>
                <a:ext cx="129830" cy="147421"/>
              </a:xfrm>
              <a:custGeom>
                <a:rect b="b" l="l" r="r" t="t"/>
                <a:pathLst>
                  <a:path extrusionOk="0" h="2422" w="2133">
                    <a:moveTo>
                      <a:pt x="1808" y="1"/>
                    </a:moveTo>
                    <a:cubicBezTo>
                      <a:pt x="1808" y="1"/>
                      <a:pt x="0" y="580"/>
                      <a:pt x="186" y="881"/>
                    </a:cubicBezTo>
                    <a:cubicBezTo>
                      <a:pt x="356" y="1136"/>
                      <a:pt x="1693" y="2422"/>
                      <a:pt x="1987" y="2422"/>
                    </a:cubicBezTo>
                    <a:cubicBezTo>
                      <a:pt x="2014" y="2422"/>
                      <a:pt x="2032" y="2411"/>
                      <a:pt x="2040" y="2388"/>
                    </a:cubicBezTo>
                    <a:cubicBezTo>
                      <a:pt x="2133" y="2086"/>
                      <a:pt x="1808" y="1"/>
                      <a:pt x="18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47"/>
              <p:cNvSpPr/>
              <p:nvPr/>
            </p:nvSpPr>
            <p:spPr>
              <a:xfrm>
                <a:off x="5475609" y="4173138"/>
                <a:ext cx="111509" cy="147665"/>
              </a:xfrm>
              <a:custGeom>
                <a:rect b="b" l="l" r="r" t="t"/>
                <a:pathLst>
                  <a:path extrusionOk="0" h="2426" w="1832">
                    <a:moveTo>
                      <a:pt x="225" y="1"/>
                    </a:moveTo>
                    <a:cubicBezTo>
                      <a:pt x="88" y="1"/>
                      <a:pt x="0" y="28"/>
                      <a:pt x="0" y="99"/>
                    </a:cubicBezTo>
                    <a:cubicBezTo>
                      <a:pt x="0" y="479"/>
                      <a:pt x="365" y="2426"/>
                      <a:pt x="620" y="2426"/>
                    </a:cubicBezTo>
                    <a:cubicBezTo>
                      <a:pt x="630" y="2426"/>
                      <a:pt x="640" y="2423"/>
                      <a:pt x="649" y="2417"/>
                    </a:cubicBezTo>
                    <a:cubicBezTo>
                      <a:pt x="881" y="2231"/>
                      <a:pt x="1831" y="354"/>
                      <a:pt x="1831" y="354"/>
                    </a:cubicBezTo>
                    <a:cubicBezTo>
                      <a:pt x="1831" y="354"/>
                      <a:pt x="714" y="1"/>
                      <a:pt x="2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47"/>
              <p:cNvSpPr/>
              <p:nvPr/>
            </p:nvSpPr>
            <p:spPr>
              <a:xfrm>
                <a:off x="5653338" y="3308470"/>
                <a:ext cx="85945" cy="112544"/>
              </a:xfrm>
              <a:custGeom>
                <a:rect b="b" l="l" r="r" t="t"/>
                <a:pathLst>
                  <a:path extrusionOk="0" h="1849" w="1412">
                    <a:moveTo>
                      <a:pt x="1204" y="0"/>
                    </a:moveTo>
                    <a:cubicBezTo>
                      <a:pt x="1197" y="0"/>
                      <a:pt x="1190" y="2"/>
                      <a:pt x="1182" y="6"/>
                    </a:cubicBezTo>
                    <a:cubicBezTo>
                      <a:pt x="974" y="99"/>
                      <a:pt x="0" y="1374"/>
                      <a:pt x="0" y="1374"/>
                    </a:cubicBezTo>
                    <a:cubicBezTo>
                      <a:pt x="0" y="1374"/>
                      <a:pt x="901" y="1849"/>
                      <a:pt x="1230" y="1849"/>
                    </a:cubicBezTo>
                    <a:cubicBezTo>
                      <a:pt x="1292" y="1849"/>
                      <a:pt x="1334" y="1831"/>
                      <a:pt x="1345" y="1791"/>
                    </a:cubicBezTo>
                    <a:cubicBezTo>
                      <a:pt x="1412" y="1500"/>
                      <a:pt x="1392" y="0"/>
                      <a:pt x="1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47"/>
              <p:cNvSpPr/>
              <p:nvPr/>
            </p:nvSpPr>
            <p:spPr>
              <a:xfrm>
                <a:off x="5908673" y="3495817"/>
                <a:ext cx="121370" cy="90145"/>
              </a:xfrm>
              <a:custGeom>
                <a:rect b="b" l="l" r="r" t="t"/>
                <a:pathLst>
                  <a:path extrusionOk="0" h="1481" w="1994">
                    <a:moveTo>
                      <a:pt x="1688" y="1"/>
                    </a:moveTo>
                    <a:cubicBezTo>
                      <a:pt x="1286" y="1"/>
                      <a:pt x="0" y="266"/>
                      <a:pt x="0" y="266"/>
                    </a:cubicBezTo>
                    <a:cubicBezTo>
                      <a:pt x="0" y="266"/>
                      <a:pt x="440" y="1481"/>
                      <a:pt x="663" y="1481"/>
                    </a:cubicBezTo>
                    <a:cubicBezTo>
                      <a:pt x="674" y="1481"/>
                      <a:pt x="685" y="1477"/>
                      <a:pt x="695" y="1471"/>
                    </a:cubicBezTo>
                    <a:cubicBezTo>
                      <a:pt x="974" y="1285"/>
                      <a:pt x="1993" y="80"/>
                      <a:pt x="1785" y="11"/>
                    </a:cubicBezTo>
                    <a:cubicBezTo>
                      <a:pt x="1764" y="4"/>
                      <a:pt x="1731" y="1"/>
                      <a:pt x="16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47"/>
              <p:cNvSpPr/>
              <p:nvPr/>
            </p:nvSpPr>
            <p:spPr>
              <a:xfrm>
                <a:off x="5967896" y="3794062"/>
                <a:ext cx="130196" cy="82475"/>
              </a:xfrm>
              <a:custGeom>
                <a:rect b="b" l="l" r="r" t="t"/>
                <a:pathLst>
                  <a:path extrusionOk="0" h="1355" w="2139">
                    <a:moveTo>
                      <a:pt x="603" y="1"/>
                    </a:moveTo>
                    <a:cubicBezTo>
                      <a:pt x="603" y="1"/>
                      <a:pt x="1" y="1298"/>
                      <a:pt x="255" y="1345"/>
                    </a:cubicBezTo>
                    <a:cubicBezTo>
                      <a:pt x="303" y="1352"/>
                      <a:pt x="378" y="1355"/>
                      <a:pt x="471" y="1355"/>
                    </a:cubicBezTo>
                    <a:cubicBezTo>
                      <a:pt x="1008" y="1355"/>
                      <a:pt x="2139" y="1244"/>
                      <a:pt x="2040" y="1067"/>
                    </a:cubicBezTo>
                    <a:cubicBezTo>
                      <a:pt x="1924" y="881"/>
                      <a:pt x="603" y="1"/>
                      <a:pt x="6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47"/>
              <p:cNvSpPr/>
              <p:nvPr/>
            </p:nvSpPr>
            <p:spPr>
              <a:xfrm>
                <a:off x="5845189" y="4032475"/>
                <a:ext cx="117109" cy="101892"/>
              </a:xfrm>
              <a:custGeom>
                <a:rect b="b" l="l" r="r" t="t"/>
                <a:pathLst>
                  <a:path extrusionOk="0" h="1674" w="1924">
                    <a:moveTo>
                      <a:pt x="1159" y="0"/>
                    </a:moveTo>
                    <a:cubicBezTo>
                      <a:pt x="1159" y="0"/>
                      <a:pt x="0" y="881"/>
                      <a:pt x="209" y="1043"/>
                    </a:cubicBezTo>
                    <a:cubicBezTo>
                      <a:pt x="444" y="1200"/>
                      <a:pt x="1512" y="1673"/>
                      <a:pt x="1832" y="1673"/>
                    </a:cubicBezTo>
                    <a:cubicBezTo>
                      <a:pt x="1890" y="1673"/>
                      <a:pt x="1924" y="1658"/>
                      <a:pt x="1924" y="1622"/>
                    </a:cubicBezTo>
                    <a:cubicBezTo>
                      <a:pt x="1924" y="1414"/>
                      <a:pt x="1159" y="0"/>
                      <a:pt x="11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47"/>
              <p:cNvSpPr/>
              <p:nvPr/>
            </p:nvSpPr>
            <p:spPr>
              <a:xfrm>
                <a:off x="5617732" y="4199736"/>
                <a:ext cx="86432" cy="106031"/>
              </a:xfrm>
              <a:custGeom>
                <a:rect b="b" l="l" r="r" t="t"/>
                <a:pathLst>
                  <a:path extrusionOk="0" h="1742" w="1420">
                    <a:moveTo>
                      <a:pt x="968" y="0"/>
                    </a:moveTo>
                    <a:cubicBezTo>
                      <a:pt x="551" y="0"/>
                      <a:pt x="0" y="27"/>
                      <a:pt x="29" y="172"/>
                    </a:cubicBezTo>
                    <a:cubicBezTo>
                      <a:pt x="116" y="477"/>
                      <a:pt x="734" y="1742"/>
                      <a:pt x="925" y="1742"/>
                    </a:cubicBezTo>
                    <a:cubicBezTo>
                      <a:pt x="937" y="1742"/>
                      <a:pt x="948" y="1736"/>
                      <a:pt x="956" y="1725"/>
                    </a:cubicBezTo>
                    <a:cubicBezTo>
                      <a:pt x="1095" y="1563"/>
                      <a:pt x="1420" y="10"/>
                      <a:pt x="1420" y="10"/>
                    </a:cubicBezTo>
                    <a:cubicBezTo>
                      <a:pt x="1420" y="10"/>
                      <a:pt x="1218" y="0"/>
                      <a:pt x="9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47"/>
              <p:cNvSpPr/>
              <p:nvPr/>
            </p:nvSpPr>
            <p:spPr>
              <a:xfrm>
                <a:off x="5236221" y="3315713"/>
                <a:ext cx="119544" cy="150647"/>
              </a:xfrm>
              <a:custGeom>
                <a:rect b="b" l="l" r="r" t="t"/>
                <a:pathLst>
                  <a:path extrusionOk="0" h="2475" w="1964">
                    <a:moveTo>
                      <a:pt x="233" y="0"/>
                    </a:moveTo>
                    <a:cubicBezTo>
                      <a:pt x="0" y="0"/>
                      <a:pt x="158" y="2050"/>
                      <a:pt x="249" y="2413"/>
                    </a:cubicBezTo>
                    <a:cubicBezTo>
                      <a:pt x="261" y="2456"/>
                      <a:pt x="300" y="2475"/>
                      <a:pt x="358" y="2475"/>
                    </a:cubicBezTo>
                    <a:cubicBezTo>
                      <a:pt x="741" y="2475"/>
                      <a:pt x="1963" y="1672"/>
                      <a:pt x="1963" y="1672"/>
                    </a:cubicBezTo>
                    <a:cubicBezTo>
                      <a:pt x="1963" y="1672"/>
                      <a:pt x="527" y="119"/>
                      <a:pt x="249" y="3"/>
                    </a:cubicBezTo>
                    <a:cubicBezTo>
                      <a:pt x="243" y="1"/>
                      <a:pt x="238" y="0"/>
                      <a:pt x="2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47"/>
              <p:cNvSpPr/>
              <p:nvPr/>
            </p:nvSpPr>
            <p:spPr>
              <a:xfrm>
                <a:off x="5000242" y="3604585"/>
                <a:ext cx="160873" cy="106762"/>
              </a:xfrm>
              <a:custGeom>
                <a:rect b="b" l="l" r="r" t="t"/>
                <a:pathLst>
                  <a:path extrusionOk="0" h="1754" w="2643">
                    <a:moveTo>
                      <a:pt x="1875" y="1"/>
                    </a:moveTo>
                    <a:cubicBezTo>
                      <a:pt x="1237" y="1"/>
                      <a:pt x="408" y="17"/>
                      <a:pt x="255" y="101"/>
                    </a:cubicBezTo>
                    <a:cubicBezTo>
                      <a:pt x="0" y="217"/>
                      <a:pt x="1692" y="1584"/>
                      <a:pt x="1993" y="1746"/>
                    </a:cubicBezTo>
                    <a:cubicBezTo>
                      <a:pt x="2004" y="1751"/>
                      <a:pt x="2015" y="1754"/>
                      <a:pt x="2026" y="1754"/>
                    </a:cubicBezTo>
                    <a:cubicBezTo>
                      <a:pt x="2319" y="1754"/>
                      <a:pt x="2642" y="8"/>
                      <a:pt x="2642" y="8"/>
                    </a:cubicBezTo>
                    <a:cubicBezTo>
                      <a:pt x="2642" y="8"/>
                      <a:pt x="2301" y="1"/>
                      <a:pt x="187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47"/>
              <p:cNvSpPr/>
              <p:nvPr/>
            </p:nvSpPr>
            <p:spPr>
              <a:xfrm>
                <a:off x="5213214" y="4101559"/>
                <a:ext cx="138291" cy="144804"/>
              </a:xfrm>
              <a:custGeom>
                <a:rect b="b" l="l" r="r" t="t"/>
                <a:pathLst>
                  <a:path extrusionOk="0" h="2379" w="2272">
                    <a:moveTo>
                      <a:pt x="487" y="1"/>
                    </a:moveTo>
                    <a:cubicBezTo>
                      <a:pt x="487" y="1"/>
                      <a:pt x="1" y="2040"/>
                      <a:pt x="70" y="2341"/>
                    </a:cubicBezTo>
                    <a:cubicBezTo>
                      <a:pt x="79" y="2367"/>
                      <a:pt x="100" y="2379"/>
                      <a:pt x="133" y="2379"/>
                    </a:cubicBezTo>
                    <a:cubicBezTo>
                      <a:pt x="456" y="2379"/>
                      <a:pt x="1851" y="1227"/>
                      <a:pt x="2040" y="974"/>
                    </a:cubicBezTo>
                    <a:cubicBezTo>
                      <a:pt x="2272" y="719"/>
                      <a:pt x="487" y="1"/>
                      <a:pt x="4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47"/>
              <p:cNvSpPr/>
              <p:nvPr/>
            </p:nvSpPr>
            <p:spPr>
              <a:xfrm>
                <a:off x="5389665" y="3295870"/>
                <a:ext cx="86006" cy="112909"/>
              </a:xfrm>
              <a:custGeom>
                <a:rect b="b" l="l" r="r" t="t"/>
                <a:pathLst>
                  <a:path extrusionOk="0" h="1855" w="1413">
                    <a:moveTo>
                      <a:pt x="352" y="1"/>
                    </a:moveTo>
                    <a:cubicBezTo>
                      <a:pt x="152" y="1"/>
                      <a:pt x="0" y="1474"/>
                      <a:pt x="45" y="1789"/>
                    </a:cubicBezTo>
                    <a:cubicBezTo>
                      <a:pt x="53" y="1835"/>
                      <a:pt x="103" y="1854"/>
                      <a:pt x="179" y="1854"/>
                    </a:cubicBezTo>
                    <a:cubicBezTo>
                      <a:pt x="525" y="1854"/>
                      <a:pt x="1412" y="1465"/>
                      <a:pt x="1412" y="1465"/>
                    </a:cubicBezTo>
                    <a:cubicBezTo>
                      <a:pt x="1412" y="1465"/>
                      <a:pt x="555" y="121"/>
                      <a:pt x="369" y="5"/>
                    </a:cubicBezTo>
                    <a:cubicBezTo>
                      <a:pt x="363" y="2"/>
                      <a:pt x="357" y="1"/>
                      <a:pt x="3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47"/>
              <p:cNvSpPr/>
              <p:nvPr/>
            </p:nvSpPr>
            <p:spPr>
              <a:xfrm>
                <a:off x="5101767" y="3470800"/>
                <a:ext cx="119970" cy="94223"/>
              </a:xfrm>
              <a:custGeom>
                <a:rect b="b" l="l" r="r" t="t"/>
                <a:pathLst>
                  <a:path extrusionOk="0" h="1548" w="1971">
                    <a:moveTo>
                      <a:pt x="256" y="1"/>
                    </a:moveTo>
                    <a:cubicBezTo>
                      <a:pt x="238" y="1"/>
                      <a:pt x="222" y="2"/>
                      <a:pt x="210" y="4"/>
                    </a:cubicBezTo>
                    <a:cubicBezTo>
                      <a:pt x="1" y="51"/>
                      <a:pt x="928" y="1325"/>
                      <a:pt x="1183" y="1534"/>
                    </a:cubicBezTo>
                    <a:cubicBezTo>
                      <a:pt x="1194" y="1543"/>
                      <a:pt x="1206" y="1548"/>
                      <a:pt x="1219" y="1548"/>
                    </a:cubicBezTo>
                    <a:cubicBezTo>
                      <a:pt x="1436" y="1548"/>
                      <a:pt x="1971" y="375"/>
                      <a:pt x="1971" y="375"/>
                    </a:cubicBezTo>
                    <a:cubicBezTo>
                      <a:pt x="1971" y="375"/>
                      <a:pt x="598" y="1"/>
                      <a:pt x="2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47"/>
              <p:cNvSpPr/>
              <p:nvPr/>
            </p:nvSpPr>
            <p:spPr>
              <a:xfrm>
                <a:off x="5009007" y="3754559"/>
                <a:ext cx="129526" cy="83388"/>
              </a:xfrm>
              <a:custGeom>
                <a:rect b="b" l="l" r="r" t="t"/>
                <a:pathLst>
                  <a:path extrusionOk="0" h="1370" w="2128">
                    <a:moveTo>
                      <a:pt x="1641" y="1"/>
                    </a:moveTo>
                    <a:cubicBezTo>
                      <a:pt x="1641" y="1"/>
                      <a:pt x="250" y="765"/>
                      <a:pt x="111" y="951"/>
                    </a:cubicBezTo>
                    <a:cubicBezTo>
                      <a:pt x="0" y="1128"/>
                      <a:pt x="1418" y="1369"/>
                      <a:pt x="1824" y="1369"/>
                    </a:cubicBezTo>
                    <a:cubicBezTo>
                      <a:pt x="1843" y="1369"/>
                      <a:pt x="1859" y="1369"/>
                      <a:pt x="1873" y="1368"/>
                    </a:cubicBezTo>
                    <a:cubicBezTo>
                      <a:pt x="2127" y="1345"/>
                      <a:pt x="1641" y="1"/>
                      <a:pt x="16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47"/>
              <p:cNvSpPr/>
              <p:nvPr/>
            </p:nvSpPr>
            <p:spPr>
              <a:xfrm>
                <a:off x="5361362" y="4187624"/>
                <a:ext cx="87527" cy="108283"/>
              </a:xfrm>
              <a:custGeom>
                <a:rect b="b" l="l" r="r" t="t"/>
                <a:pathLst>
                  <a:path extrusionOk="0" h="1779" w="1438">
                    <a:moveTo>
                      <a:pt x="0" y="0"/>
                    </a:moveTo>
                    <a:cubicBezTo>
                      <a:pt x="0" y="0"/>
                      <a:pt x="186" y="1576"/>
                      <a:pt x="325" y="1762"/>
                    </a:cubicBezTo>
                    <a:cubicBezTo>
                      <a:pt x="332" y="1773"/>
                      <a:pt x="342" y="1779"/>
                      <a:pt x="355" y="1779"/>
                    </a:cubicBezTo>
                    <a:cubicBezTo>
                      <a:pt x="543" y="1779"/>
                      <a:pt x="1281" y="561"/>
                      <a:pt x="1368" y="279"/>
                    </a:cubicBezTo>
                    <a:cubicBezTo>
                      <a:pt x="1437" y="2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47"/>
              <p:cNvSpPr/>
              <p:nvPr/>
            </p:nvSpPr>
            <p:spPr>
              <a:xfrm>
                <a:off x="4210805" y="3724674"/>
                <a:ext cx="1216924" cy="719028"/>
              </a:xfrm>
              <a:custGeom>
                <a:rect b="b" l="l" r="r" t="t"/>
                <a:pathLst>
                  <a:path extrusionOk="0" h="11813" w="19993">
                    <a:moveTo>
                      <a:pt x="6427" y="0"/>
                    </a:moveTo>
                    <a:cubicBezTo>
                      <a:pt x="4920" y="0"/>
                      <a:pt x="4464" y="1581"/>
                      <a:pt x="4331" y="2351"/>
                    </a:cubicBezTo>
                    <a:lnTo>
                      <a:pt x="4331" y="2351"/>
                    </a:lnTo>
                    <a:cubicBezTo>
                      <a:pt x="4081" y="2095"/>
                      <a:pt x="3720" y="1881"/>
                      <a:pt x="3267" y="1881"/>
                    </a:cubicBezTo>
                    <a:cubicBezTo>
                      <a:pt x="2776" y="1881"/>
                      <a:pt x="2178" y="2133"/>
                      <a:pt x="1499" y="2856"/>
                    </a:cubicBezTo>
                    <a:cubicBezTo>
                      <a:pt x="1" y="4456"/>
                      <a:pt x="1265" y="5893"/>
                      <a:pt x="1976" y="6234"/>
                    </a:cubicBezTo>
                    <a:lnTo>
                      <a:pt x="1976" y="6234"/>
                    </a:lnTo>
                    <a:cubicBezTo>
                      <a:pt x="1421" y="7084"/>
                      <a:pt x="1624" y="8966"/>
                      <a:pt x="3167" y="9229"/>
                    </a:cubicBezTo>
                    <a:cubicBezTo>
                      <a:pt x="3370" y="9261"/>
                      <a:pt x="3553" y="9276"/>
                      <a:pt x="3716" y="9276"/>
                    </a:cubicBezTo>
                    <a:cubicBezTo>
                      <a:pt x="3842" y="9276"/>
                      <a:pt x="3957" y="9267"/>
                      <a:pt x="4061" y="9252"/>
                    </a:cubicBezTo>
                    <a:lnTo>
                      <a:pt x="4061" y="9252"/>
                    </a:lnTo>
                    <a:cubicBezTo>
                      <a:pt x="4200" y="10017"/>
                      <a:pt x="4832" y="10949"/>
                      <a:pt x="6087" y="11060"/>
                    </a:cubicBezTo>
                    <a:cubicBezTo>
                      <a:pt x="6162" y="11065"/>
                      <a:pt x="6235" y="11068"/>
                      <a:pt x="6306" y="11068"/>
                    </a:cubicBezTo>
                    <a:cubicBezTo>
                      <a:pt x="7069" y="11068"/>
                      <a:pt x="7575" y="10743"/>
                      <a:pt x="7869" y="10358"/>
                    </a:cubicBezTo>
                    <a:lnTo>
                      <a:pt x="7869" y="10358"/>
                    </a:lnTo>
                    <a:cubicBezTo>
                      <a:pt x="8195" y="11066"/>
                      <a:pt x="8934" y="11812"/>
                      <a:pt x="10178" y="11812"/>
                    </a:cubicBezTo>
                    <a:cubicBezTo>
                      <a:pt x="10264" y="11812"/>
                      <a:pt x="10353" y="11809"/>
                      <a:pt x="10444" y="11801"/>
                    </a:cubicBezTo>
                    <a:cubicBezTo>
                      <a:pt x="11483" y="11716"/>
                      <a:pt x="12006" y="11224"/>
                      <a:pt x="12209" y="10710"/>
                    </a:cubicBezTo>
                    <a:lnTo>
                      <a:pt x="12209" y="10710"/>
                    </a:lnTo>
                    <a:cubicBezTo>
                      <a:pt x="12711" y="11062"/>
                      <a:pt x="13434" y="11345"/>
                      <a:pt x="14186" y="11345"/>
                    </a:cubicBezTo>
                    <a:cubicBezTo>
                      <a:pt x="14625" y="11345"/>
                      <a:pt x="15075" y="11248"/>
                      <a:pt x="15496" y="11013"/>
                    </a:cubicBezTo>
                    <a:cubicBezTo>
                      <a:pt x="16262" y="10581"/>
                      <a:pt x="16552" y="10106"/>
                      <a:pt x="16587" y="9716"/>
                    </a:cubicBezTo>
                    <a:lnTo>
                      <a:pt x="16587" y="9716"/>
                    </a:lnTo>
                    <a:cubicBezTo>
                      <a:pt x="16782" y="9757"/>
                      <a:pt x="16992" y="9781"/>
                      <a:pt x="17201" y="9781"/>
                    </a:cubicBezTo>
                    <a:cubicBezTo>
                      <a:pt x="17579" y="9781"/>
                      <a:pt x="17953" y="9703"/>
                      <a:pt x="18231" y="9507"/>
                    </a:cubicBezTo>
                    <a:cubicBezTo>
                      <a:pt x="19181" y="8835"/>
                      <a:pt x="19992" y="7769"/>
                      <a:pt x="18857" y="6193"/>
                    </a:cubicBezTo>
                    <a:cubicBezTo>
                      <a:pt x="18634" y="5888"/>
                      <a:pt x="18414" y="5685"/>
                      <a:pt x="18211" y="5558"/>
                    </a:cubicBezTo>
                    <a:lnTo>
                      <a:pt x="18211" y="5558"/>
                    </a:lnTo>
                    <a:cubicBezTo>
                      <a:pt x="18584" y="4924"/>
                      <a:pt x="18677" y="3816"/>
                      <a:pt x="17768" y="2995"/>
                    </a:cubicBezTo>
                    <a:cubicBezTo>
                      <a:pt x="17362" y="2622"/>
                      <a:pt x="16966" y="2485"/>
                      <a:pt x="16622" y="2485"/>
                    </a:cubicBezTo>
                    <a:cubicBezTo>
                      <a:pt x="16472" y="2485"/>
                      <a:pt x="16332" y="2511"/>
                      <a:pt x="16205" y="2555"/>
                    </a:cubicBezTo>
                    <a:lnTo>
                      <a:pt x="16205" y="2555"/>
                    </a:lnTo>
                    <a:cubicBezTo>
                      <a:pt x="16168" y="1885"/>
                      <a:pt x="15827" y="1017"/>
                      <a:pt x="14987" y="468"/>
                    </a:cubicBezTo>
                    <a:cubicBezTo>
                      <a:pt x="14710" y="292"/>
                      <a:pt x="14430" y="218"/>
                      <a:pt x="14160" y="218"/>
                    </a:cubicBezTo>
                    <a:cubicBezTo>
                      <a:pt x="13447" y="218"/>
                      <a:pt x="12800" y="733"/>
                      <a:pt x="12445" y="1229"/>
                    </a:cubicBezTo>
                    <a:lnTo>
                      <a:pt x="12445" y="1229"/>
                    </a:lnTo>
                    <a:cubicBezTo>
                      <a:pt x="12207" y="763"/>
                      <a:pt x="11653" y="260"/>
                      <a:pt x="10606" y="98"/>
                    </a:cubicBezTo>
                    <a:cubicBezTo>
                      <a:pt x="10466" y="76"/>
                      <a:pt x="10332" y="66"/>
                      <a:pt x="10204" y="66"/>
                    </a:cubicBezTo>
                    <a:cubicBezTo>
                      <a:pt x="9335" y="66"/>
                      <a:pt x="8741" y="534"/>
                      <a:pt x="8407" y="1043"/>
                    </a:cubicBezTo>
                    <a:lnTo>
                      <a:pt x="8407" y="1043"/>
                    </a:lnTo>
                    <a:cubicBezTo>
                      <a:pt x="8122" y="541"/>
                      <a:pt x="7541" y="68"/>
                      <a:pt x="6574" y="5"/>
                    </a:cubicBezTo>
                    <a:cubicBezTo>
                      <a:pt x="6524" y="2"/>
                      <a:pt x="6475" y="0"/>
                      <a:pt x="64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5" name="Google Shape;575;p47"/>
            <p:cNvGrpSpPr/>
            <p:nvPr/>
          </p:nvGrpSpPr>
          <p:grpSpPr>
            <a:xfrm>
              <a:off x="6246700" y="3361373"/>
              <a:ext cx="2116849" cy="1332084"/>
              <a:chOff x="4210805" y="3242978"/>
              <a:chExt cx="1908103" cy="1200724"/>
            </a:xfrm>
          </p:grpSpPr>
          <p:sp>
            <p:nvSpPr>
              <p:cNvPr id="576" name="Google Shape;576;p47"/>
              <p:cNvSpPr/>
              <p:nvPr/>
            </p:nvSpPr>
            <p:spPr>
              <a:xfrm>
                <a:off x="5169512" y="3407560"/>
                <a:ext cx="753296" cy="753357"/>
              </a:xfrm>
              <a:custGeom>
                <a:rect b="b" l="l" r="r" t="t"/>
                <a:pathLst>
                  <a:path extrusionOk="0" h="12377" w="12376">
                    <a:moveTo>
                      <a:pt x="6188" y="1"/>
                    </a:moveTo>
                    <a:cubicBezTo>
                      <a:pt x="2758" y="1"/>
                      <a:pt x="0" y="2758"/>
                      <a:pt x="0" y="6188"/>
                    </a:cubicBezTo>
                    <a:cubicBezTo>
                      <a:pt x="0" y="9595"/>
                      <a:pt x="2758" y="12376"/>
                      <a:pt x="6188" y="12376"/>
                    </a:cubicBezTo>
                    <a:cubicBezTo>
                      <a:pt x="9595" y="12376"/>
                      <a:pt x="12376" y="9595"/>
                      <a:pt x="12376" y="6188"/>
                    </a:cubicBezTo>
                    <a:cubicBezTo>
                      <a:pt x="12376" y="2758"/>
                      <a:pt x="9595" y="1"/>
                      <a:pt x="61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47"/>
              <p:cNvSpPr/>
              <p:nvPr/>
            </p:nvSpPr>
            <p:spPr>
              <a:xfrm>
                <a:off x="5169512" y="3407560"/>
                <a:ext cx="753296" cy="753357"/>
              </a:xfrm>
              <a:custGeom>
                <a:rect b="b" l="l" r="r" t="t"/>
                <a:pathLst>
                  <a:path extrusionOk="0" h="12377" w="12376">
                    <a:moveTo>
                      <a:pt x="6188" y="1"/>
                    </a:moveTo>
                    <a:cubicBezTo>
                      <a:pt x="2758" y="1"/>
                      <a:pt x="0" y="2758"/>
                      <a:pt x="0" y="6188"/>
                    </a:cubicBezTo>
                    <a:cubicBezTo>
                      <a:pt x="0" y="9595"/>
                      <a:pt x="2758" y="12376"/>
                      <a:pt x="6188" y="12376"/>
                    </a:cubicBezTo>
                    <a:cubicBezTo>
                      <a:pt x="9595" y="12376"/>
                      <a:pt x="12376" y="9595"/>
                      <a:pt x="12376" y="6188"/>
                    </a:cubicBezTo>
                    <a:cubicBezTo>
                      <a:pt x="12376" y="2758"/>
                      <a:pt x="9595" y="1"/>
                      <a:pt x="61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47"/>
              <p:cNvSpPr/>
              <p:nvPr/>
            </p:nvSpPr>
            <p:spPr>
              <a:xfrm>
                <a:off x="5498190" y="3242978"/>
                <a:ext cx="113579" cy="141700"/>
              </a:xfrm>
              <a:custGeom>
                <a:rect b="b" l="l" r="r" t="t"/>
                <a:pathLst>
                  <a:path extrusionOk="0" h="2328" w="1866">
                    <a:moveTo>
                      <a:pt x="732" y="1"/>
                    </a:moveTo>
                    <a:cubicBezTo>
                      <a:pt x="718" y="1"/>
                      <a:pt x="706" y="6"/>
                      <a:pt x="695" y="16"/>
                    </a:cubicBezTo>
                    <a:cubicBezTo>
                      <a:pt x="510" y="225"/>
                      <a:pt x="0" y="2287"/>
                      <a:pt x="0" y="2287"/>
                    </a:cubicBezTo>
                    <a:cubicBezTo>
                      <a:pt x="0" y="2287"/>
                      <a:pt x="475" y="2328"/>
                      <a:pt x="942" y="2328"/>
                    </a:cubicBezTo>
                    <a:cubicBezTo>
                      <a:pt x="1408" y="2328"/>
                      <a:pt x="1866" y="2287"/>
                      <a:pt x="1831" y="2125"/>
                    </a:cubicBezTo>
                    <a:cubicBezTo>
                      <a:pt x="1765" y="1773"/>
                      <a:pt x="989" y="1"/>
                      <a:pt x="7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47"/>
              <p:cNvSpPr/>
              <p:nvPr/>
            </p:nvSpPr>
            <p:spPr>
              <a:xfrm>
                <a:off x="5776045" y="3331295"/>
                <a:ext cx="127761" cy="148517"/>
              </a:xfrm>
              <a:custGeom>
                <a:rect b="b" l="l" r="r" t="t"/>
                <a:pathLst>
                  <a:path extrusionOk="0" h="2440" w="2099">
                    <a:moveTo>
                      <a:pt x="1844" y="0"/>
                    </a:moveTo>
                    <a:cubicBezTo>
                      <a:pt x="1840" y="0"/>
                      <a:pt x="1836" y="1"/>
                      <a:pt x="1832" y="2"/>
                    </a:cubicBezTo>
                    <a:cubicBezTo>
                      <a:pt x="1553" y="95"/>
                      <a:pt x="1" y="1532"/>
                      <a:pt x="1" y="1532"/>
                    </a:cubicBezTo>
                    <a:cubicBezTo>
                      <a:pt x="1" y="1532"/>
                      <a:pt x="1199" y="2439"/>
                      <a:pt x="1554" y="2439"/>
                    </a:cubicBezTo>
                    <a:cubicBezTo>
                      <a:pt x="1601" y="2439"/>
                      <a:pt x="1633" y="2424"/>
                      <a:pt x="1646" y="2389"/>
                    </a:cubicBezTo>
                    <a:cubicBezTo>
                      <a:pt x="1760" y="2093"/>
                      <a:pt x="2099" y="0"/>
                      <a:pt x="18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47"/>
              <p:cNvSpPr/>
              <p:nvPr/>
            </p:nvSpPr>
            <p:spPr>
              <a:xfrm>
                <a:off x="5959435" y="3638913"/>
                <a:ext cx="159473" cy="108953"/>
              </a:xfrm>
              <a:custGeom>
                <a:rect b="b" l="l" r="r" t="t"/>
                <a:pathLst>
                  <a:path extrusionOk="0" h="1790" w="2620">
                    <a:moveTo>
                      <a:pt x="0" y="0"/>
                    </a:moveTo>
                    <a:cubicBezTo>
                      <a:pt x="0" y="0"/>
                      <a:pt x="175" y="1790"/>
                      <a:pt x="482" y="1790"/>
                    </a:cubicBezTo>
                    <a:cubicBezTo>
                      <a:pt x="491" y="1790"/>
                      <a:pt x="501" y="1788"/>
                      <a:pt x="510" y="1785"/>
                    </a:cubicBezTo>
                    <a:cubicBezTo>
                      <a:pt x="858" y="1623"/>
                      <a:pt x="2619" y="417"/>
                      <a:pt x="2364" y="278"/>
                    </a:cubicBezTo>
                    <a:cubicBezTo>
                      <a:pt x="2109" y="116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47"/>
              <p:cNvSpPr/>
              <p:nvPr/>
            </p:nvSpPr>
            <p:spPr>
              <a:xfrm>
                <a:off x="5910073" y="3906908"/>
                <a:ext cx="168420" cy="110840"/>
              </a:xfrm>
              <a:custGeom>
                <a:rect b="b" l="l" r="r" t="t"/>
                <a:pathLst>
                  <a:path extrusionOk="0" h="1821" w="2767">
                    <a:moveTo>
                      <a:pt x="1020" y="1"/>
                    </a:moveTo>
                    <a:cubicBezTo>
                      <a:pt x="1020" y="1"/>
                      <a:pt x="0" y="1623"/>
                      <a:pt x="325" y="1716"/>
                    </a:cubicBezTo>
                    <a:cubicBezTo>
                      <a:pt x="521" y="1765"/>
                      <a:pt x="1213" y="1820"/>
                      <a:pt x="1802" y="1820"/>
                    </a:cubicBezTo>
                    <a:cubicBezTo>
                      <a:pt x="2325" y="1820"/>
                      <a:pt x="2766" y="1777"/>
                      <a:pt x="2712" y="1646"/>
                    </a:cubicBezTo>
                    <a:cubicBezTo>
                      <a:pt x="2596" y="1368"/>
                      <a:pt x="1020" y="1"/>
                      <a:pt x="10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47"/>
              <p:cNvSpPr/>
              <p:nvPr/>
            </p:nvSpPr>
            <p:spPr>
              <a:xfrm>
                <a:off x="5718222" y="4124140"/>
                <a:ext cx="129830" cy="147421"/>
              </a:xfrm>
              <a:custGeom>
                <a:rect b="b" l="l" r="r" t="t"/>
                <a:pathLst>
                  <a:path extrusionOk="0" h="2422" w="2133">
                    <a:moveTo>
                      <a:pt x="1808" y="1"/>
                    </a:moveTo>
                    <a:cubicBezTo>
                      <a:pt x="1808" y="1"/>
                      <a:pt x="0" y="580"/>
                      <a:pt x="186" y="881"/>
                    </a:cubicBezTo>
                    <a:cubicBezTo>
                      <a:pt x="356" y="1136"/>
                      <a:pt x="1693" y="2422"/>
                      <a:pt x="1987" y="2422"/>
                    </a:cubicBezTo>
                    <a:cubicBezTo>
                      <a:pt x="2014" y="2422"/>
                      <a:pt x="2032" y="2411"/>
                      <a:pt x="2040" y="2388"/>
                    </a:cubicBezTo>
                    <a:cubicBezTo>
                      <a:pt x="2133" y="2086"/>
                      <a:pt x="1808" y="1"/>
                      <a:pt x="18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47"/>
              <p:cNvSpPr/>
              <p:nvPr/>
            </p:nvSpPr>
            <p:spPr>
              <a:xfrm>
                <a:off x="5475609" y="4173138"/>
                <a:ext cx="111509" cy="147665"/>
              </a:xfrm>
              <a:custGeom>
                <a:rect b="b" l="l" r="r" t="t"/>
                <a:pathLst>
                  <a:path extrusionOk="0" h="2426" w="1832">
                    <a:moveTo>
                      <a:pt x="225" y="1"/>
                    </a:moveTo>
                    <a:cubicBezTo>
                      <a:pt x="88" y="1"/>
                      <a:pt x="0" y="28"/>
                      <a:pt x="0" y="99"/>
                    </a:cubicBezTo>
                    <a:cubicBezTo>
                      <a:pt x="0" y="479"/>
                      <a:pt x="365" y="2426"/>
                      <a:pt x="620" y="2426"/>
                    </a:cubicBezTo>
                    <a:cubicBezTo>
                      <a:pt x="630" y="2426"/>
                      <a:pt x="640" y="2423"/>
                      <a:pt x="649" y="2417"/>
                    </a:cubicBezTo>
                    <a:cubicBezTo>
                      <a:pt x="881" y="2231"/>
                      <a:pt x="1831" y="354"/>
                      <a:pt x="1831" y="354"/>
                    </a:cubicBezTo>
                    <a:cubicBezTo>
                      <a:pt x="1831" y="354"/>
                      <a:pt x="714" y="1"/>
                      <a:pt x="2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47"/>
              <p:cNvSpPr/>
              <p:nvPr/>
            </p:nvSpPr>
            <p:spPr>
              <a:xfrm>
                <a:off x="5653338" y="3308470"/>
                <a:ext cx="85945" cy="112544"/>
              </a:xfrm>
              <a:custGeom>
                <a:rect b="b" l="l" r="r" t="t"/>
                <a:pathLst>
                  <a:path extrusionOk="0" h="1849" w="1412">
                    <a:moveTo>
                      <a:pt x="1204" y="0"/>
                    </a:moveTo>
                    <a:cubicBezTo>
                      <a:pt x="1197" y="0"/>
                      <a:pt x="1190" y="2"/>
                      <a:pt x="1182" y="6"/>
                    </a:cubicBezTo>
                    <a:cubicBezTo>
                      <a:pt x="974" y="99"/>
                      <a:pt x="0" y="1374"/>
                      <a:pt x="0" y="1374"/>
                    </a:cubicBezTo>
                    <a:cubicBezTo>
                      <a:pt x="0" y="1374"/>
                      <a:pt x="901" y="1849"/>
                      <a:pt x="1230" y="1849"/>
                    </a:cubicBezTo>
                    <a:cubicBezTo>
                      <a:pt x="1292" y="1849"/>
                      <a:pt x="1334" y="1831"/>
                      <a:pt x="1345" y="1791"/>
                    </a:cubicBezTo>
                    <a:cubicBezTo>
                      <a:pt x="1412" y="1500"/>
                      <a:pt x="1392" y="0"/>
                      <a:pt x="1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47"/>
              <p:cNvSpPr/>
              <p:nvPr/>
            </p:nvSpPr>
            <p:spPr>
              <a:xfrm>
                <a:off x="5908673" y="3495817"/>
                <a:ext cx="121370" cy="90145"/>
              </a:xfrm>
              <a:custGeom>
                <a:rect b="b" l="l" r="r" t="t"/>
                <a:pathLst>
                  <a:path extrusionOk="0" h="1481" w="1994">
                    <a:moveTo>
                      <a:pt x="1688" y="1"/>
                    </a:moveTo>
                    <a:cubicBezTo>
                      <a:pt x="1286" y="1"/>
                      <a:pt x="0" y="266"/>
                      <a:pt x="0" y="266"/>
                    </a:cubicBezTo>
                    <a:cubicBezTo>
                      <a:pt x="0" y="266"/>
                      <a:pt x="440" y="1481"/>
                      <a:pt x="663" y="1481"/>
                    </a:cubicBezTo>
                    <a:cubicBezTo>
                      <a:pt x="674" y="1481"/>
                      <a:pt x="685" y="1477"/>
                      <a:pt x="695" y="1471"/>
                    </a:cubicBezTo>
                    <a:cubicBezTo>
                      <a:pt x="974" y="1285"/>
                      <a:pt x="1993" y="80"/>
                      <a:pt x="1785" y="11"/>
                    </a:cubicBezTo>
                    <a:cubicBezTo>
                      <a:pt x="1764" y="4"/>
                      <a:pt x="1731" y="1"/>
                      <a:pt x="16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47"/>
              <p:cNvSpPr/>
              <p:nvPr/>
            </p:nvSpPr>
            <p:spPr>
              <a:xfrm>
                <a:off x="5967896" y="3794062"/>
                <a:ext cx="130196" cy="82475"/>
              </a:xfrm>
              <a:custGeom>
                <a:rect b="b" l="l" r="r" t="t"/>
                <a:pathLst>
                  <a:path extrusionOk="0" h="1355" w="2139">
                    <a:moveTo>
                      <a:pt x="603" y="1"/>
                    </a:moveTo>
                    <a:cubicBezTo>
                      <a:pt x="603" y="1"/>
                      <a:pt x="1" y="1298"/>
                      <a:pt x="255" y="1345"/>
                    </a:cubicBezTo>
                    <a:cubicBezTo>
                      <a:pt x="303" y="1352"/>
                      <a:pt x="378" y="1355"/>
                      <a:pt x="471" y="1355"/>
                    </a:cubicBezTo>
                    <a:cubicBezTo>
                      <a:pt x="1008" y="1355"/>
                      <a:pt x="2139" y="1244"/>
                      <a:pt x="2040" y="1067"/>
                    </a:cubicBezTo>
                    <a:cubicBezTo>
                      <a:pt x="1924" y="881"/>
                      <a:pt x="603" y="1"/>
                      <a:pt x="6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47"/>
              <p:cNvSpPr/>
              <p:nvPr/>
            </p:nvSpPr>
            <p:spPr>
              <a:xfrm>
                <a:off x="5845189" y="4032475"/>
                <a:ext cx="117109" cy="101892"/>
              </a:xfrm>
              <a:custGeom>
                <a:rect b="b" l="l" r="r" t="t"/>
                <a:pathLst>
                  <a:path extrusionOk="0" h="1674" w="1924">
                    <a:moveTo>
                      <a:pt x="1159" y="0"/>
                    </a:moveTo>
                    <a:cubicBezTo>
                      <a:pt x="1159" y="0"/>
                      <a:pt x="0" y="881"/>
                      <a:pt x="209" y="1043"/>
                    </a:cubicBezTo>
                    <a:cubicBezTo>
                      <a:pt x="444" y="1200"/>
                      <a:pt x="1512" y="1673"/>
                      <a:pt x="1832" y="1673"/>
                    </a:cubicBezTo>
                    <a:cubicBezTo>
                      <a:pt x="1890" y="1673"/>
                      <a:pt x="1924" y="1658"/>
                      <a:pt x="1924" y="1622"/>
                    </a:cubicBezTo>
                    <a:cubicBezTo>
                      <a:pt x="1924" y="1414"/>
                      <a:pt x="1159" y="0"/>
                      <a:pt x="11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47"/>
              <p:cNvSpPr/>
              <p:nvPr/>
            </p:nvSpPr>
            <p:spPr>
              <a:xfrm>
                <a:off x="5617732" y="4199736"/>
                <a:ext cx="86432" cy="106031"/>
              </a:xfrm>
              <a:custGeom>
                <a:rect b="b" l="l" r="r" t="t"/>
                <a:pathLst>
                  <a:path extrusionOk="0" h="1742" w="1420">
                    <a:moveTo>
                      <a:pt x="968" y="0"/>
                    </a:moveTo>
                    <a:cubicBezTo>
                      <a:pt x="551" y="0"/>
                      <a:pt x="0" y="27"/>
                      <a:pt x="29" y="172"/>
                    </a:cubicBezTo>
                    <a:cubicBezTo>
                      <a:pt x="116" y="477"/>
                      <a:pt x="734" y="1742"/>
                      <a:pt x="925" y="1742"/>
                    </a:cubicBezTo>
                    <a:cubicBezTo>
                      <a:pt x="937" y="1742"/>
                      <a:pt x="948" y="1736"/>
                      <a:pt x="956" y="1725"/>
                    </a:cubicBezTo>
                    <a:cubicBezTo>
                      <a:pt x="1095" y="1563"/>
                      <a:pt x="1420" y="10"/>
                      <a:pt x="1420" y="10"/>
                    </a:cubicBezTo>
                    <a:cubicBezTo>
                      <a:pt x="1420" y="10"/>
                      <a:pt x="1218" y="0"/>
                      <a:pt x="9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47"/>
              <p:cNvSpPr/>
              <p:nvPr/>
            </p:nvSpPr>
            <p:spPr>
              <a:xfrm>
                <a:off x="5236221" y="3315713"/>
                <a:ext cx="119544" cy="150647"/>
              </a:xfrm>
              <a:custGeom>
                <a:rect b="b" l="l" r="r" t="t"/>
                <a:pathLst>
                  <a:path extrusionOk="0" h="2475" w="1964">
                    <a:moveTo>
                      <a:pt x="233" y="0"/>
                    </a:moveTo>
                    <a:cubicBezTo>
                      <a:pt x="0" y="0"/>
                      <a:pt x="158" y="2050"/>
                      <a:pt x="249" y="2413"/>
                    </a:cubicBezTo>
                    <a:cubicBezTo>
                      <a:pt x="261" y="2456"/>
                      <a:pt x="300" y="2475"/>
                      <a:pt x="358" y="2475"/>
                    </a:cubicBezTo>
                    <a:cubicBezTo>
                      <a:pt x="741" y="2475"/>
                      <a:pt x="1963" y="1672"/>
                      <a:pt x="1963" y="1672"/>
                    </a:cubicBezTo>
                    <a:cubicBezTo>
                      <a:pt x="1963" y="1672"/>
                      <a:pt x="527" y="119"/>
                      <a:pt x="249" y="3"/>
                    </a:cubicBezTo>
                    <a:cubicBezTo>
                      <a:pt x="243" y="1"/>
                      <a:pt x="238" y="0"/>
                      <a:pt x="2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47"/>
              <p:cNvSpPr/>
              <p:nvPr/>
            </p:nvSpPr>
            <p:spPr>
              <a:xfrm>
                <a:off x="5000242" y="3604585"/>
                <a:ext cx="160873" cy="106762"/>
              </a:xfrm>
              <a:custGeom>
                <a:rect b="b" l="l" r="r" t="t"/>
                <a:pathLst>
                  <a:path extrusionOk="0" h="1754" w="2643">
                    <a:moveTo>
                      <a:pt x="1875" y="1"/>
                    </a:moveTo>
                    <a:cubicBezTo>
                      <a:pt x="1237" y="1"/>
                      <a:pt x="408" y="17"/>
                      <a:pt x="255" y="101"/>
                    </a:cubicBezTo>
                    <a:cubicBezTo>
                      <a:pt x="0" y="217"/>
                      <a:pt x="1692" y="1584"/>
                      <a:pt x="1993" y="1746"/>
                    </a:cubicBezTo>
                    <a:cubicBezTo>
                      <a:pt x="2004" y="1751"/>
                      <a:pt x="2015" y="1754"/>
                      <a:pt x="2026" y="1754"/>
                    </a:cubicBezTo>
                    <a:cubicBezTo>
                      <a:pt x="2319" y="1754"/>
                      <a:pt x="2642" y="8"/>
                      <a:pt x="2642" y="8"/>
                    </a:cubicBezTo>
                    <a:cubicBezTo>
                      <a:pt x="2642" y="8"/>
                      <a:pt x="2301" y="1"/>
                      <a:pt x="187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47"/>
              <p:cNvSpPr/>
              <p:nvPr/>
            </p:nvSpPr>
            <p:spPr>
              <a:xfrm>
                <a:off x="5213214" y="4101559"/>
                <a:ext cx="138291" cy="144804"/>
              </a:xfrm>
              <a:custGeom>
                <a:rect b="b" l="l" r="r" t="t"/>
                <a:pathLst>
                  <a:path extrusionOk="0" h="2379" w="2272">
                    <a:moveTo>
                      <a:pt x="487" y="1"/>
                    </a:moveTo>
                    <a:cubicBezTo>
                      <a:pt x="487" y="1"/>
                      <a:pt x="1" y="2040"/>
                      <a:pt x="70" y="2341"/>
                    </a:cubicBezTo>
                    <a:cubicBezTo>
                      <a:pt x="79" y="2367"/>
                      <a:pt x="100" y="2379"/>
                      <a:pt x="133" y="2379"/>
                    </a:cubicBezTo>
                    <a:cubicBezTo>
                      <a:pt x="456" y="2379"/>
                      <a:pt x="1851" y="1227"/>
                      <a:pt x="2040" y="974"/>
                    </a:cubicBezTo>
                    <a:cubicBezTo>
                      <a:pt x="2272" y="719"/>
                      <a:pt x="487" y="1"/>
                      <a:pt x="4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47"/>
              <p:cNvSpPr/>
              <p:nvPr/>
            </p:nvSpPr>
            <p:spPr>
              <a:xfrm>
                <a:off x="5389665" y="3295870"/>
                <a:ext cx="86006" cy="112909"/>
              </a:xfrm>
              <a:custGeom>
                <a:rect b="b" l="l" r="r" t="t"/>
                <a:pathLst>
                  <a:path extrusionOk="0" h="1855" w="1413">
                    <a:moveTo>
                      <a:pt x="352" y="1"/>
                    </a:moveTo>
                    <a:cubicBezTo>
                      <a:pt x="152" y="1"/>
                      <a:pt x="0" y="1474"/>
                      <a:pt x="45" y="1789"/>
                    </a:cubicBezTo>
                    <a:cubicBezTo>
                      <a:pt x="53" y="1835"/>
                      <a:pt x="103" y="1854"/>
                      <a:pt x="179" y="1854"/>
                    </a:cubicBezTo>
                    <a:cubicBezTo>
                      <a:pt x="525" y="1854"/>
                      <a:pt x="1412" y="1465"/>
                      <a:pt x="1412" y="1465"/>
                    </a:cubicBezTo>
                    <a:cubicBezTo>
                      <a:pt x="1412" y="1465"/>
                      <a:pt x="555" y="121"/>
                      <a:pt x="369" y="5"/>
                    </a:cubicBezTo>
                    <a:cubicBezTo>
                      <a:pt x="363" y="2"/>
                      <a:pt x="357" y="1"/>
                      <a:pt x="3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47"/>
              <p:cNvSpPr/>
              <p:nvPr/>
            </p:nvSpPr>
            <p:spPr>
              <a:xfrm>
                <a:off x="5101767" y="3470800"/>
                <a:ext cx="119970" cy="94223"/>
              </a:xfrm>
              <a:custGeom>
                <a:rect b="b" l="l" r="r" t="t"/>
                <a:pathLst>
                  <a:path extrusionOk="0" h="1548" w="1971">
                    <a:moveTo>
                      <a:pt x="256" y="1"/>
                    </a:moveTo>
                    <a:cubicBezTo>
                      <a:pt x="238" y="1"/>
                      <a:pt x="222" y="2"/>
                      <a:pt x="210" y="4"/>
                    </a:cubicBezTo>
                    <a:cubicBezTo>
                      <a:pt x="1" y="51"/>
                      <a:pt x="928" y="1325"/>
                      <a:pt x="1183" y="1534"/>
                    </a:cubicBezTo>
                    <a:cubicBezTo>
                      <a:pt x="1194" y="1543"/>
                      <a:pt x="1206" y="1548"/>
                      <a:pt x="1219" y="1548"/>
                    </a:cubicBezTo>
                    <a:cubicBezTo>
                      <a:pt x="1436" y="1548"/>
                      <a:pt x="1971" y="375"/>
                      <a:pt x="1971" y="375"/>
                    </a:cubicBezTo>
                    <a:cubicBezTo>
                      <a:pt x="1971" y="375"/>
                      <a:pt x="598" y="1"/>
                      <a:pt x="2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47"/>
              <p:cNvSpPr/>
              <p:nvPr/>
            </p:nvSpPr>
            <p:spPr>
              <a:xfrm>
                <a:off x="5009007" y="3754559"/>
                <a:ext cx="129526" cy="83388"/>
              </a:xfrm>
              <a:custGeom>
                <a:rect b="b" l="l" r="r" t="t"/>
                <a:pathLst>
                  <a:path extrusionOk="0" h="1370" w="2128">
                    <a:moveTo>
                      <a:pt x="1641" y="1"/>
                    </a:moveTo>
                    <a:cubicBezTo>
                      <a:pt x="1641" y="1"/>
                      <a:pt x="250" y="765"/>
                      <a:pt x="111" y="951"/>
                    </a:cubicBezTo>
                    <a:cubicBezTo>
                      <a:pt x="0" y="1128"/>
                      <a:pt x="1418" y="1369"/>
                      <a:pt x="1824" y="1369"/>
                    </a:cubicBezTo>
                    <a:cubicBezTo>
                      <a:pt x="1843" y="1369"/>
                      <a:pt x="1859" y="1369"/>
                      <a:pt x="1873" y="1368"/>
                    </a:cubicBezTo>
                    <a:cubicBezTo>
                      <a:pt x="2127" y="1345"/>
                      <a:pt x="1641" y="1"/>
                      <a:pt x="16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47"/>
              <p:cNvSpPr/>
              <p:nvPr/>
            </p:nvSpPr>
            <p:spPr>
              <a:xfrm>
                <a:off x="5361362" y="4187624"/>
                <a:ext cx="87527" cy="108283"/>
              </a:xfrm>
              <a:custGeom>
                <a:rect b="b" l="l" r="r" t="t"/>
                <a:pathLst>
                  <a:path extrusionOk="0" h="1779" w="1438">
                    <a:moveTo>
                      <a:pt x="0" y="0"/>
                    </a:moveTo>
                    <a:cubicBezTo>
                      <a:pt x="0" y="0"/>
                      <a:pt x="186" y="1576"/>
                      <a:pt x="325" y="1762"/>
                    </a:cubicBezTo>
                    <a:cubicBezTo>
                      <a:pt x="332" y="1773"/>
                      <a:pt x="342" y="1779"/>
                      <a:pt x="355" y="1779"/>
                    </a:cubicBezTo>
                    <a:cubicBezTo>
                      <a:pt x="543" y="1779"/>
                      <a:pt x="1281" y="561"/>
                      <a:pt x="1368" y="279"/>
                    </a:cubicBezTo>
                    <a:cubicBezTo>
                      <a:pt x="1437" y="2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47"/>
              <p:cNvSpPr/>
              <p:nvPr/>
            </p:nvSpPr>
            <p:spPr>
              <a:xfrm>
                <a:off x="4210805" y="3724674"/>
                <a:ext cx="1216924" cy="719028"/>
              </a:xfrm>
              <a:custGeom>
                <a:rect b="b" l="l" r="r" t="t"/>
                <a:pathLst>
                  <a:path extrusionOk="0" h="11813" w="19993">
                    <a:moveTo>
                      <a:pt x="6427" y="0"/>
                    </a:moveTo>
                    <a:cubicBezTo>
                      <a:pt x="4920" y="0"/>
                      <a:pt x="4464" y="1581"/>
                      <a:pt x="4331" y="2351"/>
                    </a:cubicBezTo>
                    <a:lnTo>
                      <a:pt x="4331" y="2351"/>
                    </a:lnTo>
                    <a:cubicBezTo>
                      <a:pt x="4081" y="2095"/>
                      <a:pt x="3720" y="1881"/>
                      <a:pt x="3267" y="1881"/>
                    </a:cubicBezTo>
                    <a:cubicBezTo>
                      <a:pt x="2776" y="1881"/>
                      <a:pt x="2178" y="2133"/>
                      <a:pt x="1499" y="2856"/>
                    </a:cubicBezTo>
                    <a:cubicBezTo>
                      <a:pt x="1" y="4456"/>
                      <a:pt x="1265" y="5893"/>
                      <a:pt x="1976" y="6234"/>
                    </a:cubicBezTo>
                    <a:lnTo>
                      <a:pt x="1976" y="6234"/>
                    </a:lnTo>
                    <a:cubicBezTo>
                      <a:pt x="1421" y="7084"/>
                      <a:pt x="1624" y="8966"/>
                      <a:pt x="3167" y="9229"/>
                    </a:cubicBezTo>
                    <a:cubicBezTo>
                      <a:pt x="3370" y="9261"/>
                      <a:pt x="3553" y="9276"/>
                      <a:pt x="3716" y="9276"/>
                    </a:cubicBezTo>
                    <a:cubicBezTo>
                      <a:pt x="3842" y="9276"/>
                      <a:pt x="3957" y="9267"/>
                      <a:pt x="4061" y="9252"/>
                    </a:cubicBezTo>
                    <a:lnTo>
                      <a:pt x="4061" y="9252"/>
                    </a:lnTo>
                    <a:cubicBezTo>
                      <a:pt x="4200" y="10017"/>
                      <a:pt x="4832" y="10949"/>
                      <a:pt x="6087" y="11060"/>
                    </a:cubicBezTo>
                    <a:cubicBezTo>
                      <a:pt x="6162" y="11065"/>
                      <a:pt x="6235" y="11068"/>
                      <a:pt x="6306" y="11068"/>
                    </a:cubicBezTo>
                    <a:cubicBezTo>
                      <a:pt x="7069" y="11068"/>
                      <a:pt x="7575" y="10743"/>
                      <a:pt x="7869" y="10358"/>
                    </a:cubicBezTo>
                    <a:lnTo>
                      <a:pt x="7869" y="10358"/>
                    </a:lnTo>
                    <a:cubicBezTo>
                      <a:pt x="8195" y="11066"/>
                      <a:pt x="8934" y="11812"/>
                      <a:pt x="10178" y="11812"/>
                    </a:cubicBezTo>
                    <a:cubicBezTo>
                      <a:pt x="10264" y="11812"/>
                      <a:pt x="10353" y="11809"/>
                      <a:pt x="10444" y="11801"/>
                    </a:cubicBezTo>
                    <a:cubicBezTo>
                      <a:pt x="11483" y="11716"/>
                      <a:pt x="12006" y="11224"/>
                      <a:pt x="12209" y="10710"/>
                    </a:cubicBezTo>
                    <a:lnTo>
                      <a:pt x="12209" y="10710"/>
                    </a:lnTo>
                    <a:cubicBezTo>
                      <a:pt x="12711" y="11062"/>
                      <a:pt x="13434" y="11345"/>
                      <a:pt x="14186" y="11345"/>
                    </a:cubicBezTo>
                    <a:cubicBezTo>
                      <a:pt x="14625" y="11345"/>
                      <a:pt x="15075" y="11248"/>
                      <a:pt x="15496" y="11013"/>
                    </a:cubicBezTo>
                    <a:cubicBezTo>
                      <a:pt x="16262" y="10581"/>
                      <a:pt x="16552" y="10106"/>
                      <a:pt x="16587" y="9716"/>
                    </a:cubicBezTo>
                    <a:lnTo>
                      <a:pt x="16587" y="9716"/>
                    </a:lnTo>
                    <a:cubicBezTo>
                      <a:pt x="16782" y="9757"/>
                      <a:pt x="16992" y="9781"/>
                      <a:pt x="17201" y="9781"/>
                    </a:cubicBezTo>
                    <a:cubicBezTo>
                      <a:pt x="17579" y="9781"/>
                      <a:pt x="17953" y="9703"/>
                      <a:pt x="18231" y="9507"/>
                    </a:cubicBezTo>
                    <a:cubicBezTo>
                      <a:pt x="19181" y="8835"/>
                      <a:pt x="19992" y="7769"/>
                      <a:pt x="18857" y="6193"/>
                    </a:cubicBezTo>
                    <a:cubicBezTo>
                      <a:pt x="18634" y="5888"/>
                      <a:pt x="18414" y="5685"/>
                      <a:pt x="18211" y="5558"/>
                    </a:cubicBezTo>
                    <a:lnTo>
                      <a:pt x="18211" y="5558"/>
                    </a:lnTo>
                    <a:cubicBezTo>
                      <a:pt x="18584" y="4924"/>
                      <a:pt x="18677" y="3816"/>
                      <a:pt x="17768" y="2995"/>
                    </a:cubicBezTo>
                    <a:cubicBezTo>
                      <a:pt x="17362" y="2622"/>
                      <a:pt x="16966" y="2485"/>
                      <a:pt x="16622" y="2485"/>
                    </a:cubicBezTo>
                    <a:cubicBezTo>
                      <a:pt x="16472" y="2485"/>
                      <a:pt x="16332" y="2511"/>
                      <a:pt x="16205" y="2555"/>
                    </a:cubicBezTo>
                    <a:lnTo>
                      <a:pt x="16205" y="2555"/>
                    </a:lnTo>
                    <a:cubicBezTo>
                      <a:pt x="16168" y="1885"/>
                      <a:pt x="15827" y="1017"/>
                      <a:pt x="14987" y="468"/>
                    </a:cubicBezTo>
                    <a:cubicBezTo>
                      <a:pt x="14710" y="292"/>
                      <a:pt x="14430" y="218"/>
                      <a:pt x="14160" y="218"/>
                    </a:cubicBezTo>
                    <a:cubicBezTo>
                      <a:pt x="13447" y="218"/>
                      <a:pt x="12800" y="733"/>
                      <a:pt x="12445" y="1229"/>
                    </a:cubicBezTo>
                    <a:lnTo>
                      <a:pt x="12445" y="1229"/>
                    </a:lnTo>
                    <a:cubicBezTo>
                      <a:pt x="12207" y="763"/>
                      <a:pt x="11653" y="260"/>
                      <a:pt x="10606" y="98"/>
                    </a:cubicBezTo>
                    <a:cubicBezTo>
                      <a:pt x="10466" y="76"/>
                      <a:pt x="10332" y="66"/>
                      <a:pt x="10204" y="66"/>
                    </a:cubicBezTo>
                    <a:cubicBezTo>
                      <a:pt x="9335" y="66"/>
                      <a:pt x="8741" y="534"/>
                      <a:pt x="8407" y="1043"/>
                    </a:cubicBezTo>
                    <a:lnTo>
                      <a:pt x="8407" y="1043"/>
                    </a:lnTo>
                    <a:cubicBezTo>
                      <a:pt x="8122" y="541"/>
                      <a:pt x="7541" y="68"/>
                      <a:pt x="6574" y="5"/>
                    </a:cubicBezTo>
                    <a:cubicBezTo>
                      <a:pt x="6524" y="2"/>
                      <a:pt x="6475" y="0"/>
                      <a:pt x="64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7" name="Google Shape;597;p47"/>
            <p:cNvSpPr/>
            <p:nvPr/>
          </p:nvSpPr>
          <p:spPr>
            <a:xfrm>
              <a:off x="7310289" y="3543961"/>
              <a:ext cx="835707" cy="835774"/>
            </a:xfrm>
            <a:custGeom>
              <a:rect b="b" l="l" r="r" t="t"/>
              <a:pathLst>
                <a:path extrusionOk="0" h="12377" w="12376">
                  <a:moveTo>
                    <a:pt x="6188" y="1"/>
                  </a:moveTo>
                  <a:cubicBezTo>
                    <a:pt x="2758" y="1"/>
                    <a:pt x="0" y="2758"/>
                    <a:pt x="0" y="6188"/>
                  </a:cubicBezTo>
                  <a:cubicBezTo>
                    <a:pt x="0" y="9595"/>
                    <a:pt x="2758" y="12376"/>
                    <a:pt x="6188" y="12376"/>
                  </a:cubicBezTo>
                  <a:cubicBezTo>
                    <a:pt x="9595" y="12376"/>
                    <a:pt x="12376" y="9595"/>
                    <a:pt x="12376" y="6188"/>
                  </a:cubicBezTo>
                  <a:cubicBezTo>
                    <a:pt x="12376" y="2758"/>
                    <a:pt x="9595" y="1"/>
                    <a:pt x="6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7900256" y="3975852"/>
              <a:ext cx="123708" cy="125261"/>
            </a:xfrm>
            <a:custGeom>
              <a:rect b="b" l="l" r="r" t="t"/>
              <a:pathLst>
                <a:path extrusionOk="0" h="1855" w="1832">
                  <a:moveTo>
                    <a:pt x="904" y="1"/>
                  </a:moveTo>
                  <a:cubicBezTo>
                    <a:pt x="394" y="1"/>
                    <a:pt x="0" y="418"/>
                    <a:pt x="0" y="928"/>
                  </a:cubicBezTo>
                  <a:cubicBezTo>
                    <a:pt x="0" y="1438"/>
                    <a:pt x="394" y="1855"/>
                    <a:pt x="904" y="1855"/>
                  </a:cubicBezTo>
                  <a:cubicBezTo>
                    <a:pt x="1414" y="1855"/>
                    <a:pt x="1831" y="1438"/>
                    <a:pt x="1831" y="928"/>
                  </a:cubicBezTo>
                  <a:cubicBezTo>
                    <a:pt x="1831" y="418"/>
                    <a:pt x="1414" y="1"/>
                    <a:pt x="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7426094" y="3982132"/>
              <a:ext cx="123708" cy="123708"/>
            </a:xfrm>
            <a:custGeom>
              <a:rect b="b" l="l" r="r" t="t"/>
              <a:pathLst>
                <a:path extrusionOk="0" h="1832" w="1832">
                  <a:moveTo>
                    <a:pt x="904" y="1"/>
                  </a:moveTo>
                  <a:cubicBezTo>
                    <a:pt x="394" y="1"/>
                    <a:pt x="0" y="395"/>
                    <a:pt x="0" y="904"/>
                  </a:cubicBezTo>
                  <a:cubicBezTo>
                    <a:pt x="0" y="1414"/>
                    <a:pt x="394" y="1831"/>
                    <a:pt x="904" y="1831"/>
                  </a:cubicBezTo>
                  <a:cubicBezTo>
                    <a:pt x="1414" y="1831"/>
                    <a:pt x="1831" y="1414"/>
                    <a:pt x="1831" y="904"/>
                  </a:cubicBezTo>
                  <a:cubicBezTo>
                    <a:pt x="1831" y="395"/>
                    <a:pt x="1414" y="1"/>
                    <a:pt x="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7665539" y="3917105"/>
              <a:ext cx="122088" cy="110473"/>
            </a:xfrm>
            <a:custGeom>
              <a:rect b="b" l="l" r="r" t="t"/>
              <a:pathLst>
                <a:path extrusionOk="0" h="1636" w="1808">
                  <a:moveTo>
                    <a:pt x="1721" y="1"/>
                  </a:moveTo>
                  <a:cubicBezTo>
                    <a:pt x="1688" y="1"/>
                    <a:pt x="1656" y="19"/>
                    <a:pt x="1646" y="60"/>
                  </a:cubicBezTo>
                  <a:cubicBezTo>
                    <a:pt x="1599" y="454"/>
                    <a:pt x="1391" y="1427"/>
                    <a:pt x="881" y="1473"/>
                  </a:cubicBezTo>
                  <a:cubicBezTo>
                    <a:pt x="860" y="1478"/>
                    <a:pt x="840" y="1479"/>
                    <a:pt x="821" y="1479"/>
                  </a:cubicBezTo>
                  <a:cubicBezTo>
                    <a:pt x="732" y="1479"/>
                    <a:pt x="656" y="1438"/>
                    <a:pt x="579" y="1381"/>
                  </a:cubicBezTo>
                  <a:cubicBezTo>
                    <a:pt x="232" y="1079"/>
                    <a:pt x="162" y="176"/>
                    <a:pt x="162" y="176"/>
                  </a:cubicBezTo>
                  <a:cubicBezTo>
                    <a:pt x="162" y="129"/>
                    <a:pt x="116" y="106"/>
                    <a:pt x="70" y="106"/>
                  </a:cubicBezTo>
                  <a:cubicBezTo>
                    <a:pt x="23" y="106"/>
                    <a:pt x="0" y="152"/>
                    <a:pt x="0" y="176"/>
                  </a:cubicBezTo>
                  <a:cubicBezTo>
                    <a:pt x="0" y="222"/>
                    <a:pt x="70" y="1149"/>
                    <a:pt x="487" y="1497"/>
                  </a:cubicBezTo>
                  <a:cubicBezTo>
                    <a:pt x="579" y="1589"/>
                    <a:pt x="695" y="1636"/>
                    <a:pt x="834" y="1636"/>
                  </a:cubicBezTo>
                  <a:lnTo>
                    <a:pt x="881" y="1636"/>
                  </a:lnTo>
                  <a:cubicBezTo>
                    <a:pt x="1622" y="1589"/>
                    <a:pt x="1808" y="152"/>
                    <a:pt x="1808" y="83"/>
                  </a:cubicBezTo>
                  <a:cubicBezTo>
                    <a:pt x="1808" y="31"/>
                    <a:pt x="1764" y="1"/>
                    <a:pt x="1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7"/>
            <p:cNvSpPr/>
            <p:nvPr/>
          </p:nvSpPr>
          <p:spPr>
            <a:xfrm>
              <a:off x="7516848" y="3846001"/>
              <a:ext cx="92376" cy="117428"/>
            </a:xfrm>
            <a:custGeom>
              <a:rect b="b" l="l" r="r" t="t"/>
              <a:pathLst>
                <a:path extrusionOk="0" h="1739" w="1368">
                  <a:moveTo>
                    <a:pt x="116" y="0"/>
                  </a:moveTo>
                  <a:cubicBezTo>
                    <a:pt x="70" y="0"/>
                    <a:pt x="24" y="24"/>
                    <a:pt x="24" y="70"/>
                  </a:cubicBezTo>
                  <a:cubicBezTo>
                    <a:pt x="24" y="232"/>
                    <a:pt x="0" y="1623"/>
                    <a:pt x="510" y="1739"/>
                  </a:cubicBezTo>
                  <a:lnTo>
                    <a:pt x="580" y="1739"/>
                  </a:lnTo>
                  <a:cubicBezTo>
                    <a:pt x="626" y="1739"/>
                    <a:pt x="696" y="1739"/>
                    <a:pt x="742" y="1692"/>
                  </a:cubicBezTo>
                  <a:cubicBezTo>
                    <a:pt x="1136" y="1437"/>
                    <a:pt x="1345" y="232"/>
                    <a:pt x="1345" y="93"/>
                  </a:cubicBezTo>
                  <a:cubicBezTo>
                    <a:pt x="1368" y="47"/>
                    <a:pt x="1321" y="0"/>
                    <a:pt x="1275" y="0"/>
                  </a:cubicBezTo>
                  <a:cubicBezTo>
                    <a:pt x="1252" y="0"/>
                    <a:pt x="1206" y="24"/>
                    <a:pt x="1206" y="70"/>
                  </a:cubicBezTo>
                  <a:cubicBezTo>
                    <a:pt x="1136" y="418"/>
                    <a:pt x="951" y="1368"/>
                    <a:pt x="649" y="1576"/>
                  </a:cubicBezTo>
                  <a:cubicBezTo>
                    <a:pt x="626" y="1599"/>
                    <a:pt x="580" y="1599"/>
                    <a:pt x="557" y="1599"/>
                  </a:cubicBezTo>
                  <a:cubicBezTo>
                    <a:pt x="255" y="1530"/>
                    <a:pt x="163" y="626"/>
                    <a:pt x="186" y="93"/>
                  </a:cubicBezTo>
                  <a:cubicBezTo>
                    <a:pt x="186" y="47"/>
                    <a:pt x="163" y="0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7862712" y="3842422"/>
              <a:ext cx="92376" cy="117901"/>
            </a:xfrm>
            <a:custGeom>
              <a:rect b="b" l="l" r="r" t="t"/>
              <a:pathLst>
                <a:path extrusionOk="0" h="1746" w="1368">
                  <a:moveTo>
                    <a:pt x="1273" y="1"/>
                  </a:moveTo>
                  <a:cubicBezTo>
                    <a:pt x="1236" y="1"/>
                    <a:pt x="1205" y="39"/>
                    <a:pt x="1205" y="77"/>
                  </a:cubicBezTo>
                  <a:cubicBezTo>
                    <a:pt x="1159" y="401"/>
                    <a:pt x="950" y="1374"/>
                    <a:pt x="672" y="1560"/>
                  </a:cubicBezTo>
                  <a:cubicBezTo>
                    <a:pt x="626" y="1583"/>
                    <a:pt x="603" y="1583"/>
                    <a:pt x="556" y="1583"/>
                  </a:cubicBezTo>
                  <a:cubicBezTo>
                    <a:pt x="255" y="1537"/>
                    <a:pt x="186" y="633"/>
                    <a:pt x="209" y="77"/>
                  </a:cubicBezTo>
                  <a:cubicBezTo>
                    <a:pt x="209" y="30"/>
                    <a:pt x="162" y="7"/>
                    <a:pt x="116" y="7"/>
                  </a:cubicBezTo>
                  <a:cubicBezTo>
                    <a:pt x="93" y="7"/>
                    <a:pt x="47" y="30"/>
                    <a:pt x="47" y="77"/>
                  </a:cubicBezTo>
                  <a:cubicBezTo>
                    <a:pt x="47" y="239"/>
                    <a:pt x="0" y="1629"/>
                    <a:pt x="533" y="1745"/>
                  </a:cubicBezTo>
                  <a:lnTo>
                    <a:pt x="580" y="1745"/>
                  </a:lnTo>
                  <a:cubicBezTo>
                    <a:pt x="649" y="1745"/>
                    <a:pt x="695" y="1722"/>
                    <a:pt x="765" y="1699"/>
                  </a:cubicBezTo>
                  <a:cubicBezTo>
                    <a:pt x="1136" y="1421"/>
                    <a:pt x="1344" y="239"/>
                    <a:pt x="1368" y="100"/>
                  </a:cubicBezTo>
                  <a:cubicBezTo>
                    <a:pt x="1368" y="53"/>
                    <a:pt x="1344" y="7"/>
                    <a:pt x="1298" y="7"/>
                  </a:cubicBezTo>
                  <a:cubicBezTo>
                    <a:pt x="1289" y="3"/>
                    <a:pt x="1281" y="1"/>
                    <a:pt x="1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7"/>
            <p:cNvSpPr/>
            <p:nvPr/>
          </p:nvSpPr>
          <p:spPr>
            <a:xfrm>
              <a:off x="7674925" y="3361373"/>
              <a:ext cx="126004" cy="157201"/>
            </a:xfrm>
            <a:custGeom>
              <a:rect b="b" l="l" r="r" t="t"/>
              <a:pathLst>
                <a:path extrusionOk="0" h="2328" w="1866">
                  <a:moveTo>
                    <a:pt x="732" y="1"/>
                  </a:moveTo>
                  <a:cubicBezTo>
                    <a:pt x="718" y="1"/>
                    <a:pt x="706" y="6"/>
                    <a:pt x="695" y="16"/>
                  </a:cubicBezTo>
                  <a:cubicBezTo>
                    <a:pt x="510" y="225"/>
                    <a:pt x="0" y="2287"/>
                    <a:pt x="0" y="2287"/>
                  </a:cubicBezTo>
                  <a:cubicBezTo>
                    <a:pt x="0" y="2287"/>
                    <a:pt x="475" y="2328"/>
                    <a:pt x="942" y="2328"/>
                  </a:cubicBezTo>
                  <a:cubicBezTo>
                    <a:pt x="1408" y="2328"/>
                    <a:pt x="1866" y="2287"/>
                    <a:pt x="1831" y="2125"/>
                  </a:cubicBezTo>
                  <a:cubicBezTo>
                    <a:pt x="1765" y="1773"/>
                    <a:pt x="989" y="1"/>
                    <a:pt x="7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7"/>
            <p:cNvSpPr/>
            <p:nvPr/>
          </p:nvSpPr>
          <p:spPr>
            <a:xfrm>
              <a:off x="7983177" y="3459352"/>
              <a:ext cx="141738" cy="164764"/>
            </a:xfrm>
            <a:custGeom>
              <a:rect b="b" l="l" r="r" t="t"/>
              <a:pathLst>
                <a:path extrusionOk="0" h="2440" w="2099">
                  <a:moveTo>
                    <a:pt x="1844" y="0"/>
                  </a:moveTo>
                  <a:cubicBezTo>
                    <a:pt x="1840" y="0"/>
                    <a:pt x="1836" y="1"/>
                    <a:pt x="1832" y="2"/>
                  </a:cubicBezTo>
                  <a:cubicBezTo>
                    <a:pt x="1553" y="95"/>
                    <a:pt x="1" y="1532"/>
                    <a:pt x="1" y="1532"/>
                  </a:cubicBezTo>
                  <a:cubicBezTo>
                    <a:pt x="1" y="1532"/>
                    <a:pt x="1199" y="2439"/>
                    <a:pt x="1554" y="2439"/>
                  </a:cubicBezTo>
                  <a:cubicBezTo>
                    <a:pt x="1601" y="2439"/>
                    <a:pt x="1633" y="2424"/>
                    <a:pt x="1646" y="2389"/>
                  </a:cubicBezTo>
                  <a:cubicBezTo>
                    <a:pt x="1760" y="2093"/>
                    <a:pt x="2099" y="0"/>
                    <a:pt x="18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7"/>
            <p:cNvSpPr/>
            <p:nvPr/>
          </p:nvSpPr>
          <p:spPr>
            <a:xfrm>
              <a:off x="8186630" y="3800624"/>
              <a:ext cx="176919" cy="120872"/>
            </a:xfrm>
            <a:custGeom>
              <a:rect b="b" l="l" r="r" t="t"/>
              <a:pathLst>
                <a:path extrusionOk="0" h="1790" w="2620">
                  <a:moveTo>
                    <a:pt x="0" y="0"/>
                  </a:moveTo>
                  <a:cubicBezTo>
                    <a:pt x="0" y="0"/>
                    <a:pt x="175" y="1790"/>
                    <a:pt x="482" y="1790"/>
                  </a:cubicBezTo>
                  <a:cubicBezTo>
                    <a:pt x="491" y="1790"/>
                    <a:pt x="501" y="1788"/>
                    <a:pt x="510" y="1785"/>
                  </a:cubicBezTo>
                  <a:cubicBezTo>
                    <a:pt x="858" y="1623"/>
                    <a:pt x="2619" y="417"/>
                    <a:pt x="2364" y="278"/>
                  </a:cubicBezTo>
                  <a:cubicBezTo>
                    <a:pt x="2109" y="116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7"/>
            <p:cNvSpPr/>
            <p:nvPr/>
          </p:nvSpPr>
          <p:spPr>
            <a:xfrm>
              <a:off x="8131867" y="4097937"/>
              <a:ext cx="186846" cy="122966"/>
            </a:xfrm>
            <a:custGeom>
              <a:rect b="b" l="l" r="r" t="t"/>
              <a:pathLst>
                <a:path extrusionOk="0" h="1821" w="2767">
                  <a:moveTo>
                    <a:pt x="1020" y="1"/>
                  </a:moveTo>
                  <a:cubicBezTo>
                    <a:pt x="1020" y="1"/>
                    <a:pt x="0" y="1623"/>
                    <a:pt x="325" y="1716"/>
                  </a:cubicBezTo>
                  <a:cubicBezTo>
                    <a:pt x="521" y="1765"/>
                    <a:pt x="1213" y="1820"/>
                    <a:pt x="1802" y="1820"/>
                  </a:cubicBezTo>
                  <a:cubicBezTo>
                    <a:pt x="2325" y="1820"/>
                    <a:pt x="2766" y="1777"/>
                    <a:pt x="2712" y="1646"/>
                  </a:cubicBezTo>
                  <a:cubicBezTo>
                    <a:pt x="2596" y="1368"/>
                    <a:pt x="1020" y="1"/>
                    <a:pt x="10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7"/>
            <p:cNvSpPr/>
            <p:nvPr/>
          </p:nvSpPr>
          <p:spPr>
            <a:xfrm>
              <a:off x="7919028" y="4338934"/>
              <a:ext cx="144034" cy="163549"/>
            </a:xfrm>
            <a:custGeom>
              <a:rect b="b" l="l" r="r" t="t"/>
              <a:pathLst>
                <a:path extrusionOk="0" h="2422" w="2133">
                  <a:moveTo>
                    <a:pt x="1808" y="1"/>
                  </a:moveTo>
                  <a:cubicBezTo>
                    <a:pt x="1808" y="1"/>
                    <a:pt x="0" y="580"/>
                    <a:pt x="186" y="881"/>
                  </a:cubicBezTo>
                  <a:cubicBezTo>
                    <a:pt x="356" y="1136"/>
                    <a:pt x="1693" y="2422"/>
                    <a:pt x="1987" y="2422"/>
                  </a:cubicBezTo>
                  <a:cubicBezTo>
                    <a:pt x="2014" y="2422"/>
                    <a:pt x="2032" y="2411"/>
                    <a:pt x="2040" y="2388"/>
                  </a:cubicBezTo>
                  <a:cubicBezTo>
                    <a:pt x="2133" y="2086"/>
                    <a:pt x="1808" y="1"/>
                    <a:pt x="1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7"/>
            <p:cNvSpPr/>
            <p:nvPr/>
          </p:nvSpPr>
          <p:spPr>
            <a:xfrm>
              <a:off x="7649873" y="4393292"/>
              <a:ext cx="123708" cy="163819"/>
            </a:xfrm>
            <a:custGeom>
              <a:rect b="b" l="l" r="r" t="t"/>
              <a:pathLst>
                <a:path extrusionOk="0" h="2426" w="1832">
                  <a:moveTo>
                    <a:pt x="225" y="1"/>
                  </a:moveTo>
                  <a:cubicBezTo>
                    <a:pt x="88" y="1"/>
                    <a:pt x="0" y="28"/>
                    <a:pt x="0" y="99"/>
                  </a:cubicBezTo>
                  <a:cubicBezTo>
                    <a:pt x="0" y="479"/>
                    <a:pt x="365" y="2426"/>
                    <a:pt x="620" y="2426"/>
                  </a:cubicBezTo>
                  <a:cubicBezTo>
                    <a:pt x="630" y="2426"/>
                    <a:pt x="640" y="2423"/>
                    <a:pt x="649" y="2417"/>
                  </a:cubicBezTo>
                  <a:cubicBezTo>
                    <a:pt x="881" y="2231"/>
                    <a:pt x="1831" y="354"/>
                    <a:pt x="1831" y="354"/>
                  </a:cubicBezTo>
                  <a:cubicBezTo>
                    <a:pt x="1831" y="354"/>
                    <a:pt x="714" y="1"/>
                    <a:pt x="2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7"/>
            <p:cNvSpPr/>
            <p:nvPr/>
          </p:nvSpPr>
          <p:spPr>
            <a:xfrm>
              <a:off x="7847046" y="3434030"/>
              <a:ext cx="95347" cy="124856"/>
            </a:xfrm>
            <a:custGeom>
              <a:rect b="b" l="l" r="r" t="t"/>
              <a:pathLst>
                <a:path extrusionOk="0" h="1849" w="1412">
                  <a:moveTo>
                    <a:pt x="1204" y="0"/>
                  </a:moveTo>
                  <a:cubicBezTo>
                    <a:pt x="1197" y="0"/>
                    <a:pt x="1190" y="2"/>
                    <a:pt x="1182" y="6"/>
                  </a:cubicBezTo>
                  <a:cubicBezTo>
                    <a:pt x="974" y="99"/>
                    <a:pt x="0" y="1374"/>
                    <a:pt x="0" y="1374"/>
                  </a:cubicBezTo>
                  <a:cubicBezTo>
                    <a:pt x="0" y="1374"/>
                    <a:pt x="901" y="1849"/>
                    <a:pt x="1230" y="1849"/>
                  </a:cubicBezTo>
                  <a:cubicBezTo>
                    <a:pt x="1292" y="1849"/>
                    <a:pt x="1334" y="1831"/>
                    <a:pt x="1345" y="1791"/>
                  </a:cubicBezTo>
                  <a:cubicBezTo>
                    <a:pt x="1412" y="1500"/>
                    <a:pt x="1392" y="0"/>
                    <a:pt x="1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7"/>
            <p:cNvSpPr/>
            <p:nvPr/>
          </p:nvSpPr>
          <p:spPr>
            <a:xfrm>
              <a:off x="8130314" y="3641872"/>
              <a:ext cx="134648" cy="100007"/>
            </a:xfrm>
            <a:custGeom>
              <a:rect b="b" l="l" r="r" t="t"/>
              <a:pathLst>
                <a:path extrusionOk="0" h="1481" w="1994">
                  <a:moveTo>
                    <a:pt x="1688" y="1"/>
                  </a:moveTo>
                  <a:cubicBezTo>
                    <a:pt x="1286" y="1"/>
                    <a:pt x="0" y="266"/>
                    <a:pt x="0" y="266"/>
                  </a:cubicBezTo>
                  <a:cubicBezTo>
                    <a:pt x="0" y="266"/>
                    <a:pt x="440" y="1481"/>
                    <a:pt x="663" y="1481"/>
                  </a:cubicBezTo>
                  <a:cubicBezTo>
                    <a:pt x="674" y="1481"/>
                    <a:pt x="685" y="1477"/>
                    <a:pt x="695" y="1471"/>
                  </a:cubicBezTo>
                  <a:cubicBezTo>
                    <a:pt x="974" y="1285"/>
                    <a:pt x="1993" y="80"/>
                    <a:pt x="1785" y="11"/>
                  </a:cubicBezTo>
                  <a:cubicBezTo>
                    <a:pt x="1764" y="4"/>
                    <a:pt x="1731" y="1"/>
                    <a:pt x="1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7"/>
            <p:cNvSpPr/>
            <p:nvPr/>
          </p:nvSpPr>
          <p:spPr>
            <a:xfrm>
              <a:off x="8196016" y="3972746"/>
              <a:ext cx="144439" cy="91498"/>
            </a:xfrm>
            <a:custGeom>
              <a:rect b="b" l="l" r="r" t="t"/>
              <a:pathLst>
                <a:path extrusionOk="0" h="1355" w="2139">
                  <a:moveTo>
                    <a:pt x="603" y="1"/>
                  </a:moveTo>
                  <a:cubicBezTo>
                    <a:pt x="603" y="1"/>
                    <a:pt x="1" y="1298"/>
                    <a:pt x="255" y="1345"/>
                  </a:cubicBezTo>
                  <a:cubicBezTo>
                    <a:pt x="303" y="1352"/>
                    <a:pt x="378" y="1355"/>
                    <a:pt x="471" y="1355"/>
                  </a:cubicBezTo>
                  <a:cubicBezTo>
                    <a:pt x="1008" y="1355"/>
                    <a:pt x="2139" y="1244"/>
                    <a:pt x="2040" y="1067"/>
                  </a:cubicBezTo>
                  <a:cubicBezTo>
                    <a:pt x="1924" y="881"/>
                    <a:pt x="603" y="1"/>
                    <a:pt x="6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7"/>
            <p:cNvSpPr/>
            <p:nvPr/>
          </p:nvSpPr>
          <p:spPr>
            <a:xfrm>
              <a:off x="8059886" y="4237242"/>
              <a:ext cx="129921" cy="113039"/>
            </a:xfrm>
            <a:custGeom>
              <a:rect b="b" l="l" r="r" t="t"/>
              <a:pathLst>
                <a:path extrusionOk="0" h="1674" w="1924">
                  <a:moveTo>
                    <a:pt x="1159" y="0"/>
                  </a:moveTo>
                  <a:cubicBezTo>
                    <a:pt x="1159" y="0"/>
                    <a:pt x="0" y="881"/>
                    <a:pt x="209" y="1043"/>
                  </a:cubicBezTo>
                  <a:cubicBezTo>
                    <a:pt x="444" y="1200"/>
                    <a:pt x="1512" y="1673"/>
                    <a:pt x="1832" y="1673"/>
                  </a:cubicBezTo>
                  <a:cubicBezTo>
                    <a:pt x="1890" y="1673"/>
                    <a:pt x="1924" y="1658"/>
                    <a:pt x="1924" y="1622"/>
                  </a:cubicBezTo>
                  <a:cubicBezTo>
                    <a:pt x="1924" y="1414"/>
                    <a:pt x="1159" y="0"/>
                    <a:pt x="11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7"/>
            <p:cNvSpPr/>
            <p:nvPr/>
          </p:nvSpPr>
          <p:spPr>
            <a:xfrm>
              <a:off x="7807544" y="4422801"/>
              <a:ext cx="95887" cy="117631"/>
            </a:xfrm>
            <a:custGeom>
              <a:rect b="b" l="l" r="r" t="t"/>
              <a:pathLst>
                <a:path extrusionOk="0" h="1742" w="1420">
                  <a:moveTo>
                    <a:pt x="968" y="0"/>
                  </a:moveTo>
                  <a:cubicBezTo>
                    <a:pt x="551" y="0"/>
                    <a:pt x="0" y="27"/>
                    <a:pt x="29" y="172"/>
                  </a:cubicBezTo>
                  <a:cubicBezTo>
                    <a:pt x="116" y="477"/>
                    <a:pt x="734" y="1742"/>
                    <a:pt x="925" y="1742"/>
                  </a:cubicBezTo>
                  <a:cubicBezTo>
                    <a:pt x="937" y="1742"/>
                    <a:pt x="948" y="1736"/>
                    <a:pt x="956" y="1725"/>
                  </a:cubicBezTo>
                  <a:cubicBezTo>
                    <a:pt x="1095" y="1563"/>
                    <a:pt x="1420" y="10"/>
                    <a:pt x="1420" y="10"/>
                  </a:cubicBezTo>
                  <a:cubicBezTo>
                    <a:pt x="1420" y="10"/>
                    <a:pt x="1218" y="0"/>
                    <a:pt x="9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7"/>
            <p:cNvSpPr/>
            <p:nvPr/>
          </p:nvSpPr>
          <p:spPr>
            <a:xfrm>
              <a:off x="7384296" y="3442065"/>
              <a:ext cx="132622" cy="167128"/>
            </a:xfrm>
            <a:custGeom>
              <a:rect b="b" l="l" r="r" t="t"/>
              <a:pathLst>
                <a:path extrusionOk="0" h="2475" w="1964">
                  <a:moveTo>
                    <a:pt x="233" y="0"/>
                  </a:moveTo>
                  <a:cubicBezTo>
                    <a:pt x="0" y="0"/>
                    <a:pt x="158" y="2050"/>
                    <a:pt x="249" y="2413"/>
                  </a:cubicBezTo>
                  <a:cubicBezTo>
                    <a:pt x="261" y="2456"/>
                    <a:pt x="300" y="2475"/>
                    <a:pt x="358" y="2475"/>
                  </a:cubicBezTo>
                  <a:cubicBezTo>
                    <a:pt x="741" y="2475"/>
                    <a:pt x="1963" y="1672"/>
                    <a:pt x="1963" y="1672"/>
                  </a:cubicBezTo>
                  <a:cubicBezTo>
                    <a:pt x="1963" y="1672"/>
                    <a:pt x="527" y="119"/>
                    <a:pt x="249" y="3"/>
                  </a:cubicBezTo>
                  <a:cubicBezTo>
                    <a:pt x="243" y="1"/>
                    <a:pt x="238" y="0"/>
                    <a:pt x="2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7"/>
            <p:cNvSpPr/>
            <p:nvPr/>
          </p:nvSpPr>
          <p:spPr>
            <a:xfrm>
              <a:off x="7122501" y="3762540"/>
              <a:ext cx="178472" cy="118441"/>
            </a:xfrm>
            <a:custGeom>
              <a:rect b="b" l="l" r="r" t="t"/>
              <a:pathLst>
                <a:path extrusionOk="0" h="1754" w="2643">
                  <a:moveTo>
                    <a:pt x="1875" y="1"/>
                  </a:moveTo>
                  <a:cubicBezTo>
                    <a:pt x="1237" y="1"/>
                    <a:pt x="408" y="17"/>
                    <a:pt x="255" y="101"/>
                  </a:cubicBezTo>
                  <a:cubicBezTo>
                    <a:pt x="0" y="217"/>
                    <a:pt x="1692" y="1584"/>
                    <a:pt x="1993" y="1746"/>
                  </a:cubicBezTo>
                  <a:cubicBezTo>
                    <a:pt x="2004" y="1751"/>
                    <a:pt x="2015" y="1754"/>
                    <a:pt x="2026" y="1754"/>
                  </a:cubicBezTo>
                  <a:cubicBezTo>
                    <a:pt x="2319" y="1754"/>
                    <a:pt x="2642" y="8"/>
                    <a:pt x="2642" y="8"/>
                  </a:cubicBezTo>
                  <a:cubicBezTo>
                    <a:pt x="2642" y="8"/>
                    <a:pt x="2301" y="1"/>
                    <a:pt x="1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7"/>
            <p:cNvSpPr/>
            <p:nvPr/>
          </p:nvSpPr>
          <p:spPr>
            <a:xfrm>
              <a:off x="7135939" y="4055666"/>
              <a:ext cx="190087" cy="120940"/>
            </a:xfrm>
            <a:custGeom>
              <a:rect b="b" l="l" r="r" t="t"/>
              <a:pathLst>
                <a:path extrusionOk="0" h="1791" w="2815">
                  <a:moveTo>
                    <a:pt x="1933" y="1"/>
                  </a:moveTo>
                  <a:cubicBezTo>
                    <a:pt x="1933" y="1"/>
                    <a:pt x="242" y="1252"/>
                    <a:pt x="103" y="1507"/>
                  </a:cubicBezTo>
                  <a:cubicBezTo>
                    <a:pt x="0" y="1712"/>
                    <a:pt x="1125" y="1791"/>
                    <a:pt x="1885" y="1791"/>
                  </a:cubicBezTo>
                  <a:cubicBezTo>
                    <a:pt x="2159" y="1791"/>
                    <a:pt x="2385" y="1781"/>
                    <a:pt x="2490" y="1762"/>
                  </a:cubicBezTo>
                  <a:cubicBezTo>
                    <a:pt x="2814" y="1693"/>
                    <a:pt x="1933" y="1"/>
                    <a:pt x="1933" y="1"/>
                  </a:cubicBezTo>
                  <a:close/>
                </a:path>
              </a:pathLst>
            </a:custGeom>
            <a:solidFill>
              <a:srgbClr val="F085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7"/>
            <p:cNvSpPr/>
            <p:nvPr/>
          </p:nvSpPr>
          <p:spPr>
            <a:xfrm>
              <a:off x="7358772" y="4313883"/>
              <a:ext cx="153420" cy="160645"/>
            </a:xfrm>
            <a:custGeom>
              <a:rect b="b" l="l" r="r" t="t"/>
              <a:pathLst>
                <a:path extrusionOk="0" h="2379" w="2272">
                  <a:moveTo>
                    <a:pt x="487" y="1"/>
                  </a:moveTo>
                  <a:cubicBezTo>
                    <a:pt x="487" y="1"/>
                    <a:pt x="1" y="2040"/>
                    <a:pt x="70" y="2341"/>
                  </a:cubicBezTo>
                  <a:cubicBezTo>
                    <a:pt x="79" y="2367"/>
                    <a:pt x="100" y="2379"/>
                    <a:pt x="133" y="2379"/>
                  </a:cubicBezTo>
                  <a:cubicBezTo>
                    <a:pt x="456" y="2379"/>
                    <a:pt x="1851" y="1227"/>
                    <a:pt x="2040" y="974"/>
                  </a:cubicBezTo>
                  <a:cubicBezTo>
                    <a:pt x="2272" y="719"/>
                    <a:pt x="487" y="1"/>
                    <a:pt x="487" y="1"/>
                  </a:cubicBezTo>
                  <a:close/>
                </a:path>
              </a:pathLst>
            </a:custGeom>
            <a:solidFill>
              <a:srgbClr val="F085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7"/>
            <p:cNvSpPr/>
            <p:nvPr/>
          </p:nvSpPr>
          <p:spPr>
            <a:xfrm>
              <a:off x="7554527" y="3420052"/>
              <a:ext cx="95415" cy="125261"/>
            </a:xfrm>
            <a:custGeom>
              <a:rect b="b" l="l" r="r" t="t"/>
              <a:pathLst>
                <a:path extrusionOk="0" h="1855" w="1413">
                  <a:moveTo>
                    <a:pt x="352" y="1"/>
                  </a:moveTo>
                  <a:cubicBezTo>
                    <a:pt x="152" y="1"/>
                    <a:pt x="0" y="1474"/>
                    <a:pt x="45" y="1789"/>
                  </a:cubicBezTo>
                  <a:cubicBezTo>
                    <a:pt x="53" y="1835"/>
                    <a:pt x="103" y="1854"/>
                    <a:pt x="179" y="1854"/>
                  </a:cubicBezTo>
                  <a:cubicBezTo>
                    <a:pt x="525" y="1854"/>
                    <a:pt x="1412" y="1465"/>
                    <a:pt x="1412" y="1465"/>
                  </a:cubicBezTo>
                  <a:cubicBezTo>
                    <a:pt x="1412" y="1465"/>
                    <a:pt x="555" y="121"/>
                    <a:pt x="369" y="5"/>
                  </a:cubicBezTo>
                  <a:cubicBezTo>
                    <a:pt x="363" y="2"/>
                    <a:pt x="357" y="1"/>
                    <a:pt x="3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7"/>
            <p:cNvSpPr/>
            <p:nvPr/>
          </p:nvSpPr>
          <p:spPr>
            <a:xfrm>
              <a:off x="7235133" y="3614119"/>
              <a:ext cx="133095" cy="104531"/>
            </a:xfrm>
            <a:custGeom>
              <a:rect b="b" l="l" r="r" t="t"/>
              <a:pathLst>
                <a:path extrusionOk="0" h="1548" w="1971">
                  <a:moveTo>
                    <a:pt x="256" y="1"/>
                  </a:moveTo>
                  <a:cubicBezTo>
                    <a:pt x="238" y="1"/>
                    <a:pt x="222" y="2"/>
                    <a:pt x="210" y="4"/>
                  </a:cubicBezTo>
                  <a:cubicBezTo>
                    <a:pt x="1" y="51"/>
                    <a:pt x="928" y="1325"/>
                    <a:pt x="1183" y="1534"/>
                  </a:cubicBezTo>
                  <a:cubicBezTo>
                    <a:pt x="1194" y="1543"/>
                    <a:pt x="1206" y="1548"/>
                    <a:pt x="1219" y="1548"/>
                  </a:cubicBezTo>
                  <a:cubicBezTo>
                    <a:pt x="1436" y="1548"/>
                    <a:pt x="1971" y="375"/>
                    <a:pt x="1971" y="375"/>
                  </a:cubicBezTo>
                  <a:cubicBezTo>
                    <a:pt x="1971" y="375"/>
                    <a:pt x="598" y="1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7"/>
            <p:cNvSpPr/>
            <p:nvPr/>
          </p:nvSpPr>
          <p:spPr>
            <a:xfrm>
              <a:off x="7132225" y="3928922"/>
              <a:ext cx="143696" cy="92511"/>
            </a:xfrm>
            <a:custGeom>
              <a:rect b="b" l="l" r="r" t="t"/>
              <a:pathLst>
                <a:path extrusionOk="0" h="1370" w="2128">
                  <a:moveTo>
                    <a:pt x="1641" y="1"/>
                  </a:moveTo>
                  <a:cubicBezTo>
                    <a:pt x="1641" y="1"/>
                    <a:pt x="250" y="765"/>
                    <a:pt x="111" y="951"/>
                  </a:cubicBezTo>
                  <a:cubicBezTo>
                    <a:pt x="0" y="1128"/>
                    <a:pt x="1418" y="1369"/>
                    <a:pt x="1824" y="1369"/>
                  </a:cubicBezTo>
                  <a:cubicBezTo>
                    <a:pt x="1843" y="1369"/>
                    <a:pt x="1859" y="1369"/>
                    <a:pt x="1873" y="1368"/>
                  </a:cubicBezTo>
                  <a:cubicBezTo>
                    <a:pt x="2127" y="1345"/>
                    <a:pt x="1641" y="1"/>
                    <a:pt x="1641" y="1"/>
                  </a:cubicBezTo>
                  <a:close/>
                </a:path>
              </a:pathLst>
            </a:custGeom>
            <a:solidFill>
              <a:srgbClr val="E380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7"/>
            <p:cNvSpPr/>
            <p:nvPr/>
          </p:nvSpPr>
          <p:spPr>
            <a:xfrm>
              <a:off x="7254918" y="4199630"/>
              <a:ext cx="130529" cy="108988"/>
            </a:xfrm>
            <a:custGeom>
              <a:rect b="b" l="l" r="r" t="t"/>
              <a:pathLst>
                <a:path extrusionOk="0" h="1614" w="1933">
                  <a:moveTo>
                    <a:pt x="867" y="1"/>
                  </a:moveTo>
                  <a:cubicBezTo>
                    <a:pt x="867" y="1"/>
                    <a:pt x="32" y="1345"/>
                    <a:pt x="9" y="1554"/>
                  </a:cubicBezTo>
                  <a:cubicBezTo>
                    <a:pt x="1" y="1595"/>
                    <a:pt x="43" y="1613"/>
                    <a:pt x="119" y="1613"/>
                  </a:cubicBezTo>
                  <a:cubicBezTo>
                    <a:pt x="466" y="1613"/>
                    <a:pt x="1519" y="1246"/>
                    <a:pt x="1747" y="1113"/>
                  </a:cubicBezTo>
                  <a:cubicBezTo>
                    <a:pt x="1933" y="974"/>
                    <a:pt x="867" y="1"/>
                    <a:pt x="867" y="1"/>
                  </a:cubicBezTo>
                  <a:close/>
                </a:path>
              </a:pathLst>
            </a:custGeom>
            <a:solidFill>
              <a:srgbClr val="E380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7"/>
            <p:cNvSpPr/>
            <p:nvPr/>
          </p:nvSpPr>
          <p:spPr>
            <a:xfrm>
              <a:off x="7523128" y="4409363"/>
              <a:ext cx="97103" cy="120129"/>
            </a:xfrm>
            <a:custGeom>
              <a:rect b="b" l="l" r="r" t="t"/>
              <a:pathLst>
                <a:path extrusionOk="0" h="1779" w="1438">
                  <a:moveTo>
                    <a:pt x="0" y="0"/>
                  </a:moveTo>
                  <a:cubicBezTo>
                    <a:pt x="0" y="0"/>
                    <a:pt x="186" y="1576"/>
                    <a:pt x="325" y="1762"/>
                  </a:cubicBezTo>
                  <a:cubicBezTo>
                    <a:pt x="332" y="1773"/>
                    <a:pt x="342" y="1779"/>
                    <a:pt x="355" y="1779"/>
                  </a:cubicBezTo>
                  <a:cubicBezTo>
                    <a:pt x="543" y="1779"/>
                    <a:pt x="1281" y="561"/>
                    <a:pt x="1368" y="279"/>
                  </a:cubicBezTo>
                  <a:cubicBezTo>
                    <a:pt x="1437" y="24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7"/>
            <p:cNvSpPr/>
            <p:nvPr/>
          </p:nvSpPr>
          <p:spPr>
            <a:xfrm>
              <a:off x="7917475" y="3637213"/>
              <a:ext cx="42339" cy="36734"/>
            </a:xfrm>
            <a:custGeom>
              <a:rect b="b" l="l" r="r" t="t"/>
              <a:pathLst>
                <a:path extrusionOk="0" h="544" w="627">
                  <a:moveTo>
                    <a:pt x="83" y="1"/>
                  </a:moveTo>
                  <a:cubicBezTo>
                    <a:pt x="57" y="1"/>
                    <a:pt x="40" y="23"/>
                    <a:pt x="23" y="56"/>
                  </a:cubicBezTo>
                  <a:cubicBezTo>
                    <a:pt x="0" y="103"/>
                    <a:pt x="23" y="149"/>
                    <a:pt x="70" y="149"/>
                  </a:cubicBezTo>
                  <a:cubicBezTo>
                    <a:pt x="232" y="219"/>
                    <a:pt x="371" y="335"/>
                    <a:pt x="487" y="497"/>
                  </a:cubicBezTo>
                  <a:cubicBezTo>
                    <a:pt x="487" y="520"/>
                    <a:pt x="510" y="543"/>
                    <a:pt x="557" y="543"/>
                  </a:cubicBezTo>
                  <a:lnTo>
                    <a:pt x="580" y="543"/>
                  </a:lnTo>
                  <a:cubicBezTo>
                    <a:pt x="626" y="520"/>
                    <a:pt x="626" y="474"/>
                    <a:pt x="626" y="427"/>
                  </a:cubicBezTo>
                  <a:cubicBezTo>
                    <a:pt x="510" y="242"/>
                    <a:pt x="325" y="80"/>
                    <a:pt x="116" y="10"/>
                  </a:cubicBezTo>
                  <a:cubicBezTo>
                    <a:pt x="104" y="4"/>
                    <a:pt x="93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7"/>
            <p:cNvSpPr/>
            <p:nvPr/>
          </p:nvSpPr>
          <p:spPr>
            <a:xfrm>
              <a:off x="7773511" y="3619049"/>
              <a:ext cx="50105" cy="23567"/>
            </a:xfrm>
            <a:custGeom>
              <a:rect b="b" l="l" r="r" t="t"/>
              <a:pathLst>
                <a:path extrusionOk="0" h="349" w="742">
                  <a:moveTo>
                    <a:pt x="93" y="1"/>
                  </a:moveTo>
                  <a:cubicBezTo>
                    <a:pt x="47" y="1"/>
                    <a:pt x="0" y="24"/>
                    <a:pt x="23" y="71"/>
                  </a:cubicBezTo>
                  <a:cubicBezTo>
                    <a:pt x="23" y="117"/>
                    <a:pt x="47" y="140"/>
                    <a:pt x="93" y="140"/>
                  </a:cubicBezTo>
                  <a:cubicBezTo>
                    <a:pt x="278" y="163"/>
                    <a:pt x="441" y="210"/>
                    <a:pt x="603" y="325"/>
                  </a:cubicBezTo>
                  <a:cubicBezTo>
                    <a:pt x="603" y="349"/>
                    <a:pt x="626" y="349"/>
                    <a:pt x="649" y="349"/>
                  </a:cubicBezTo>
                  <a:cubicBezTo>
                    <a:pt x="672" y="349"/>
                    <a:pt x="695" y="349"/>
                    <a:pt x="695" y="325"/>
                  </a:cubicBezTo>
                  <a:cubicBezTo>
                    <a:pt x="742" y="302"/>
                    <a:pt x="742" y="233"/>
                    <a:pt x="695" y="210"/>
                  </a:cubicBezTo>
                  <a:cubicBezTo>
                    <a:pt x="533" y="71"/>
                    <a:pt x="325" y="1"/>
                    <a:pt x="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7"/>
            <p:cNvSpPr/>
            <p:nvPr/>
          </p:nvSpPr>
          <p:spPr>
            <a:xfrm>
              <a:off x="7759399" y="3583058"/>
              <a:ext cx="48619" cy="25120"/>
            </a:xfrm>
            <a:custGeom>
              <a:rect b="b" l="l" r="r" t="t"/>
              <a:pathLst>
                <a:path extrusionOk="0" h="372" w="720">
                  <a:moveTo>
                    <a:pt x="93" y="1"/>
                  </a:moveTo>
                  <a:cubicBezTo>
                    <a:pt x="47" y="1"/>
                    <a:pt x="1" y="47"/>
                    <a:pt x="1" y="94"/>
                  </a:cubicBezTo>
                  <a:cubicBezTo>
                    <a:pt x="1" y="140"/>
                    <a:pt x="24" y="163"/>
                    <a:pt x="70" y="163"/>
                  </a:cubicBezTo>
                  <a:cubicBezTo>
                    <a:pt x="256" y="163"/>
                    <a:pt x="441" y="233"/>
                    <a:pt x="580" y="349"/>
                  </a:cubicBezTo>
                  <a:cubicBezTo>
                    <a:pt x="603" y="349"/>
                    <a:pt x="626" y="372"/>
                    <a:pt x="650" y="372"/>
                  </a:cubicBezTo>
                  <a:cubicBezTo>
                    <a:pt x="650" y="372"/>
                    <a:pt x="673" y="349"/>
                    <a:pt x="696" y="349"/>
                  </a:cubicBezTo>
                  <a:cubicBezTo>
                    <a:pt x="719" y="302"/>
                    <a:pt x="719" y="256"/>
                    <a:pt x="696" y="233"/>
                  </a:cubicBezTo>
                  <a:cubicBezTo>
                    <a:pt x="510" y="94"/>
                    <a:pt x="302" y="1"/>
                    <a:pt x="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7"/>
            <p:cNvSpPr/>
            <p:nvPr/>
          </p:nvSpPr>
          <p:spPr>
            <a:xfrm>
              <a:off x="7994116" y="3688870"/>
              <a:ext cx="34506" cy="44500"/>
            </a:xfrm>
            <a:custGeom>
              <a:rect b="b" l="l" r="r" t="t"/>
              <a:pathLst>
                <a:path extrusionOk="0" h="659" w="511">
                  <a:moveTo>
                    <a:pt x="100" y="0"/>
                  </a:moveTo>
                  <a:cubicBezTo>
                    <a:pt x="68" y="0"/>
                    <a:pt x="40" y="17"/>
                    <a:pt x="24" y="33"/>
                  </a:cubicBezTo>
                  <a:cubicBezTo>
                    <a:pt x="1" y="79"/>
                    <a:pt x="1" y="126"/>
                    <a:pt x="47" y="149"/>
                  </a:cubicBezTo>
                  <a:cubicBezTo>
                    <a:pt x="186" y="265"/>
                    <a:pt x="279" y="404"/>
                    <a:pt x="349" y="589"/>
                  </a:cubicBezTo>
                  <a:cubicBezTo>
                    <a:pt x="349" y="612"/>
                    <a:pt x="372" y="636"/>
                    <a:pt x="418" y="659"/>
                  </a:cubicBezTo>
                  <a:lnTo>
                    <a:pt x="441" y="659"/>
                  </a:lnTo>
                  <a:cubicBezTo>
                    <a:pt x="488" y="636"/>
                    <a:pt x="511" y="589"/>
                    <a:pt x="488" y="566"/>
                  </a:cubicBezTo>
                  <a:cubicBezTo>
                    <a:pt x="441" y="334"/>
                    <a:pt x="302" y="149"/>
                    <a:pt x="140" y="10"/>
                  </a:cubicBezTo>
                  <a:cubicBezTo>
                    <a:pt x="126" y="3"/>
                    <a:pt x="113" y="0"/>
                    <a:pt x="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7"/>
            <p:cNvSpPr/>
            <p:nvPr/>
          </p:nvSpPr>
          <p:spPr>
            <a:xfrm>
              <a:off x="7925308" y="3685764"/>
              <a:ext cx="42272" cy="36667"/>
            </a:xfrm>
            <a:custGeom>
              <a:rect b="b" l="l" r="r" t="t"/>
              <a:pathLst>
                <a:path extrusionOk="0" h="543" w="626">
                  <a:moveTo>
                    <a:pt x="80" y="0"/>
                  </a:moveTo>
                  <a:cubicBezTo>
                    <a:pt x="48" y="0"/>
                    <a:pt x="23" y="22"/>
                    <a:pt x="23" y="56"/>
                  </a:cubicBezTo>
                  <a:cubicBezTo>
                    <a:pt x="0" y="102"/>
                    <a:pt x="23" y="149"/>
                    <a:pt x="47" y="172"/>
                  </a:cubicBezTo>
                  <a:cubicBezTo>
                    <a:pt x="232" y="218"/>
                    <a:pt x="371" y="357"/>
                    <a:pt x="464" y="496"/>
                  </a:cubicBezTo>
                  <a:cubicBezTo>
                    <a:pt x="487" y="519"/>
                    <a:pt x="510" y="543"/>
                    <a:pt x="533" y="543"/>
                  </a:cubicBezTo>
                  <a:lnTo>
                    <a:pt x="580" y="543"/>
                  </a:lnTo>
                  <a:cubicBezTo>
                    <a:pt x="603" y="519"/>
                    <a:pt x="626" y="473"/>
                    <a:pt x="603" y="427"/>
                  </a:cubicBezTo>
                  <a:cubicBezTo>
                    <a:pt x="487" y="241"/>
                    <a:pt x="325" y="102"/>
                    <a:pt x="116" y="10"/>
                  </a:cubicBezTo>
                  <a:cubicBezTo>
                    <a:pt x="104" y="3"/>
                    <a:pt x="91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7"/>
            <p:cNvSpPr/>
            <p:nvPr/>
          </p:nvSpPr>
          <p:spPr>
            <a:xfrm>
              <a:off x="7851705" y="3645046"/>
              <a:ext cx="42339" cy="36667"/>
            </a:xfrm>
            <a:custGeom>
              <a:rect b="b" l="l" r="r" t="t"/>
              <a:pathLst>
                <a:path extrusionOk="0" h="543" w="627">
                  <a:moveTo>
                    <a:pt x="80" y="1"/>
                  </a:moveTo>
                  <a:cubicBezTo>
                    <a:pt x="49" y="1"/>
                    <a:pt x="24" y="22"/>
                    <a:pt x="24" y="56"/>
                  </a:cubicBezTo>
                  <a:cubicBezTo>
                    <a:pt x="1" y="79"/>
                    <a:pt x="24" y="126"/>
                    <a:pt x="70" y="149"/>
                  </a:cubicBezTo>
                  <a:cubicBezTo>
                    <a:pt x="233" y="219"/>
                    <a:pt x="372" y="334"/>
                    <a:pt x="464" y="497"/>
                  </a:cubicBezTo>
                  <a:cubicBezTo>
                    <a:pt x="488" y="520"/>
                    <a:pt x="511" y="543"/>
                    <a:pt x="557" y="543"/>
                  </a:cubicBezTo>
                  <a:lnTo>
                    <a:pt x="580" y="520"/>
                  </a:lnTo>
                  <a:cubicBezTo>
                    <a:pt x="627" y="520"/>
                    <a:pt x="627" y="450"/>
                    <a:pt x="627" y="427"/>
                  </a:cubicBezTo>
                  <a:cubicBezTo>
                    <a:pt x="511" y="219"/>
                    <a:pt x="325" y="79"/>
                    <a:pt x="117" y="10"/>
                  </a:cubicBezTo>
                  <a:cubicBezTo>
                    <a:pt x="104" y="4"/>
                    <a:pt x="92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7"/>
            <p:cNvSpPr/>
            <p:nvPr/>
          </p:nvSpPr>
          <p:spPr>
            <a:xfrm>
              <a:off x="7815715" y="3662873"/>
              <a:ext cx="42339" cy="37680"/>
            </a:xfrm>
            <a:custGeom>
              <a:rect b="b" l="l" r="r" t="t"/>
              <a:pathLst>
                <a:path extrusionOk="0" h="558" w="627">
                  <a:moveTo>
                    <a:pt x="117" y="1"/>
                  </a:moveTo>
                  <a:cubicBezTo>
                    <a:pt x="70" y="1"/>
                    <a:pt x="24" y="24"/>
                    <a:pt x="24" y="70"/>
                  </a:cubicBezTo>
                  <a:cubicBezTo>
                    <a:pt x="1" y="94"/>
                    <a:pt x="24" y="140"/>
                    <a:pt x="70" y="163"/>
                  </a:cubicBezTo>
                  <a:cubicBezTo>
                    <a:pt x="233" y="233"/>
                    <a:pt x="372" y="349"/>
                    <a:pt x="464" y="511"/>
                  </a:cubicBezTo>
                  <a:cubicBezTo>
                    <a:pt x="488" y="534"/>
                    <a:pt x="511" y="557"/>
                    <a:pt x="557" y="557"/>
                  </a:cubicBezTo>
                  <a:cubicBezTo>
                    <a:pt x="557" y="557"/>
                    <a:pt x="580" y="557"/>
                    <a:pt x="580" y="534"/>
                  </a:cubicBezTo>
                  <a:cubicBezTo>
                    <a:pt x="627" y="511"/>
                    <a:pt x="627" y="464"/>
                    <a:pt x="627" y="441"/>
                  </a:cubicBezTo>
                  <a:cubicBezTo>
                    <a:pt x="511" y="233"/>
                    <a:pt x="325" y="94"/>
                    <a:pt x="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7"/>
            <p:cNvSpPr/>
            <p:nvPr/>
          </p:nvSpPr>
          <p:spPr>
            <a:xfrm>
              <a:off x="7887696" y="3706089"/>
              <a:ext cx="42339" cy="36667"/>
            </a:xfrm>
            <a:custGeom>
              <a:rect b="b" l="l" r="r" t="t"/>
              <a:pathLst>
                <a:path extrusionOk="0" h="543" w="627">
                  <a:moveTo>
                    <a:pt x="80" y="1"/>
                  </a:moveTo>
                  <a:cubicBezTo>
                    <a:pt x="49" y="1"/>
                    <a:pt x="24" y="22"/>
                    <a:pt x="24" y="56"/>
                  </a:cubicBezTo>
                  <a:cubicBezTo>
                    <a:pt x="1" y="102"/>
                    <a:pt x="24" y="149"/>
                    <a:pt x="71" y="149"/>
                  </a:cubicBezTo>
                  <a:cubicBezTo>
                    <a:pt x="233" y="218"/>
                    <a:pt x="372" y="334"/>
                    <a:pt x="464" y="496"/>
                  </a:cubicBezTo>
                  <a:cubicBezTo>
                    <a:pt x="488" y="520"/>
                    <a:pt x="511" y="543"/>
                    <a:pt x="557" y="543"/>
                  </a:cubicBezTo>
                  <a:lnTo>
                    <a:pt x="580" y="543"/>
                  </a:lnTo>
                  <a:cubicBezTo>
                    <a:pt x="627" y="520"/>
                    <a:pt x="627" y="473"/>
                    <a:pt x="604" y="427"/>
                  </a:cubicBezTo>
                  <a:cubicBezTo>
                    <a:pt x="511" y="242"/>
                    <a:pt x="325" y="102"/>
                    <a:pt x="117" y="10"/>
                  </a:cubicBezTo>
                  <a:cubicBezTo>
                    <a:pt x="104" y="4"/>
                    <a:pt x="92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7"/>
            <p:cNvSpPr/>
            <p:nvPr/>
          </p:nvSpPr>
          <p:spPr>
            <a:xfrm>
              <a:off x="7839213" y="3601897"/>
              <a:ext cx="48551" cy="29779"/>
            </a:xfrm>
            <a:custGeom>
              <a:rect b="b" l="l" r="r" t="t"/>
              <a:pathLst>
                <a:path extrusionOk="0" h="441" w="719">
                  <a:moveTo>
                    <a:pt x="93" y="0"/>
                  </a:moveTo>
                  <a:cubicBezTo>
                    <a:pt x="47" y="0"/>
                    <a:pt x="24" y="23"/>
                    <a:pt x="1" y="70"/>
                  </a:cubicBezTo>
                  <a:cubicBezTo>
                    <a:pt x="1" y="116"/>
                    <a:pt x="47" y="162"/>
                    <a:pt x="70" y="162"/>
                  </a:cubicBezTo>
                  <a:cubicBezTo>
                    <a:pt x="255" y="185"/>
                    <a:pt x="418" y="278"/>
                    <a:pt x="557" y="394"/>
                  </a:cubicBezTo>
                  <a:cubicBezTo>
                    <a:pt x="557" y="417"/>
                    <a:pt x="580" y="440"/>
                    <a:pt x="626" y="440"/>
                  </a:cubicBezTo>
                  <a:cubicBezTo>
                    <a:pt x="626" y="440"/>
                    <a:pt x="649" y="417"/>
                    <a:pt x="673" y="417"/>
                  </a:cubicBezTo>
                  <a:cubicBezTo>
                    <a:pt x="719" y="371"/>
                    <a:pt x="719" y="325"/>
                    <a:pt x="673" y="301"/>
                  </a:cubicBezTo>
                  <a:cubicBezTo>
                    <a:pt x="534" y="139"/>
                    <a:pt x="325" y="46"/>
                    <a:pt x="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7"/>
            <p:cNvSpPr/>
            <p:nvPr/>
          </p:nvSpPr>
          <p:spPr>
            <a:xfrm>
              <a:off x="6246700" y="3895767"/>
              <a:ext cx="1350055" cy="797689"/>
            </a:xfrm>
            <a:custGeom>
              <a:rect b="b" l="l" r="r" t="t"/>
              <a:pathLst>
                <a:path extrusionOk="0" h="11813" w="19993">
                  <a:moveTo>
                    <a:pt x="6427" y="0"/>
                  </a:moveTo>
                  <a:cubicBezTo>
                    <a:pt x="4920" y="0"/>
                    <a:pt x="4464" y="1581"/>
                    <a:pt x="4331" y="2351"/>
                  </a:cubicBezTo>
                  <a:lnTo>
                    <a:pt x="4331" y="2351"/>
                  </a:lnTo>
                  <a:cubicBezTo>
                    <a:pt x="4081" y="2095"/>
                    <a:pt x="3720" y="1881"/>
                    <a:pt x="3267" y="1881"/>
                  </a:cubicBezTo>
                  <a:cubicBezTo>
                    <a:pt x="2776" y="1881"/>
                    <a:pt x="2178" y="2133"/>
                    <a:pt x="1499" y="2856"/>
                  </a:cubicBezTo>
                  <a:cubicBezTo>
                    <a:pt x="1" y="4456"/>
                    <a:pt x="1265" y="5893"/>
                    <a:pt x="1976" y="6234"/>
                  </a:cubicBezTo>
                  <a:lnTo>
                    <a:pt x="1976" y="6234"/>
                  </a:lnTo>
                  <a:cubicBezTo>
                    <a:pt x="1421" y="7084"/>
                    <a:pt x="1624" y="8966"/>
                    <a:pt x="3167" y="9229"/>
                  </a:cubicBezTo>
                  <a:cubicBezTo>
                    <a:pt x="3370" y="9261"/>
                    <a:pt x="3553" y="9276"/>
                    <a:pt x="3716" y="9276"/>
                  </a:cubicBezTo>
                  <a:cubicBezTo>
                    <a:pt x="3842" y="9276"/>
                    <a:pt x="3957" y="9267"/>
                    <a:pt x="4061" y="9252"/>
                  </a:cubicBezTo>
                  <a:lnTo>
                    <a:pt x="4061" y="9252"/>
                  </a:lnTo>
                  <a:cubicBezTo>
                    <a:pt x="4200" y="10017"/>
                    <a:pt x="4832" y="10949"/>
                    <a:pt x="6087" y="11060"/>
                  </a:cubicBezTo>
                  <a:cubicBezTo>
                    <a:pt x="6162" y="11065"/>
                    <a:pt x="6235" y="11068"/>
                    <a:pt x="6306" y="11068"/>
                  </a:cubicBezTo>
                  <a:cubicBezTo>
                    <a:pt x="7069" y="11068"/>
                    <a:pt x="7575" y="10743"/>
                    <a:pt x="7869" y="10358"/>
                  </a:cubicBezTo>
                  <a:lnTo>
                    <a:pt x="7869" y="10358"/>
                  </a:lnTo>
                  <a:cubicBezTo>
                    <a:pt x="8195" y="11066"/>
                    <a:pt x="8934" y="11812"/>
                    <a:pt x="10178" y="11812"/>
                  </a:cubicBezTo>
                  <a:cubicBezTo>
                    <a:pt x="10264" y="11812"/>
                    <a:pt x="10353" y="11809"/>
                    <a:pt x="10444" y="11801"/>
                  </a:cubicBezTo>
                  <a:cubicBezTo>
                    <a:pt x="11483" y="11716"/>
                    <a:pt x="12006" y="11224"/>
                    <a:pt x="12209" y="10710"/>
                  </a:cubicBezTo>
                  <a:lnTo>
                    <a:pt x="12209" y="10710"/>
                  </a:lnTo>
                  <a:cubicBezTo>
                    <a:pt x="12711" y="11062"/>
                    <a:pt x="13434" y="11345"/>
                    <a:pt x="14186" y="11345"/>
                  </a:cubicBezTo>
                  <a:cubicBezTo>
                    <a:pt x="14625" y="11345"/>
                    <a:pt x="15075" y="11248"/>
                    <a:pt x="15496" y="11013"/>
                  </a:cubicBezTo>
                  <a:cubicBezTo>
                    <a:pt x="16262" y="10581"/>
                    <a:pt x="16552" y="10106"/>
                    <a:pt x="16587" y="9716"/>
                  </a:cubicBezTo>
                  <a:lnTo>
                    <a:pt x="16587" y="9716"/>
                  </a:lnTo>
                  <a:cubicBezTo>
                    <a:pt x="16782" y="9757"/>
                    <a:pt x="16992" y="9781"/>
                    <a:pt x="17201" y="9781"/>
                  </a:cubicBezTo>
                  <a:cubicBezTo>
                    <a:pt x="17579" y="9781"/>
                    <a:pt x="17953" y="9703"/>
                    <a:pt x="18231" y="9507"/>
                  </a:cubicBezTo>
                  <a:cubicBezTo>
                    <a:pt x="19181" y="8835"/>
                    <a:pt x="19992" y="7769"/>
                    <a:pt x="18857" y="6193"/>
                  </a:cubicBezTo>
                  <a:cubicBezTo>
                    <a:pt x="18634" y="5888"/>
                    <a:pt x="18414" y="5685"/>
                    <a:pt x="18211" y="5558"/>
                  </a:cubicBezTo>
                  <a:lnTo>
                    <a:pt x="18211" y="5558"/>
                  </a:lnTo>
                  <a:cubicBezTo>
                    <a:pt x="18584" y="4924"/>
                    <a:pt x="18677" y="3816"/>
                    <a:pt x="17768" y="2995"/>
                  </a:cubicBezTo>
                  <a:cubicBezTo>
                    <a:pt x="17362" y="2622"/>
                    <a:pt x="16966" y="2485"/>
                    <a:pt x="16622" y="2485"/>
                  </a:cubicBezTo>
                  <a:cubicBezTo>
                    <a:pt x="16472" y="2485"/>
                    <a:pt x="16332" y="2511"/>
                    <a:pt x="16205" y="2555"/>
                  </a:cubicBezTo>
                  <a:lnTo>
                    <a:pt x="16205" y="2555"/>
                  </a:lnTo>
                  <a:cubicBezTo>
                    <a:pt x="16168" y="1885"/>
                    <a:pt x="15827" y="1017"/>
                    <a:pt x="14987" y="468"/>
                  </a:cubicBezTo>
                  <a:cubicBezTo>
                    <a:pt x="14710" y="292"/>
                    <a:pt x="14430" y="218"/>
                    <a:pt x="14160" y="218"/>
                  </a:cubicBezTo>
                  <a:cubicBezTo>
                    <a:pt x="13447" y="218"/>
                    <a:pt x="12800" y="733"/>
                    <a:pt x="12445" y="1229"/>
                  </a:cubicBezTo>
                  <a:lnTo>
                    <a:pt x="12445" y="1229"/>
                  </a:lnTo>
                  <a:cubicBezTo>
                    <a:pt x="12207" y="763"/>
                    <a:pt x="11653" y="260"/>
                    <a:pt x="10606" y="98"/>
                  </a:cubicBezTo>
                  <a:cubicBezTo>
                    <a:pt x="10466" y="76"/>
                    <a:pt x="10332" y="66"/>
                    <a:pt x="10204" y="66"/>
                  </a:cubicBezTo>
                  <a:cubicBezTo>
                    <a:pt x="9335" y="66"/>
                    <a:pt x="8741" y="534"/>
                    <a:pt x="8407" y="1043"/>
                  </a:cubicBezTo>
                  <a:lnTo>
                    <a:pt x="8407" y="1043"/>
                  </a:lnTo>
                  <a:cubicBezTo>
                    <a:pt x="8122" y="541"/>
                    <a:pt x="7541" y="68"/>
                    <a:pt x="6574" y="5"/>
                  </a:cubicBezTo>
                  <a:cubicBezTo>
                    <a:pt x="6524" y="2"/>
                    <a:pt x="6475" y="0"/>
                    <a:pt x="6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7"/>
            <p:cNvSpPr/>
            <p:nvPr/>
          </p:nvSpPr>
          <p:spPr>
            <a:xfrm>
              <a:off x="6288363" y="3889555"/>
              <a:ext cx="1278680" cy="809439"/>
            </a:xfrm>
            <a:custGeom>
              <a:rect b="b" l="l" r="r" t="t"/>
              <a:pathLst>
                <a:path extrusionOk="0" h="11987" w="18936">
                  <a:moveTo>
                    <a:pt x="11797" y="1441"/>
                  </a:moveTo>
                  <a:lnTo>
                    <a:pt x="11820" y="1464"/>
                  </a:lnTo>
                  <a:cubicBezTo>
                    <a:pt x="11890" y="1650"/>
                    <a:pt x="11913" y="1858"/>
                    <a:pt x="11843" y="2044"/>
                  </a:cubicBezTo>
                  <a:cubicBezTo>
                    <a:pt x="11820" y="2090"/>
                    <a:pt x="11774" y="2113"/>
                    <a:pt x="11728" y="2113"/>
                  </a:cubicBezTo>
                  <a:cubicBezTo>
                    <a:pt x="11728" y="2113"/>
                    <a:pt x="11704" y="2113"/>
                    <a:pt x="11681" y="2090"/>
                  </a:cubicBezTo>
                  <a:cubicBezTo>
                    <a:pt x="11635" y="2090"/>
                    <a:pt x="11612" y="2067"/>
                    <a:pt x="11612" y="2021"/>
                  </a:cubicBezTo>
                  <a:cubicBezTo>
                    <a:pt x="11612" y="1812"/>
                    <a:pt x="11681" y="1603"/>
                    <a:pt x="11797" y="1441"/>
                  </a:cubicBezTo>
                  <a:close/>
                  <a:moveTo>
                    <a:pt x="7765" y="1279"/>
                  </a:moveTo>
                  <a:cubicBezTo>
                    <a:pt x="7927" y="1557"/>
                    <a:pt x="7950" y="1881"/>
                    <a:pt x="7857" y="2183"/>
                  </a:cubicBezTo>
                  <a:cubicBezTo>
                    <a:pt x="7834" y="2252"/>
                    <a:pt x="7765" y="2299"/>
                    <a:pt x="7672" y="2299"/>
                  </a:cubicBezTo>
                  <a:cubicBezTo>
                    <a:pt x="7626" y="2299"/>
                    <a:pt x="7602" y="2275"/>
                    <a:pt x="7579" y="2229"/>
                  </a:cubicBezTo>
                  <a:cubicBezTo>
                    <a:pt x="7487" y="2067"/>
                    <a:pt x="7533" y="1673"/>
                    <a:pt x="7765" y="1279"/>
                  </a:cubicBezTo>
                  <a:close/>
                  <a:moveTo>
                    <a:pt x="3755" y="2600"/>
                  </a:moveTo>
                  <a:cubicBezTo>
                    <a:pt x="3987" y="2901"/>
                    <a:pt x="4057" y="3179"/>
                    <a:pt x="4033" y="3202"/>
                  </a:cubicBezTo>
                  <a:cubicBezTo>
                    <a:pt x="4010" y="3202"/>
                    <a:pt x="3964" y="3226"/>
                    <a:pt x="3941" y="3226"/>
                  </a:cubicBezTo>
                  <a:cubicBezTo>
                    <a:pt x="3802" y="3226"/>
                    <a:pt x="3732" y="2924"/>
                    <a:pt x="3732" y="2832"/>
                  </a:cubicBezTo>
                  <a:cubicBezTo>
                    <a:pt x="3732" y="2832"/>
                    <a:pt x="3755" y="2739"/>
                    <a:pt x="3755" y="2600"/>
                  </a:cubicBezTo>
                  <a:close/>
                  <a:moveTo>
                    <a:pt x="15505" y="2739"/>
                  </a:moveTo>
                  <a:cubicBezTo>
                    <a:pt x="15528" y="2994"/>
                    <a:pt x="15459" y="3249"/>
                    <a:pt x="15320" y="3457"/>
                  </a:cubicBezTo>
                  <a:cubicBezTo>
                    <a:pt x="15273" y="3504"/>
                    <a:pt x="15227" y="3527"/>
                    <a:pt x="15158" y="3527"/>
                  </a:cubicBezTo>
                  <a:lnTo>
                    <a:pt x="15088" y="3527"/>
                  </a:lnTo>
                  <a:cubicBezTo>
                    <a:pt x="15018" y="3527"/>
                    <a:pt x="14972" y="3457"/>
                    <a:pt x="14972" y="3388"/>
                  </a:cubicBezTo>
                  <a:cubicBezTo>
                    <a:pt x="15018" y="3087"/>
                    <a:pt x="15227" y="2855"/>
                    <a:pt x="15505" y="2762"/>
                  </a:cubicBezTo>
                  <a:lnTo>
                    <a:pt x="15505" y="2739"/>
                  </a:lnTo>
                  <a:close/>
                  <a:moveTo>
                    <a:pt x="16988" y="5540"/>
                  </a:moveTo>
                  <a:cubicBezTo>
                    <a:pt x="17003" y="5540"/>
                    <a:pt x="17019" y="5541"/>
                    <a:pt x="17035" y="5543"/>
                  </a:cubicBezTo>
                  <a:cubicBezTo>
                    <a:pt x="17197" y="5543"/>
                    <a:pt x="17359" y="5589"/>
                    <a:pt x="17498" y="5682"/>
                  </a:cubicBezTo>
                  <a:cubicBezTo>
                    <a:pt x="17330" y="5907"/>
                    <a:pt x="17131" y="6056"/>
                    <a:pt x="16951" y="6056"/>
                  </a:cubicBezTo>
                  <a:cubicBezTo>
                    <a:pt x="16908" y="6056"/>
                    <a:pt x="16866" y="6048"/>
                    <a:pt x="16826" y="6030"/>
                  </a:cubicBezTo>
                  <a:cubicBezTo>
                    <a:pt x="16687" y="5983"/>
                    <a:pt x="16618" y="5891"/>
                    <a:pt x="16641" y="5798"/>
                  </a:cubicBezTo>
                  <a:cubicBezTo>
                    <a:pt x="16683" y="5650"/>
                    <a:pt x="16822" y="5540"/>
                    <a:pt x="16988" y="5540"/>
                  </a:cubicBezTo>
                  <a:close/>
                  <a:moveTo>
                    <a:pt x="2045" y="6004"/>
                  </a:moveTo>
                  <a:cubicBezTo>
                    <a:pt x="2067" y="6004"/>
                    <a:pt x="2088" y="6005"/>
                    <a:pt x="2110" y="6007"/>
                  </a:cubicBezTo>
                  <a:cubicBezTo>
                    <a:pt x="2272" y="6030"/>
                    <a:pt x="2318" y="6076"/>
                    <a:pt x="2318" y="6099"/>
                  </a:cubicBezTo>
                  <a:cubicBezTo>
                    <a:pt x="2318" y="6169"/>
                    <a:pt x="2087" y="6331"/>
                    <a:pt x="1716" y="6331"/>
                  </a:cubicBezTo>
                  <a:lnTo>
                    <a:pt x="1600" y="6331"/>
                  </a:lnTo>
                  <a:cubicBezTo>
                    <a:pt x="1554" y="6331"/>
                    <a:pt x="1507" y="6331"/>
                    <a:pt x="1484" y="6308"/>
                  </a:cubicBezTo>
                  <a:lnTo>
                    <a:pt x="1484" y="6285"/>
                  </a:lnTo>
                  <a:cubicBezTo>
                    <a:pt x="1611" y="6115"/>
                    <a:pt x="1816" y="6004"/>
                    <a:pt x="2045" y="6004"/>
                  </a:cubicBezTo>
                  <a:close/>
                  <a:moveTo>
                    <a:pt x="3918" y="8394"/>
                  </a:moveTo>
                  <a:cubicBezTo>
                    <a:pt x="4057" y="8394"/>
                    <a:pt x="4196" y="8486"/>
                    <a:pt x="4219" y="8649"/>
                  </a:cubicBezTo>
                  <a:cubicBezTo>
                    <a:pt x="4242" y="8880"/>
                    <a:pt x="4010" y="9158"/>
                    <a:pt x="3500" y="9251"/>
                  </a:cubicBezTo>
                  <a:cubicBezTo>
                    <a:pt x="3454" y="8996"/>
                    <a:pt x="3500" y="8741"/>
                    <a:pt x="3616" y="8533"/>
                  </a:cubicBezTo>
                  <a:cubicBezTo>
                    <a:pt x="3663" y="8463"/>
                    <a:pt x="3732" y="8417"/>
                    <a:pt x="3825" y="8394"/>
                  </a:cubicBezTo>
                  <a:close/>
                  <a:moveTo>
                    <a:pt x="15366" y="9043"/>
                  </a:moveTo>
                  <a:lnTo>
                    <a:pt x="15366" y="9066"/>
                  </a:lnTo>
                  <a:cubicBezTo>
                    <a:pt x="15505" y="9066"/>
                    <a:pt x="15621" y="9112"/>
                    <a:pt x="15714" y="9205"/>
                  </a:cubicBezTo>
                  <a:cubicBezTo>
                    <a:pt x="15830" y="9344"/>
                    <a:pt x="15876" y="9506"/>
                    <a:pt x="15899" y="9691"/>
                  </a:cubicBezTo>
                  <a:cubicBezTo>
                    <a:pt x="15436" y="9576"/>
                    <a:pt x="15134" y="9390"/>
                    <a:pt x="15111" y="9251"/>
                  </a:cubicBezTo>
                  <a:cubicBezTo>
                    <a:pt x="15088" y="9228"/>
                    <a:pt x="15088" y="9182"/>
                    <a:pt x="15158" y="9112"/>
                  </a:cubicBezTo>
                  <a:cubicBezTo>
                    <a:pt x="15227" y="9066"/>
                    <a:pt x="15297" y="9043"/>
                    <a:pt x="15366" y="9043"/>
                  </a:cubicBezTo>
                  <a:close/>
                  <a:moveTo>
                    <a:pt x="7324" y="9274"/>
                  </a:moveTo>
                  <a:cubicBezTo>
                    <a:pt x="7371" y="9274"/>
                    <a:pt x="7440" y="9298"/>
                    <a:pt x="7463" y="9344"/>
                  </a:cubicBezTo>
                  <a:cubicBezTo>
                    <a:pt x="7533" y="9668"/>
                    <a:pt x="7463" y="10016"/>
                    <a:pt x="7255" y="10271"/>
                  </a:cubicBezTo>
                  <a:cubicBezTo>
                    <a:pt x="7116" y="9993"/>
                    <a:pt x="7093" y="9668"/>
                    <a:pt x="7185" y="9344"/>
                  </a:cubicBezTo>
                  <a:cubicBezTo>
                    <a:pt x="7208" y="9298"/>
                    <a:pt x="7232" y="9274"/>
                    <a:pt x="7301" y="9274"/>
                  </a:cubicBezTo>
                  <a:close/>
                  <a:moveTo>
                    <a:pt x="11264" y="9599"/>
                  </a:moveTo>
                  <a:cubicBezTo>
                    <a:pt x="11357" y="9622"/>
                    <a:pt x="11449" y="9668"/>
                    <a:pt x="11496" y="9738"/>
                  </a:cubicBezTo>
                  <a:cubicBezTo>
                    <a:pt x="11658" y="10039"/>
                    <a:pt x="11681" y="10364"/>
                    <a:pt x="11565" y="10665"/>
                  </a:cubicBezTo>
                  <a:cubicBezTo>
                    <a:pt x="11287" y="10503"/>
                    <a:pt x="11079" y="10225"/>
                    <a:pt x="10986" y="9900"/>
                  </a:cubicBezTo>
                  <a:cubicBezTo>
                    <a:pt x="10986" y="9807"/>
                    <a:pt x="11032" y="9738"/>
                    <a:pt x="11102" y="9668"/>
                  </a:cubicBezTo>
                  <a:cubicBezTo>
                    <a:pt x="11148" y="9645"/>
                    <a:pt x="11218" y="9599"/>
                    <a:pt x="11264" y="9599"/>
                  </a:cubicBezTo>
                  <a:close/>
                  <a:moveTo>
                    <a:pt x="5791" y="183"/>
                  </a:moveTo>
                  <a:cubicBezTo>
                    <a:pt x="5845" y="183"/>
                    <a:pt x="5900" y="185"/>
                    <a:pt x="5957" y="190"/>
                  </a:cubicBezTo>
                  <a:cubicBezTo>
                    <a:pt x="6652" y="190"/>
                    <a:pt x="7301" y="537"/>
                    <a:pt x="7695" y="1140"/>
                  </a:cubicBezTo>
                  <a:cubicBezTo>
                    <a:pt x="7417" y="1580"/>
                    <a:pt x="7301" y="2090"/>
                    <a:pt x="7440" y="2345"/>
                  </a:cubicBezTo>
                  <a:cubicBezTo>
                    <a:pt x="7487" y="2438"/>
                    <a:pt x="7579" y="2484"/>
                    <a:pt x="7672" y="2484"/>
                  </a:cubicBezTo>
                  <a:lnTo>
                    <a:pt x="7695" y="2484"/>
                  </a:lnTo>
                  <a:cubicBezTo>
                    <a:pt x="7811" y="2484"/>
                    <a:pt x="7950" y="2414"/>
                    <a:pt x="7996" y="2275"/>
                  </a:cubicBezTo>
                  <a:cubicBezTo>
                    <a:pt x="8135" y="1905"/>
                    <a:pt x="8089" y="1464"/>
                    <a:pt x="7881" y="1117"/>
                  </a:cubicBezTo>
                  <a:cubicBezTo>
                    <a:pt x="8240" y="578"/>
                    <a:pt x="8860" y="235"/>
                    <a:pt x="9509" y="235"/>
                  </a:cubicBezTo>
                  <a:cubicBezTo>
                    <a:pt x="9530" y="235"/>
                    <a:pt x="9551" y="235"/>
                    <a:pt x="9572" y="236"/>
                  </a:cubicBezTo>
                  <a:cubicBezTo>
                    <a:pt x="9711" y="236"/>
                    <a:pt x="9850" y="236"/>
                    <a:pt x="9966" y="259"/>
                  </a:cubicBezTo>
                  <a:cubicBezTo>
                    <a:pt x="11079" y="421"/>
                    <a:pt x="11542" y="954"/>
                    <a:pt x="11728" y="1302"/>
                  </a:cubicBezTo>
                  <a:cubicBezTo>
                    <a:pt x="11542" y="1511"/>
                    <a:pt x="11449" y="1812"/>
                    <a:pt x="11473" y="2090"/>
                  </a:cubicBezTo>
                  <a:cubicBezTo>
                    <a:pt x="11473" y="2160"/>
                    <a:pt x="11542" y="2229"/>
                    <a:pt x="11612" y="2275"/>
                  </a:cubicBezTo>
                  <a:cubicBezTo>
                    <a:pt x="11648" y="2287"/>
                    <a:pt x="11684" y="2293"/>
                    <a:pt x="11719" y="2293"/>
                  </a:cubicBezTo>
                  <a:cubicBezTo>
                    <a:pt x="11820" y="2293"/>
                    <a:pt x="11914" y="2246"/>
                    <a:pt x="11983" y="2160"/>
                  </a:cubicBezTo>
                  <a:cubicBezTo>
                    <a:pt x="12075" y="1881"/>
                    <a:pt x="12075" y="1580"/>
                    <a:pt x="11913" y="1302"/>
                  </a:cubicBezTo>
                  <a:cubicBezTo>
                    <a:pt x="12237" y="885"/>
                    <a:pt x="12863" y="375"/>
                    <a:pt x="13535" y="375"/>
                  </a:cubicBezTo>
                  <a:cubicBezTo>
                    <a:pt x="13813" y="375"/>
                    <a:pt x="14091" y="468"/>
                    <a:pt x="14323" y="630"/>
                  </a:cubicBezTo>
                  <a:cubicBezTo>
                    <a:pt x="14995" y="1047"/>
                    <a:pt x="15436" y="1789"/>
                    <a:pt x="15505" y="2577"/>
                  </a:cubicBezTo>
                  <a:cubicBezTo>
                    <a:pt x="15134" y="2693"/>
                    <a:pt x="14879" y="2994"/>
                    <a:pt x="14810" y="3365"/>
                  </a:cubicBezTo>
                  <a:cubicBezTo>
                    <a:pt x="14810" y="3527"/>
                    <a:pt x="14903" y="3643"/>
                    <a:pt x="15042" y="3666"/>
                  </a:cubicBezTo>
                  <a:cubicBezTo>
                    <a:pt x="15088" y="3689"/>
                    <a:pt x="15134" y="3689"/>
                    <a:pt x="15158" y="3689"/>
                  </a:cubicBezTo>
                  <a:cubicBezTo>
                    <a:pt x="15273" y="3689"/>
                    <a:pt x="15366" y="3643"/>
                    <a:pt x="15436" y="3573"/>
                  </a:cubicBezTo>
                  <a:cubicBezTo>
                    <a:pt x="15621" y="3318"/>
                    <a:pt x="15691" y="2994"/>
                    <a:pt x="15667" y="2693"/>
                  </a:cubicBezTo>
                  <a:cubicBezTo>
                    <a:pt x="15783" y="2669"/>
                    <a:pt x="15899" y="2646"/>
                    <a:pt x="15992" y="2646"/>
                  </a:cubicBezTo>
                  <a:cubicBezTo>
                    <a:pt x="16409" y="2669"/>
                    <a:pt x="16803" y="2832"/>
                    <a:pt x="17081" y="3133"/>
                  </a:cubicBezTo>
                  <a:cubicBezTo>
                    <a:pt x="17799" y="3712"/>
                    <a:pt x="17985" y="4709"/>
                    <a:pt x="17568" y="5543"/>
                  </a:cubicBezTo>
                  <a:cubicBezTo>
                    <a:pt x="17406" y="5427"/>
                    <a:pt x="17220" y="5381"/>
                    <a:pt x="17035" y="5381"/>
                  </a:cubicBezTo>
                  <a:cubicBezTo>
                    <a:pt x="17018" y="5379"/>
                    <a:pt x="17002" y="5379"/>
                    <a:pt x="16986" y="5379"/>
                  </a:cubicBezTo>
                  <a:cubicBezTo>
                    <a:pt x="16751" y="5379"/>
                    <a:pt x="16544" y="5535"/>
                    <a:pt x="16479" y="5752"/>
                  </a:cubicBezTo>
                  <a:cubicBezTo>
                    <a:pt x="16432" y="5960"/>
                    <a:pt x="16571" y="6146"/>
                    <a:pt x="16757" y="6192"/>
                  </a:cubicBezTo>
                  <a:cubicBezTo>
                    <a:pt x="16808" y="6209"/>
                    <a:pt x="16861" y="6218"/>
                    <a:pt x="16915" y="6218"/>
                  </a:cubicBezTo>
                  <a:cubicBezTo>
                    <a:pt x="17152" y="6218"/>
                    <a:pt x="17406" y="6054"/>
                    <a:pt x="17614" y="5752"/>
                  </a:cubicBezTo>
                  <a:cubicBezTo>
                    <a:pt x="17823" y="5914"/>
                    <a:pt x="18031" y="6123"/>
                    <a:pt x="18170" y="6331"/>
                  </a:cubicBezTo>
                  <a:cubicBezTo>
                    <a:pt x="18611" y="6934"/>
                    <a:pt x="18773" y="7467"/>
                    <a:pt x="18703" y="8000"/>
                  </a:cubicBezTo>
                  <a:cubicBezTo>
                    <a:pt x="18611" y="8556"/>
                    <a:pt x="18217" y="9066"/>
                    <a:pt x="17568" y="9529"/>
                  </a:cubicBezTo>
                  <a:cubicBezTo>
                    <a:pt x="17297" y="9696"/>
                    <a:pt x="16989" y="9788"/>
                    <a:pt x="16677" y="9788"/>
                  </a:cubicBezTo>
                  <a:cubicBezTo>
                    <a:pt x="16641" y="9788"/>
                    <a:pt x="16606" y="9787"/>
                    <a:pt x="16571" y="9784"/>
                  </a:cubicBezTo>
                  <a:cubicBezTo>
                    <a:pt x="16386" y="9784"/>
                    <a:pt x="16224" y="9784"/>
                    <a:pt x="16038" y="9738"/>
                  </a:cubicBezTo>
                  <a:cubicBezTo>
                    <a:pt x="16061" y="9506"/>
                    <a:pt x="15969" y="9298"/>
                    <a:pt x="15806" y="9112"/>
                  </a:cubicBezTo>
                  <a:cubicBezTo>
                    <a:pt x="15712" y="8977"/>
                    <a:pt x="15554" y="8905"/>
                    <a:pt x="15394" y="8905"/>
                  </a:cubicBezTo>
                  <a:cubicBezTo>
                    <a:pt x="15278" y="8905"/>
                    <a:pt x="15162" y="8942"/>
                    <a:pt x="15065" y="9019"/>
                  </a:cubicBezTo>
                  <a:cubicBezTo>
                    <a:pt x="14972" y="9089"/>
                    <a:pt x="14926" y="9205"/>
                    <a:pt x="14949" y="9298"/>
                  </a:cubicBezTo>
                  <a:cubicBezTo>
                    <a:pt x="15018" y="9576"/>
                    <a:pt x="15482" y="9761"/>
                    <a:pt x="15876" y="9854"/>
                  </a:cubicBezTo>
                  <a:cubicBezTo>
                    <a:pt x="15806" y="10271"/>
                    <a:pt x="15436" y="10688"/>
                    <a:pt x="14833" y="11036"/>
                  </a:cubicBezTo>
                  <a:cubicBezTo>
                    <a:pt x="14439" y="11244"/>
                    <a:pt x="13999" y="11360"/>
                    <a:pt x="13558" y="11360"/>
                  </a:cubicBezTo>
                  <a:cubicBezTo>
                    <a:pt x="12910" y="11360"/>
                    <a:pt x="12237" y="11152"/>
                    <a:pt x="11681" y="10781"/>
                  </a:cubicBezTo>
                  <a:cubicBezTo>
                    <a:pt x="11820" y="10410"/>
                    <a:pt x="11797" y="10016"/>
                    <a:pt x="11612" y="9668"/>
                  </a:cubicBezTo>
                  <a:cubicBezTo>
                    <a:pt x="11542" y="9529"/>
                    <a:pt x="11405" y="9456"/>
                    <a:pt x="11261" y="9456"/>
                  </a:cubicBezTo>
                  <a:cubicBezTo>
                    <a:pt x="11167" y="9456"/>
                    <a:pt x="11069" y="9488"/>
                    <a:pt x="10986" y="9552"/>
                  </a:cubicBezTo>
                  <a:cubicBezTo>
                    <a:pt x="10893" y="9645"/>
                    <a:pt x="10824" y="9784"/>
                    <a:pt x="10824" y="9923"/>
                  </a:cubicBezTo>
                  <a:cubicBezTo>
                    <a:pt x="10824" y="10201"/>
                    <a:pt x="11079" y="10549"/>
                    <a:pt x="11496" y="10850"/>
                  </a:cubicBezTo>
                  <a:cubicBezTo>
                    <a:pt x="11334" y="11198"/>
                    <a:pt x="10916" y="11731"/>
                    <a:pt x="9827" y="11824"/>
                  </a:cubicBezTo>
                  <a:lnTo>
                    <a:pt x="9572" y="11824"/>
                  </a:lnTo>
                  <a:cubicBezTo>
                    <a:pt x="9552" y="11824"/>
                    <a:pt x="9533" y="11824"/>
                    <a:pt x="9513" y="11824"/>
                  </a:cubicBezTo>
                  <a:cubicBezTo>
                    <a:pt x="8585" y="11824"/>
                    <a:pt x="7733" y="11296"/>
                    <a:pt x="7347" y="10456"/>
                  </a:cubicBezTo>
                  <a:cubicBezTo>
                    <a:pt x="7602" y="10132"/>
                    <a:pt x="7695" y="9715"/>
                    <a:pt x="7579" y="9298"/>
                  </a:cubicBezTo>
                  <a:cubicBezTo>
                    <a:pt x="7539" y="9197"/>
                    <a:pt x="7428" y="9131"/>
                    <a:pt x="7308" y="9131"/>
                  </a:cubicBezTo>
                  <a:cubicBezTo>
                    <a:pt x="7291" y="9131"/>
                    <a:pt x="7273" y="9132"/>
                    <a:pt x="7255" y="9135"/>
                  </a:cubicBezTo>
                  <a:cubicBezTo>
                    <a:pt x="7162" y="9135"/>
                    <a:pt x="7069" y="9205"/>
                    <a:pt x="7023" y="9298"/>
                  </a:cubicBezTo>
                  <a:cubicBezTo>
                    <a:pt x="6907" y="9552"/>
                    <a:pt x="6954" y="10016"/>
                    <a:pt x="7139" y="10456"/>
                  </a:cubicBezTo>
                  <a:cubicBezTo>
                    <a:pt x="6785" y="10854"/>
                    <a:pt x="6283" y="11084"/>
                    <a:pt x="5775" y="11084"/>
                  </a:cubicBezTo>
                  <a:cubicBezTo>
                    <a:pt x="5751" y="11084"/>
                    <a:pt x="5726" y="11083"/>
                    <a:pt x="5702" y="11082"/>
                  </a:cubicBezTo>
                  <a:lnTo>
                    <a:pt x="5470" y="11082"/>
                  </a:lnTo>
                  <a:cubicBezTo>
                    <a:pt x="4520" y="11036"/>
                    <a:pt x="3732" y="10364"/>
                    <a:pt x="3547" y="9437"/>
                  </a:cubicBezTo>
                  <a:cubicBezTo>
                    <a:pt x="4149" y="9321"/>
                    <a:pt x="4404" y="8950"/>
                    <a:pt x="4381" y="8649"/>
                  </a:cubicBezTo>
                  <a:cubicBezTo>
                    <a:pt x="4359" y="8430"/>
                    <a:pt x="4172" y="8253"/>
                    <a:pt x="3957" y="8253"/>
                  </a:cubicBezTo>
                  <a:cubicBezTo>
                    <a:pt x="3944" y="8253"/>
                    <a:pt x="3931" y="8253"/>
                    <a:pt x="3918" y="8255"/>
                  </a:cubicBezTo>
                  <a:lnTo>
                    <a:pt x="3802" y="8255"/>
                  </a:lnTo>
                  <a:cubicBezTo>
                    <a:pt x="3663" y="8278"/>
                    <a:pt x="3547" y="8347"/>
                    <a:pt x="3477" y="8463"/>
                  </a:cubicBezTo>
                  <a:cubicBezTo>
                    <a:pt x="3338" y="8718"/>
                    <a:pt x="3292" y="8996"/>
                    <a:pt x="3361" y="9298"/>
                  </a:cubicBezTo>
                  <a:cubicBezTo>
                    <a:pt x="3287" y="9304"/>
                    <a:pt x="3214" y="9307"/>
                    <a:pt x="3142" y="9307"/>
                  </a:cubicBezTo>
                  <a:cubicBezTo>
                    <a:pt x="2945" y="9307"/>
                    <a:pt x="2754" y="9285"/>
                    <a:pt x="2550" y="9251"/>
                  </a:cubicBezTo>
                  <a:cubicBezTo>
                    <a:pt x="2017" y="9182"/>
                    <a:pt x="1554" y="8811"/>
                    <a:pt x="1345" y="8301"/>
                  </a:cubicBezTo>
                  <a:cubicBezTo>
                    <a:pt x="1090" y="7698"/>
                    <a:pt x="1090" y="7026"/>
                    <a:pt x="1391" y="6447"/>
                  </a:cubicBezTo>
                  <a:cubicBezTo>
                    <a:pt x="1438" y="6470"/>
                    <a:pt x="1507" y="6493"/>
                    <a:pt x="1577" y="6493"/>
                  </a:cubicBezTo>
                  <a:lnTo>
                    <a:pt x="1716" y="6493"/>
                  </a:lnTo>
                  <a:cubicBezTo>
                    <a:pt x="2110" y="6493"/>
                    <a:pt x="2481" y="6308"/>
                    <a:pt x="2481" y="6099"/>
                  </a:cubicBezTo>
                  <a:cubicBezTo>
                    <a:pt x="2481" y="6030"/>
                    <a:pt x="2434" y="5891"/>
                    <a:pt x="2133" y="5844"/>
                  </a:cubicBezTo>
                  <a:cubicBezTo>
                    <a:pt x="2112" y="5843"/>
                    <a:pt x="2092" y="5842"/>
                    <a:pt x="2072" y="5842"/>
                  </a:cubicBezTo>
                  <a:cubicBezTo>
                    <a:pt x="1771" y="5842"/>
                    <a:pt x="1496" y="6000"/>
                    <a:pt x="1322" y="6238"/>
                  </a:cubicBezTo>
                  <a:cubicBezTo>
                    <a:pt x="789" y="5937"/>
                    <a:pt x="418" y="5427"/>
                    <a:pt x="279" y="4825"/>
                  </a:cubicBezTo>
                  <a:cubicBezTo>
                    <a:pt x="163" y="4199"/>
                    <a:pt x="395" y="3596"/>
                    <a:pt x="928" y="3017"/>
                  </a:cubicBezTo>
                  <a:cubicBezTo>
                    <a:pt x="1531" y="2391"/>
                    <a:pt x="2110" y="2067"/>
                    <a:pt x="2643" y="2067"/>
                  </a:cubicBezTo>
                  <a:cubicBezTo>
                    <a:pt x="3014" y="2067"/>
                    <a:pt x="3361" y="2206"/>
                    <a:pt x="3616" y="2484"/>
                  </a:cubicBezTo>
                  <a:cubicBezTo>
                    <a:pt x="3593" y="2600"/>
                    <a:pt x="3593" y="2739"/>
                    <a:pt x="3570" y="2878"/>
                  </a:cubicBezTo>
                  <a:cubicBezTo>
                    <a:pt x="3593" y="3063"/>
                    <a:pt x="3686" y="3411"/>
                    <a:pt x="3941" y="3411"/>
                  </a:cubicBezTo>
                  <a:cubicBezTo>
                    <a:pt x="3987" y="3411"/>
                    <a:pt x="4033" y="3388"/>
                    <a:pt x="4080" y="3365"/>
                  </a:cubicBezTo>
                  <a:cubicBezTo>
                    <a:pt x="4126" y="3365"/>
                    <a:pt x="4172" y="3295"/>
                    <a:pt x="4172" y="3249"/>
                  </a:cubicBezTo>
                  <a:cubicBezTo>
                    <a:pt x="4172" y="2924"/>
                    <a:pt x="4033" y="2646"/>
                    <a:pt x="3802" y="2414"/>
                  </a:cubicBezTo>
                  <a:cubicBezTo>
                    <a:pt x="3958" y="1567"/>
                    <a:pt x="4414" y="183"/>
                    <a:pt x="5791" y="183"/>
                  </a:cubicBezTo>
                  <a:close/>
                  <a:moveTo>
                    <a:pt x="5822" y="0"/>
                  </a:moveTo>
                  <a:cubicBezTo>
                    <a:pt x="4328" y="0"/>
                    <a:pt x="3820" y="1488"/>
                    <a:pt x="3663" y="2275"/>
                  </a:cubicBezTo>
                  <a:cubicBezTo>
                    <a:pt x="3385" y="2021"/>
                    <a:pt x="3014" y="1881"/>
                    <a:pt x="2643" y="1881"/>
                  </a:cubicBezTo>
                  <a:cubicBezTo>
                    <a:pt x="2064" y="1881"/>
                    <a:pt x="1391" y="2275"/>
                    <a:pt x="812" y="2901"/>
                  </a:cubicBezTo>
                  <a:cubicBezTo>
                    <a:pt x="233" y="3527"/>
                    <a:pt x="1" y="4176"/>
                    <a:pt x="117" y="4825"/>
                  </a:cubicBezTo>
                  <a:cubicBezTo>
                    <a:pt x="256" y="5474"/>
                    <a:pt x="673" y="6030"/>
                    <a:pt x="1252" y="6377"/>
                  </a:cubicBezTo>
                  <a:cubicBezTo>
                    <a:pt x="928" y="6980"/>
                    <a:pt x="928" y="7722"/>
                    <a:pt x="1183" y="8347"/>
                  </a:cubicBezTo>
                  <a:cubicBezTo>
                    <a:pt x="1438" y="8904"/>
                    <a:pt x="1924" y="9298"/>
                    <a:pt x="2527" y="9390"/>
                  </a:cubicBezTo>
                  <a:cubicBezTo>
                    <a:pt x="2703" y="9434"/>
                    <a:pt x="2889" y="9450"/>
                    <a:pt x="3072" y="9450"/>
                  </a:cubicBezTo>
                  <a:cubicBezTo>
                    <a:pt x="3178" y="9450"/>
                    <a:pt x="3283" y="9445"/>
                    <a:pt x="3385" y="9437"/>
                  </a:cubicBezTo>
                  <a:cubicBezTo>
                    <a:pt x="3593" y="10433"/>
                    <a:pt x="4451" y="11152"/>
                    <a:pt x="5470" y="11221"/>
                  </a:cubicBezTo>
                  <a:lnTo>
                    <a:pt x="5702" y="11221"/>
                  </a:lnTo>
                  <a:cubicBezTo>
                    <a:pt x="5727" y="11222"/>
                    <a:pt x="5753" y="11223"/>
                    <a:pt x="5778" y="11223"/>
                  </a:cubicBezTo>
                  <a:cubicBezTo>
                    <a:pt x="6311" y="11223"/>
                    <a:pt x="6856" y="10993"/>
                    <a:pt x="7232" y="10595"/>
                  </a:cubicBezTo>
                  <a:cubicBezTo>
                    <a:pt x="7663" y="11436"/>
                    <a:pt x="8540" y="11987"/>
                    <a:pt x="9512" y="11987"/>
                  </a:cubicBezTo>
                  <a:cubicBezTo>
                    <a:pt x="9532" y="11987"/>
                    <a:pt x="9552" y="11986"/>
                    <a:pt x="9572" y="11986"/>
                  </a:cubicBezTo>
                  <a:lnTo>
                    <a:pt x="9572" y="11963"/>
                  </a:lnTo>
                  <a:lnTo>
                    <a:pt x="9850" y="11963"/>
                  </a:lnTo>
                  <a:cubicBezTo>
                    <a:pt x="10986" y="11870"/>
                    <a:pt x="11449" y="11314"/>
                    <a:pt x="11635" y="10920"/>
                  </a:cubicBezTo>
                  <a:cubicBezTo>
                    <a:pt x="12214" y="11291"/>
                    <a:pt x="12886" y="11499"/>
                    <a:pt x="13582" y="11522"/>
                  </a:cubicBezTo>
                  <a:cubicBezTo>
                    <a:pt x="14045" y="11522"/>
                    <a:pt x="14509" y="11406"/>
                    <a:pt x="14926" y="11175"/>
                  </a:cubicBezTo>
                  <a:cubicBezTo>
                    <a:pt x="15737" y="10711"/>
                    <a:pt x="15992" y="10225"/>
                    <a:pt x="16038" y="9900"/>
                  </a:cubicBezTo>
                  <a:cubicBezTo>
                    <a:pt x="16224" y="9923"/>
                    <a:pt x="16409" y="9946"/>
                    <a:pt x="16571" y="9946"/>
                  </a:cubicBezTo>
                  <a:cubicBezTo>
                    <a:pt x="16965" y="9946"/>
                    <a:pt x="17336" y="9854"/>
                    <a:pt x="17660" y="9645"/>
                  </a:cubicBezTo>
                  <a:cubicBezTo>
                    <a:pt x="18356" y="9158"/>
                    <a:pt x="18773" y="8602"/>
                    <a:pt x="18866" y="8023"/>
                  </a:cubicBezTo>
                  <a:cubicBezTo>
                    <a:pt x="18935" y="7374"/>
                    <a:pt x="18727" y="6725"/>
                    <a:pt x="18309" y="6238"/>
                  </a:cubicBezTo>
                  <a:cubicBezTo>
                    <a:pt x="18147" y="5983"/>
                    <a:pt x="17939" y="5775"/>
                    <a:pt x="17707" y="5613"/>
                  </a:cubicBezTo>
                  <a:cubicBezTo>
                    <a:pt x="18170" y="4732"/>
                    <a:pt x="17962" y="3643"/>
                    <a:pt x="17220" y="3017"/>
                  </a:cubicBezTo>
                  <a:cubicBezTo>
                    <a:pt x="16890" y="2668"/>
                    <a:pt x="16458" y="2494"/>
                    <a:pt x="16005" y="2494"/>
                  </a:cubicBezTo>
                  <a:cubicBezTo>
                    <a:pt x="15886" y="2494"/>
                    <a:pt x="15765" y="2506"/>
                    <a:pt x="15644" y="2530"/>
                  </a:cubicBezTo>
                  <a:cubicBezTo>
                    <a:pt x="15575" y="1696"/>
                    <a:pt x="15111" y="931"/>
                    <a:pt x="14393" y="491"/>
                  </a:cubicBezTo>
                  <a:cubicBezTo>
                    <a:pt x="14138" y="306"/>
                    <a:pt x="13837" y="213"/>
                    <a:pt x="13512" y="213"/>
                  </a:cubicBezTo>
                  <a:cubicBezTo>
                    <a:pt x="12840" y="259"/>
                    <a:pt x="12237" y="607"/>
                    <a:pt x="11820" y="1163"/>
                  </a:cubicBezTo>
                  <a:cubicBezTo>
                    <a:pt x="11612" y="792"/>
                    <a:pt x="11102" y="282"/>
                    <a:pt x="9989" y="97"/>
                  </a:cubicBezTo>
                  <a:cubicBezTo>
                    <a:pt x="9850" y="74"/>
                    <a:pt x="9711" y="74"/>
                    <a:pt x="9572" y="74"/>
                  </a:cubicBezTo>
                  <a:cubicBezTo>
                    <a:pt x="9550" y="73"/>
                    <a:pt x="9527" y="73"/>
                    <a:pt x="9505" y="73"/>
                  </a:cubicBezTo>
                  <a:cubicBezTo>
                    <a:pt x="8812" y="73"/>
                    <a:pt x="8169" y="416"/>
                    <a:pt x="7788" y="978"/>
                  </a:cubicBezTo>
                  <a:cubicBezTo>
                    <a:pt x="7371" y="375"/>
                    <a:pt x="6675" y="27"/>
                    <a:pt x="5957" y="4"/>
                  </a:cubicBezTo>
                  <a:cubicBezTo>
                    <a:pt x="5911" y="2"/>
                    <a:pt x="5866" y="0"/>
                    <a:pt x="5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7"/>
            <p:cNvSpPr/>
            <p:nvPr/>
          </p:nvSpPr>
          <p:spPr>
            <a:xfrm>
              <a:off x="6521595" y="4273232"/>
              <a:ext cx="123641" cy="125261"/>
            </a:xfrm>
            <a:custGeom>
              <a:rect b="b" l="l" r="r" t="t"/>
              <a:pathLst>
                <a:path extrusionOk="0" h="1855" w="1831">
                  <a:moveTo>
                    <a:pt x="904" y="0"/>
                  </a:moveTo>
                  <a:cubicBezTo>
                    <a:pt x="417" y="0"/>
                    <a:pt x="0" y="417"/>
                    <a:pt x="0" y="927"/>
                  </a:cubicBezTo>
                  <a:cubicBezTo>
                    <a:pt x="0" y="1437"/>
                    <a:pt x="417" y="1854"/>
                    <a:pt x="904" y="1854"/>
                  </a:cubicBezTo>
                  <a:cubicBezTo>
                    <a:pt x="1414" y="1854"/>
                    <a:pt x="1831" y="1437"/>
                    <a:pt x="1831" y="927"/>
                  </a:cubicBezTo>
                  <a:cubicBezTo>
                    <a:pt x="1831" y="417"/>
                    <a:pt x="1414" y="0"/>
                    <a:pt x="9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7"/>
            <p:cNvSpPr/>
            <p:nvPr/>
          </p:nvSpPr>
          <p:spPr>
            <a:xfrm>
              <a:off x="7232027" y="4327995"/>
              <a:ext cx="125261" cy="123708"/>
            </a:xfrm>
            <a:custGeom>
              <a:rect b="b" l="l" r="r" t="t"/>
              <a:pathLst>
                <a:path extrusionOk="0" h="1832" w="1855">
                  <a:moveTo>
                    <a:pt x="928" y="0"/>
                  </a:moveTo>
                  <a:cubicBezTo>
                    <a:pt x="418" y="0"/>
                    <a:pt x="1" y="417"/>
                    <a:pt x="1" y="927"/>
                  </a:cubicBezTo>
                  <a:cubicBezTo>
                    <a:pt x="1" y="1437"/>
                    <a:pt x="418" y="1831"/>
                    <a:pt x="928" y="1831"/>
                  </a:cubicBezTo>
                  <a:cubicBezTo>
                    <a:pt x="1437" y="1831"/>
                    <a:pt x="1855" y="1437"/>
                    <a:pt x="1855" y="927"/>
                  </a:cubicBezTo>
                  <a:cubicBezTo>
                    <a:pt x="1855" y="417"/>
                    <a:pt x="143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7"/>
            <p:cNvSpPr/>
            <p:nvPr/>
          </p:nvSpPr>
          <p:spPr>
            <a:xfrm>
              <a:off x="6915942" y="4268506"/>
              <a:ext cx="108042" cy="101830"/>
            </a:xfrm>
            <a:custGeom>
              <a:rect b="b" l="l" r="r" t="t"/>
              <a:pathLst>
                <a:path extrusionOk="0" h="1508" w="1600">
                  <a:moveTo>
                    <a:pt x="70" y="1"/>
                  </a:moveTo>
                  <a:cubicBezTo>
                    <a:pt x="23" y="24"/>
                    <a:pt x="0" y="70"/>
                    <a:pt x="0" y="93"/>
                  </a:cubicBezTo>
                  <a:cubicBezTo>
                    <a:pt x="23" y="140"/>
                    <a:pt x="278" y="1252"/>
                    <a:pt x="719" y="1461"/>
                  </a:cubicBezTo>
                  <a:cubicBezTo>
                    <a:pt x="765" y="1484"/>
                    <a:pt x="835" y="1507"/>
                    <a:pt x="881" y="1507"/>
                  </a:cubicBezTo>
                  <a:cubicBezTo>
                    <a:pt x="927" y="1507"/>
                    <a:pt x="974" y="1484"/>
                    <a:pt x="1020" y="1461"/>
                  </a:cubicBezTo>
                  <a:cubicBezTo>
                    <a:pt x="1599" y="1229"/>
                    <a:pt x="1530" y="117"/>
                    <a:pt x="1530" y="70"/>
                  </a:cubicBezTo>
                  <a:cubicBezTo>
                    <a:pt x="1530" y="24"/>
                    <a:pt x="1507" y="1"/>
                    <a:pt x="1460" y="1"/>
                  </a:cubicBezTo>
                  <a:cubicBezTo>
                    <a:pt x="1414" y="1"/>
                    <a:pt x="1368" y="24"/>
                    <a:pt x="1391" y="70"/>
                  </a:cubicBezTo>
                  <a:cubicBezTo>
                    <a:pt x="1391" y="371"/>
                    <a:pt x="1344" y="1159"/>
                    <a:pt x="950" y="1322"/>
                  </a:cubicBezTo>
                  <a:cubicBezTo>
                    <a:pt x="927" y="1333"/>
                    <a:pt x="898" y="1339"/>
                    <a:pt x="869" y="1339"/>
                  </a:cubicBezTo>
                  <a:cubicBezTo>
                    <a:pt x="840" y="1339"/>
                    <a:pt x="811" y="1333"/>
                    <a:pt x="788" y="1322"/>
                  </a:cubicBezTo>
                  <a:cubicBezTo>
                    <a:pt x="487" y="1159"/>
                    <a:pt x="232" y="348"/>
                    <a:pt x="162" y="70"/>
                  </a:cubicBezTo>
                  <a:cubicBezTo>
                    <a:pt x="139" y="24"/>
                    <a:pt x="116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7"/>
            <p:cNvSpPr/>
            <p:nvPr/>
          </p:nvSpPr>
          <p:spPr>
            <a:xfrm>
              <a:off x="6728154" y="4199225"/>
              <a:ext cx="111148" cy="111621"/>
            </a:xfrm>
            <a:custGeom>
              <a:rect b="b" l="l" r="r" t="t"/>
              <a:pathLst>
                <a:path extrusionOk="0" h="1653" w="1646">
                  <a:moveTo>
                    <a:pt x="1313" y="1"/>
                  </a:moveTo>
                  <a:cubicBezTo>
                    <a:pt x="1308" y="1"/>
                    <a:pt x="1302" y="3"/>
                    <a:pt x="1298" y="7"/>
                  </a:cubicBezTo>
                  <a:cubicBezTo>
                    <a:pt x="1252" y="7"/>
                    <a:pt x="1205" y="53"/>
                    <a:pt x="1228" y="100"/>
                  </a:cubicBezTo>
                  <a:cubicBezTo>
                    <a:pt x="1298" y="447"/>
                    <a:pt x="1391" y="1374"/>
                    <a:pt x="1020" y="1490"/>
                  </a:cubicBezTo>
                  <a:cubicBezTo>
                    <a:pt x="950" y="1490"/>
                    <a:pt x="904" y="1490"/>
                    <a:pt x="858" y="1467"/>
                  </a:cubicBezTo>
                  <a:cubicBezTo>
                    <a:pt x="533" y="1282"/>
                    <a:pt x="232" y="447"/>
                    <a:pt x="162" y="169"/>
                  </a:cubicBezTo>
                  <a:cubicBezTo>
                    <a:pt x="162" y="123"/>
                    <a:pt x="116" y="100"/>
                    <a:pt x="70" y="100"/>
                  </a:cubicBezTo>
                  <a:cubicBezTo>
                    <a:pt x="23" y="123"/>
                    <a:pt x="0" y="169"/>
                    <a:pt x="0" y="216"/>
                  </a:cubicBezTo>
                  <a:cubicBezTo>
                    <a:pt x="23" y="262"/>
                    <a:pt x="325" y="1351"/>
                    <a:pt x="765" y="1606"/>
                  </a:cubicBezTo>
                  <a:cubicBezTo>
                    <a:pt x="834" y="1629"/>
                    <a:pt x="904" y="1652"/>
                    <a:pt x="950" y="1652"/>
                  </a:cubicBezTo>
                  <a:cubicBezTo>
                    <a:pt x="997" y="1652"/>
                    <a:pt x="1020" y="1652"/>
                    <a:pt x="1066" y="1629"/>
                  </a:cubicBezTo>
                  <a:cubicBezTo>
                    <a:pt x="1646" y="1467"/>
                    <a:pt x="1414" y="216"/>
                    <a:pt x="1368" y="53"/>
                  </a:cubicBezTo>
                  <a:cubicBezTo>
                    <a:pt x="1368" y="35"/>
                    <a:pt x="1337" y="1"/>
                    <a:pt x="13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7"/>
            <p:cNvSpPr/>
            <p:nvPr/>
          </p:nvSpPr>
          <p:spPr>
            <a:xfrm>
              <a:off x="6712489" y="4248181"/>
              <a:ext cx="40718" cy="21946"/>
            </a:xfrm>
            <a:custGeom>
              <a:rect b="b" l="l" r="r" t="t"/>
              <a:pathLst>
                <a:path extrusionOk="0" h="325" w="603">
                  <a:moveTo>
                    <a:pt x="464" y="0"/>
                  </a:moveTo>
                  <a:lnTo>
                    <a:pt x="70" y="163"/>
                  </a:lnTo>
                  <a:cubicBezTo>
                    <a:pt x="24" y="186"/>
                    <a:pt x="0" y="232"/>
                    <a:pt x="24" y="278"/>
                  </a:cubicBezTo>
                  <a:cubicBezTo>
                    <a:pt x="47" y="302"/>
                    <a:pt x="70" y="325"/>
                    <a:pt x="93" y="325"/>
                  </a:cubicBezTo>
                  <a:lnTo>
                    <a:pt x="139" y="325"/>
                  </a:lnTo>
                  <a:lnTo>
                    <a:pt x="533" y="163"/>
                  </a:lnTo>
                  <a:cubicBezTo>
                    <a:pt x="580" y="139"/>
                    <a:pt x="603" y="93"/>
                    <a:pt x="580" y="47"/>
                  </a:cubicBezTo>
                  <a:cubicBezTo>
                    <a:pt x="557" y="24"/>
                    <a:pt x="510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7"/>
            <p:cNvSpPr/>
            <p:nvPr/>
          </p:nvSpPr>
          <p:spPr>
            <a:xfrm>
              <a:off x="6723428" y="4265670"/>
              <a:ext cx="41124" cy="29509"/>
            </a:xfrm>
            <a:custGeom>
              <a:rect b="b" l="l" r="r" t="t"/>
              <a:pathLst>
                <a:path extrusionOk="0" h="437" w="609">
                  <a:moveTo>
                    <a:pt x="505" y="1"/>
                  </a:moveTo>
                  <a:cubicBezTo>
                    <a:pt x="492" y="1"/>
                    <a:pt x="477" y="6"/>
                    <a:pt x="464" y="19"/>
                  </a:cubicBezTo>
                  <a:lnTo>
                    <a:pt x="47" y="274"/>
                  </a:lnTo>
                  <a:cubicBezTo>
                    <a:pt x="24" y="298"/>
                    <a:pt x="1" y="367"/>
                    <a:pt x="24" y="390"/>
                  </a:cubicBezTo>
                  <a:cubicBezTo>
                    <a:pt x="47" y="413"/>
                    <a:pt x="70" y="437"/>
                    <a:pt x="93" y="437"/>
                  </a:cubicBezTo>
                  <a:cubicBezTo>
                    <a:pt x="117" y="437"/>
                    <a:pt x="140" y="413"/>
                    <a:pt x="140" y="413"/>
                  </a:cubicBezTo>
                  <a:lnTo>
                    <a:pt x="534" y="159"/>
                  </a:lnTo>
                  <a:cubicBezTo>
                    <a:pt x="609" y="102"/>
                    <a:pt x="562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7"/>
            <p:cNvSpPr/>
            <p:nvPr/>
          </p:nvSpPr>
          <p:spPr>
            <a:xfrm>
              <a:off x="6746926" y="4286265"/>
              <a:ext cx="28226" cy="37072"/>
            </a:xfrm>
            <a:custGeom>
              <a:rect b="b" l="l" r="r" t="t"/>
              <a:pathLst>
                <a:path extrusionOk="0" h="549" w="418">
                  <a:moveTo>
                    <a:pt x="315" y="1"/>
                  </a:moveTo>
                  <a:cubicBezTo>
                    <a:pt x="290" y="1"/>
                    <a:pt x="269" y="12"/>
                    <a:pt x="255" y="39"/>
                  </a:cubicBezTo>
                  <a:lnTo>
                    <a:pt x="23" y="433"/>
                  </a:lnTo>
                  <a:cubicBezTo>
                    <a:pt x="0" y="456"/>
                    <a:pt x="23" y="502"/>
                    <a:pt x="47" y="549"/>
                  </a:cubicBezTo>
                  <a:lnTo>
                    <a:pt x="93" y="549"/>
                  </a:lnTo>
                  <a:cubicBezTo>
                    <a:pt x="116" y="549"/>
                    <a:pt x="139" y="526"/>
                    <a:pt x="163" y="502"/>
                  </a:cubicBezTo>
                  <a:lnTo>
                    <a:pt x="394" y="132"/>
                  </a:lnTo>
                  <a:cubicBezTo>
                    <a:pt x="417" y="85"/>
                    <a:pt x="394" y="39"/>
                    <a:pt x="371" y="16"/>
                  </a:cubicBezTo>
                  <a:cubicBezTo>
                    <a:pt x="352" y="6"/>
                    <a:pt x="333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7"/>
            <p:cNvSpPr/>
            <p:nvPr/>
          </p:nvSpPr>
          <p:spPr>
            <a:xfrm>
              <a:off x="7094343" y="4171472"/>
              <a:ext cx="92376" cy="115875"/>
            </a:xfrm>
            <a:custGeom>
              <a:rect b="b" l="l" r="r" t="t"/>
              <a:pathLst>
                <a:path extrusionOk="0" h="1716" w="1368">
                  <a:moveTo>
                    <a:pt x="1275" y="1"/>
                  </a:moveTo>
                  <a:cubicBezTo>
                    <a:pt x="1228" y="1"/>
                    <a:pt x="1205" y="24"/>
                    <a:pt x="1205" y="70"/>
                  </a:cubicBezTo>
                  <a:cubicBezTo>
                    <a:pt x="1205" y="395"/>
                    <a:pt x="1113" y="1252"/>
                    <a:pt x="858" y="1507"/>
                  </a:cubicBezTo>
                  <a:cubicBezTo>
                    <a:pt x="811" y="1554"/>
                    <a:pt x="765" y="1577"/>
                    <a:pt x="695" y="1577"/>
                  </a:cubicBezTo>
                  <a:cubicBezTo>
                    <a:pt x="301" y="1554"/>
                    <a:pt x="186" y="627"/>
                    <a:pt x="162" y="279"/>
                  </a:cubicBezTo>
                  <a:cubicBezTo>
                    <a:pt x="151" y="233"/>
                    <a:pt x="116" y="209"/>
                    <a:pt x="81" y="209"/>
                  </a:cubicBezTo>
                  <a:cubicBezTo>
                    <a:pt x="47" y="209"/>
                    <a:pt x="12" y="233"/>
                    <a:pt x="0" y="279"/>
                  </a:cubicBezTo>
                  <a:cubicBezTo>
                    <a:pt x="0" y="418"/>
                    <a:pt x="93" y="1693"/>
                    <a:pt x="695" y="1716"/>
                  </a:cubicBezTo>
                  <a:lnTo>
                    <a:pt x="719" y="1716"/>
                  </a:lnTo>
                  <a:cubicBezTo>
                    <a:pt x="811" y="1716"/>
                    <a:pt x="881" y="1693"/>
                    <a:pt x="950" y="1623"/>
                  </a:cubicBezTo>
                  <a:cubicBezTo>
                    <a:pt x="1321" y="1275"/>
                    <a:pt x="1368" y="140"/>
                    <a:pt x="1368" y="94"/>
                  </a:cubicBezTo>
                  <a:cubicBezTo>
                    <a:pt x="1368" y="47"/>
                    <a:pt x="1321" y="1"/>
                    <a:pt x="1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7"/>
            <p:cNvSpPr/>
            <p:nvPr/>
          </p:nvSpPr>
          <p:spPr>
            <a:xfrm>
              <a:off x="7172605" y="4215161"/>
              <a:ext cx="42272" cy="14316"/>
            </a:xfrm>
            <a:custGeom>
              <a:rect b="b" l="l" r="r" t="t"/>
              <a:pathLst>
                <a:path extrusionOk="0" h="212" w="626">
                  <a:moveTo>
                    <a:pt x="94" y="0"/>
                  </a:moveTo>
                  <a:cubicBezTo>
                    <a:pt x="0" y="0"/>
                    <a:pt x="6" y="143"/>
                    <a:pt x="93" y="165"/>
                  </a:cubicBezTo>
                  <a:lnTo>
                    <a:pt x="533" y="211"/>
                  </a:lnTo>
                  <a:cubicBezTo>
                    <a:pt x="556" y="211"/>
                    <a:pt x="602" y="188"/>
                    <a:pt x="602" y="142"/>
                  </a:cubicBezTo>
                  <a:cubicBezTo>
                    <a:pt x="626" y="95"/>
                    <a:pt x="579" y="72"/>
                    <a:pt x="533" y="49"/>
                  </a:cubicBezTo>
                  <a:lnTo>
                    <a:pt x="116" y="3"/>
                  </a:lnTo>
                  <a:cubicBezTo>
                    <a:pt x="108" y="1"/>
                    <a:pt x="101" y="0"/>
                    <a:pt x="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7"/>
            <p:cNvSpPr/>
            <p:nvPr/>
          </p:nvSpPr>
          <p:spPr>
            <a:xfrm>
              <a:off x="7166730" y="4235418"/>
              <a:ext cx="45040" cy="20663"/>
            </a:xfrm>
            <a:custGeom>
              <a:rect b="b" l="l" r="r" t="t"/>
              <a:pathLst>
                <a:path extrusionOk="0" h="306" w="667">
                  <a:moveTo>
                    <a:pt x="87" y="1"/>
                  </a:moveTo>
                  <a:cubicBezTo>
                    <a:pt x="14" y="1"/>
                    <a:pt x="0" y="101"/>
                    <a:pt x="64" y="143"/>
                  </a:cubicBezTo>
                  <a:lnTo>
                    <a:pt x="527" y="305"/>
                  </a:lnTo>
                  <a:lnTo>
                    <a:pt x="550" y="305"/>
                  </a:lnTo>
                  <a:cubicBezTo>
                    <a:pt x="643" y="305"/>
                    <a:pt x="666" y="189"/>
                    <a:pt x="574" y="166"/>
                  </a:cubicBezTo>
                  <a:lnTo>
                    <a:pt x="110" y="4"/>
                  </a:lnTo>
                  <a:cubicBezTo>
                    <a:pt x="102" y="2"/>
                    <a:pt x="94" y="1"/>
                    <a:pt x="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7"/>
            <p:cNvSpPr/>
            <p:nvPr/>
          </p:nvSpPr>
          <p:spPr>
            <a:xfrm>
              <a:off x="7160045" y="4256419"/>
              <a:ext cx="34506" cy="32480"/>
            </a:xfrm>
            <a:custGeom>
              <a:rect b="b" l="l" r="r" t="t"/>
              <a:pathLst>
                <a:path extrusionOk="0" h="481" w="511">
                  <a:moveTo>
                    <a:pt x="93" y="0"/>
                  </a:moveTo>
                  <a:cubicBezTo>
                    <a:pt x="76" y="0"/>
                    <a:pt x="58" y="6"/>
                    <a:pt x="47" y="17"/>
                  </a:cubicBezTo>
                  <a:cubicBezTo>
                    <a:pt x="1" y="64"/>
                    <a:pt x="1" y="110"/>
                    <a:pt x="47" y="133"/>
                  </a:cubicBezTo>
                  <a:lnTo>
                    <a:pt x="348" y="458"/>
                  </a:lnTo>
                  <a:cubicBezTo>
                    <a:pt x="371" y="481"/>
                    <a:pt x="395" y="481"/>
                    <a:pt x="418" y="481"/>
                  </a:cubicBezTo>
                  <a:cubicBezTo>
                    <a:pt x="441" y="481"/>
                    <a:pt x="464" y="481"/>
                    <a:pt x="464" y="458"/>
                  </a:cubicBezTo>
                  <a:cubicBezTo>
                    <a:pt x="510" y="435"/>
                    <a:pt x="510" y="365"/>
                    <a:pt x="464" y="342"/>
                  </a:cubicBezTo>
                  <a:lnTo>
                    <a:pt x="140" y="17"/>
                  </a:lnTo>
                  <a:cubicBezTo>
                    <a:pt x="128" y="6"/>
                    <a:pt x="111" y="0"/>
                    <a:pt x="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47"/>
          <p:cNvGrpSpPr/>
          <p:nvPr/>
        </p:nvGrpSpPr>
        <p:grpSpPr>
          <a:xfrm>
            <a:off x="659712" y="3393962"/>
            <a:ext cx="1541159" cy="1055266"/>
            <a:chOff x="659712" y="3393962"/>
            <a:chExt cx="1541159" cy="1055266"/>
          </a:xfrm>
        </p:grpSpPr>
        <p:sp>
          <p:nvSpPr>
            <p:cNvPr id="646" name="Google Shape;646;p47"/>
            <p:cNvSpPr/>
            <p:nvPr/>
          </p:nvSpPr>
          <p:spPr>
            <a:xfrm>
              <a:off x="697837" y="3397673"/>
              <a:ext cx="1464917" cy="1051555"/>
            </a:xfrm>
            <a:custGeom>
              <a:rect b="b" l="l" r="r" t="t"/>
              <a:pathLst>
                <a:path extrusionOk="0" h="10946" w="15297">
                  <a:moveTo>
                    <a:pt x="8580" y="1"/>
                  </a:moveTo>
                  <a:cubicBezTo>
                    <a:pt x="7892" y="1"/>
                    <a:pt x="7132" y="108"/>
                    <a:pt x="6292" y="353"/>
                  </a:cubicBezTo>
                  <a:cubicBezTo>
                    <a:pt x="1504" y="1751"/>
                    <a:pt x="1028" y="5956"/>
                    <a:pt x="1134" y="8202"/>
                  </a:cubicBezTo>
                  <a:cubicBezTo>
                    <a:pt x="1112" y="8287"/>
                    <a:pt x="1091" y="8382"/>
                    <a:pt x="1091" y="8467"/>
                  </a:cubicBezTo>
                  <a:cubicBezTo>
                    <a:pt x="1038" y="8446"/>
                    <a:pt x="975" y="8435"/>
                    <a:pt x="911" y="8435"/>
                  </a:cubicBezTo>
                  <a:cubicBezTo>
                    <a:pt x="615" y="8435"/>
                    <a:pt x="265" y="8721"/>
                    <a:pt x="127" y="9081"/>
                  </a:cubicBezTo>
                  <a:cubicBezTo>
                    <a:pt x="0" y="9399"/>
                    <a:pt x="85" y="9770"/>
                    <a:pt x="350" y="9992"/>
                  </a:cubicBezTo>
                  <a:cubicBezTo>
                    <a:pt x="509" y="10140"/>
                    <a:pt x="699" y="10246"/>
                    <a:pt x="911" y="10289"/>
                  </a:cubicBezTo>
                  <a:cubicBezTo>
                    <a:pt x="953" y="10501"/>
                    <a:pt x="1091" y="10808"/>
                    <a:pt x="1568" y="10850"/>
                  </a:cubicBezTo>
                  <a:cubicBezTo>
                    <a:pt x="1666" y="10859"/>
                    <a:pt x="1762" y="10863"/>
                    <a:pt x="1853" y="10863"/>
                  </a:cubicBezTo>
                  <a:cubicBezTo>
                    <a:pt x="2224" y="10863"/>
                    <a:pt x="2531" y="10793"/>
                    <a:pt x="2744" y="10649"/>
                  </a:cubicBezTo>
                  <a:cubicBezTo>
                    <a:pt x="2786" y="10702"/>
                    <a:pt x="2818" y="10755"/>
                    <a:pt x="2871" y="10797"/>
                  </a:cubicBezTo>
                  <a:cubicBezTo>
                    <a:pt x="2977" y="10893"/>
                    <a:pt x="3125" y="10946"/>
                    <a:pt x="3284" y="10946"/>
                  </a:cubicBezTo>
                  <a:cubicBezTo>
                    <a:pt x="3750" y="10946"/>
                    <a:pt x="4343" y="10543"/>
                    <a:pt x="4566" y="10066"/>
                  </a:cubicBezTo>
                  <a:cubicBezTo>
                    <a:pt x="4714" y="9801"/>
                    <a:pt x="4693" y="9473"/>
                    <a:pt x="4502" y="9240"/>
                  </a:cubicBezTo>
                  <a:cubicBezTo>
                    <a:pt x="4460" y="9177"/>
                    <a:pt x="4396" y="9124"/>
                    <a:pt x="4333" y="9081"/>
                  </a:cubicBezTo>
                  <a:cubicBezTo>
                    <a:pt x="4269" y="7651"/>
                    <a:pt x="4417" y="4442"/>
                    <a:pt x="6981" y="3361"/>
                  </a:cubicBezTo>
                  <a:cubicBezTo>
                    <a:pt x="7390" y="3188"/>
                    <a:pt x="7770" y="3112"/>
                    <a:pt x="8121" y="3112"/>
                  </a:cubicBezTo>
                  <a:cubicBezTo>
                    <a:pt x="9357" y="3112"/>
                    <a:pt x="10235" y="4056"/>
                    <a:pt x="10805" y="5014"/>
                  </a:cubicBezTo>
                  <a:cubicBezTo>
                    <a:pt x="10646" y="5141"/>
                    <a:pt x="10529" y="5321"/>
                    <a:pt x="10466" y="5522"/>
                  </a:cubicBezTo>
                  <a:cubicBezTo>
                    <a:pt x="10328" y="5872"/>
                    <a:pt x="10445" y="6274"/>
                    <a:pt x="10752" y="6497"/>
                  </a:cubicBezTo>
                  <a:cubicBezTo>
                    <a:pt x="10932" y="6634"/>
                    <a:pt x="11144" y="6730"/>
                    <a:pt x="11366" y="6761"/>
                  </a:cubicBezTo>
                  <a:cubicBezTo>
                    <a:pt x="11430" y="6973"/>
                    <a:pt x="11599" y="7280"/>
                    <a:pt x="12097" y="7291"/>
                  </a:cubicBezTo>
                  <a:lnTo>
                    <a:pt x="12129" y="7291"/>
                  </a:lnTo>
                  <a:cubicBezTo>
                    <a:pt x="12648" y="7291"/>
                    <a:pt x="13050" y="7185"/>
                    <a:pt x="13305" y="6984"/>
                  </a:cubicBezTo>
                  <a:cubicBezTo>
                    <a:pt x="13347" y="7026"/>
                    <a:pt x="13400" y="7069"/>
                    <a:pt x="13453" y="7111"/>
                  </a:cubicBezTo>
                  <a:cubicBezTo>
                    <a:pt x="13559" y="7196"/>
                    <a:pt x="13686" y="7238"/>
                    <a:pt x="13824" y="7238"/>
                  </a:cubicBezTo>
                  <a:cubicBezTo>
                    <a:pt x="14300" y="7238"/>
                    <a:pt x="14915" y="6772"/>
                    <a:pt x="15137" y="6242"/>
                  </a:cubicBezTo>
                  <a:cubicBezTo>
                    <a:pt x="15296" y="5903"/>
                    <a:pt x="15254" y="5586"/>
                    <a:pt x="15021" y="5342"/>
                  </a:cubicBezTo>
                  <a:cubicBezTo>
                    <a:pt x="14915" y="5215"/>
                    <a:pt x="14766" y="5130"/>
                    <a:pt x="14597" y="5098"/>
                  </a:cubicBezTo>
                  <a:cubicBezTo>
                    <a:pt x="14496" y="4739"/>
                    <a:pt x="13153" y="1"/>
                    <a:pt x="8580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14300">
              <a:solidFill>
                <a:schemeClr val="dk2"/>
              </a:solidFill>
              <a:prstDash val="solid"/>
              <a:miter lim="105"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7" name="Google Shape;647;p47"/>
            <p:cNvGrpSpPr/>
            <p:nvPr/>
          </p:nvGrpSpPr>
          <p:grpSpPr>
            <a:xfrm>
              <a:off x="659712" y="3393962"/>
              <a:ext cx="1541159" cy="1055266"/>
              <a:chOff x="659712" y="3393962"/>
              <a:chExt cx="1541159" cy="1055266"/>
            </a:xfrm>
          </p:grpSpPr>
          <p:sp>
            <p:nvSpPr>
              <p:cNvPr id="648" name="Google Shape;648;p47"/>
              <p:cNvSpPr/>
              <p:nvPr/>
            </p:nvSpPr>
            <p:spPr>
              <a:xfrm>
                <a:off x="1026938" y="3626750"/>
                <a:ext cx="867161" cy="708918"/>
              </a:xfrm>
              <a:custGeom>
                <a:rect b="b" l="l" r="r" t="t"/>
                <a:pathLst>
                  <a:path extrusionOk="0" h="10156" w="12423">
                    <a:moveTo>
                      <a:pt x="6548" y="1"/>
                    </a:moveTo>
                    <a:cubicBezTo>
                      <a:pt x="6220" y="1"/>
                      <a:pt x="5877" y="32"/>
                      <a:pt x="5516" y="98"/>
                    </a:cubicBezTo>
                    <a:cubicBezTo>
                      <a:pt x="371" y="1002"/>
                      <a:pt x="1" y="7792"/>
                      <a:pt x="47" y="10133"/>
                    </a:cubicBezTo>
                    <a:lnTo>
                      <a:pt x="1298" y="10156"/>
                    </a:lnTo>
                    <a:cubicBezTo>
                      <a:pt x="1298" y="10156"/>
                      <a:pt x="279" y="3250"/>
                      <a:pt x="4867" y="1303"/>
                    </a:cubicBezTo>
                    <a:cubicBezTo>
                      <a:pt x="5431" y="1068"/>
                      <a:pt x="5953" y="965"/>
                      <a:pt x="6436" y="965"/>
                    </a:cubicBezTo>
                    <a:cubicBezTo>
                      <a:pt x="9900" y="965"/>
                      <a:pt x="11310" y="6286"/>
                      <a:pt x="11310" y="6286"/>
                    </a:cubicBezTo>
                    <a:lnTo>
                      <a:pt x="12423" y="5590"/>
                    </a:lnTo>
                    <a:cubicBezTo>
                      <a:pt x="11890" y="3930"/>
                      <a:pt x="10243" y="1"/>
                      <a:pt x="65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47"/>
              <p:cNvSpPr/>
              <p:nvPr/>
            </p:nvSpPr>
            <p:spPr>
              <a:xfrm>
                <a:off x="659712" y="3393962"/>
                <a:ext cx="1444710" cy="932008"/>
              </a:xfrm>
              <a:custGeom>
                <a:rect b="b" l="l" r="r" t="t"/>
                <a:pathLst>
                  <a:path extrusionOk="0" h="13352" w="20697">
                    <a:moveTo>
                      <a:pt x="12352" y="0"/>
                    </a:moveTo>
                    <a:cubicBezTo>
                      <a:pt x="11398" y="0"/>
                      <a:pt x="10343" y="149"/>
                      <a:pt x="9178" y="490"/>
                    </a:cubicBezTo>
                    <a:cubicBezTo>
                      <a:pt x="1" y="3178"/>
                      <a:pt x="2295" y="13352"/>
                      <a:pt x="2295" y="13352"/>
                    </a:cubicBezTo>
                    <a:lnTo>
                      <a:pt x="2643" y="13352"/>
                    </a:lnTo>
                    <a:cubicBezTo>
                      <a:pt x="2434" y="10107"/>
                      <a:pt x="2828" y="2830"/>
                      <a:pt x="10569" y="1185"/>
                    </a:cubicBezTo>
                    <a:cubicBezTo>
                      <a:pt x="11175" y="1059"/>
                      <a:pt x="11745" y="1000"/>
                      <a:pt x="12282" y="1000"/>
                    </a:cubicBezTo>
                    <a:cubicBezTo>
                      <a:pt x="16773" y="1000"/>
                      <a:pt x="18902" y="5081"/>
                      <a:pt x="19792" y="7628"/>
                    </a:cubicBezTo>
                    <a:lnTo>
                      <a:pt x="20696" y="7071"/>
                    </a:lnTo>
                    <a:cubicBezTo>
                      <a:pt x="20696" y="7071"/>
                      <a:pt x="18929" y="0"/>
                      <a:pt x="123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47"/>
              <p:cNvSpPr/>
              <p:nvPr/>
            </p:nvSpPr>
            <p:spPr>
              <a:xfrm>
                <a:off x="829609" y="3463764"/>
                <a:ext cx="1211708" cy="865486"/>
              </a:xfrm>
              <a:custGeom>
                <a:rect b="b" l="l" r="r" t="t"/>
                <a:pathLst>
                  <a:path extrusionOk="0" h="12399" w="17359">
                    <a:moveTo>
                      <a:pt x="9849" y="0"/>
                    </a:moveTo>
                    <a:cubicBezTo>
                      <a:pt x="9312" y="0"/>
                      <a:pt x="8741" y="59"/>
                      <a:pt x="8135" y="185"/>
                    </a:cubicBezTo>
                    <a:cubicBezTo>
                      <a:pt x="371" y="1830"/>
                      <a:pt x="0" y="9107"/>
                      <a:pt x="209" y="12352"/>
                    </a:cubicBezTo>
                    <a:lnTo>
                      <a:pt x="1646" y="12398"/>
                    </a:lnTo>
                    <a:cubicBezTo>
                      <a:pt x="1321" y="9733"/>
                      <a:pt x="1229" y="3059"/>
                      <a:pt x="8343" y="1390"/>
                    </a:cubicBezTo>
                    <a:cubicBezTo>
                      <a:pt x="8887" y="1260"/>
                      <a:pt x="9398" y="1200"/>
                      <a:pt x="9880" y="1200"/>
                    </a:cubicBezTo>
                    <a:cubicBezTo>
                      <a:pt x="13694" y="1200"/>
                      <a:pt x="15632" y="4941"/>
                      <a:pt x="16455" y="7184"/>
                    </a:cubicBezTo>
                    <a:lnTo>
                      <a:pt x="17358" y="6604"/>
                    </a:lnTo>
                    <a:cubicBezTo>
                      <a:pt x="16468" y="4079"/>
                      <a:pt x="14339" y="0"/>
                      <a:pt x="98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47"/>
              <p:cNvSpPr/>
              <p:nvPr/>
            </p:nvSpPr>
            <p:spPr>
              <a:xfrm>
                <a:off x="915325" y="3547526"/>
                <a:ext cx="1062888" cy="784933"/>
              </a:xfrm>
              <a:custGeom>
                <a:rect b="b" l="l" r="r" t="t"/>
                <a:pathLst>
                  <a:path extrusionOk="0" h="11245" w="15227">
                    <a:moveTo>
                      <a:pt x="8653" y="0"/>
                    </a:moveTo>
                    <a:cubicBezTo>
                      <a:pt x="8171" y="0"/>
                      <a:pt x="7659" y="60"/>
                      <a:pt x="7115" y="190"/>
                    </a:cubicBezTo>
                    <a:cubicBezTo>
                      <a:pt x="1" y="1859"/>
                      <a:pt x="93" y="8533"/>
                      <a:pt x="418" y="11198"/>
                    </a:cubicBezTo>
                    <a:lnTo>
                      <a:pt x="1646" y="11244"/>
                    </a:lnTo>
                    <a:cubicBezTo>
                      <a:pt x="1623" y="8904"/>
                      <a:pt x="1970" y="2137"/>
                      <a:pt x="7115" y="1210"/>
                    </a:cubicBezTo>
                    <a:cubicBezTo>
                      <a:pt x="7466" y="1147"/>
                      <a:pt x="7802" y="1118"/>
                      <a:pt x="8121" y="1118"/>
                    </a:cubicBezTo>
                    <a:cubicBezTo>
                      <a:pt x="11835" y="1118"/>
                      <a:pt x="13488" y="5061"/>
                      <a:pt x="14022" y="6725"/>
                    </a:cubicBezTo>
                    <a:lnTo>
                      <a:pt x="15227" y="5961"/>
                    </a:lnTo>
                    <a:cubicBezTo>
                      <a:pt x="14404" y="3738"/>
                      <a:pt x="12466" y="0"/>
                      <a:pt x="86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47"/>
              <p:cNvSpPr/>
              <p:nvPr/>
            </p:nvSpPr>
            <p:spPr>
              <a:xfrm>
                <a:off x="826328" y="3459855"/>
                <a:ext cx="1177783" cy="862903"/>
              </a:xfrm>
              <a:custGeom>
                <a:rect b="b" l="l" r="r" t="t"/>
                <a:pathLst>
                  <a:path extrusionOk="0" h="12362" w="16873">
                    <a:moveTo>
                      <a:pt x="9965" y="0"/>
                    </a:moveTo>
                    <a:cubicBezTo>
                      <a:pt x="9414" y="0"/>
                      <a:pt x="8820" y="54"/>
                      <a:pt x="8182" y="171"/>
                    </a:cubicBezTo>
                    <a:cubicBezTo>
                      <a:pt x="5540" y="658"/>
                      <a:pt x="3500" y="1979"/>
                      <a:pt x="2087" y="4111"/>
                    </a:cubicBezTo>
                    <a:cubicBezTo>
                      <a:pt x="302" y="6823"/>
                      <a:pt x="1" y="10252"/>
                      <a:pt x="464" y="12292"/>
                    </a:cubicBezTo>
                    <a:cubicBezTo>
                      <a:pt x="488" y="12338"/>
                      <a:pt x="511" y="12361"/>
                      <a:pt x="557" y="12361"/>
                    </a:cubicBezTo>
                    <a:lnTo>
                      <a:pt x="580" y="12361"/>
                    </a:lnTo>
                    <a:cubicBezTo>
                      <a:pt x="603" y="12361"/>
                      <a:pt x="650" y="12315"/>
                      <a:pt x="627" y="12269"/>
                    </a:cubicBezTo>
                    <a:cubicBezTo>
                      <a:pt x="163" y="10252"/>
                      <a:pt x="464" y="6869"/>
                      <a:pt x="2226" y="4204"/>
                    </a:cubicBezTo>
                    <a:cubicBezTo>
                      <a:pt x="3593" y="2118"/>
                      <a:pt x="5609" y="820"/>
                      <a:pt x="8205" y="334"/>
                    </a:cubicBezTo>
                    <a:cubicBezTo>
                      <a:pt x="8830" y="220"/>
                      <a:pt x="9409" y="168"/>
                      <a:pt x="9946" y="168"/>
                    </a:cubicBezTo>
                    <a:cubicBezTo>
                      <a:pt x="12577" y="168"/>
                      <a:pt x="14191" y="1400"/>
                      <a:pt x="15134" y="2535"/>
                    </a:cubicBezTo>
                    <a:cubicBezTo>
                      <a:pt x="15876" y="3485"/>
                      <a:pt x="16409" y="4551"/>
                      <a:pt x="16710" y="5733"/>
                    </a:cubicBezTo>
                    <a:cubicBezTo>
                      <a:pt x="16710" y="5767"/>
                      <a:pt x="16735" y="5789"/>
                      <a:pt x="16767" y="5789"/>
                    </a:cubicBezTo>
                    <a:cubicBezTo>
                      <a:pt x="16778" y="5789"/>
                      <a:pt x="16790" y="5786"/>
                      <a:pt x="16803" y="5780"/>
                    </a:cubicBezTo>
                    <a:cubicBezTo>
                      <a:pt x="16849" y="5780"/>
                      <a:pt x="16872" y="5733"/>
                      <a:pt x="16872" y="5687"/>
                    </a:cubicBezTo>
                    <a:cubicBezTo>
                      <a:pt x="16851" y="5624"/>
                      <a:pt x="15618" y="0"/>
                      <a:pt x="99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47"/>
              <p:cNvSpPr/>
              <p:nvPr/>
            </p:nvSpPr>
            <p:spPr>
              <a:xfrm>
                <a:off x="908834" y="3539219"/>
                <a:ext cx="1059677" cy="814250"/>
              </a:xfrm>
              <a:custGeom>
                <a:rect b="b" l="l" r="r" t="t"/>
                <a:pathLst>
                  <a:path extrusionOk="0" h="11665" w="15181">
                    <a:moveTo>
                      <a:pt x="8516" y="1"/>
                    </a:moveTo>
                    <a:cubicBezTo>
                      <a:pt x="8201" y="1"/>
                      <a:pt x="7874" y="25"/>
                      <a:pt x="7533" y="77"/>
                    </a:cubicBezTo>
                    <a:cubicBezTo>
                      <a:pt x="5123" y="471"/>
                      <a:pt x="3199" y="1630"/>
                      <a:pt x="1924" y="3507"/>
                    </a:cubicBezTo>
                    <a:cubicBezTo>
                      <a:pt x="464" y="5686"/>
                      <a:pt x="1" y="8629"/>
                      <a:pt x="673" y="11595"/>
                    </a:cubicBezTo>
                    <a:cubicBezTo>
                      <a:pt x="673" y="11642"/>
                      <a:pt x="719" y="11665"/>
                      <a:pt x="742" y="11665"/>
                    </a:cubicBezTo>
                    <a:lnTo>
                      <a:pt x="766" y="11665"/>
                    </a:lnTo>
                    <a:cubicBezTo>
                      <a:pt x="812" y="11642"/>
                      <a:pt x="835" y="11595"/>
                      <a:pt x="835" y="11549"/>
                    </a:cubicBezTo>
                    <a:cubicBezTo>
                      <a:pt x="163" y="8629"/>
                      <a:pt x="627" y="5732"/>
                      <a:pt x="2063" y="3600"/>
                    </a:cubicBezTo>
                    <a:cubicBezTo>
                      <a:pt x="3292" y="1769"/>
                      <a:pt x="5215" y="610"/>
                      <a:pt x="7579" y="239"/>
                    </a:cubicBezTo>
                    <a:cubicBezTo>
                      <a:pt x="7916" y="187"/>
                      <a:pt x="8239" y="162"/>
                      <a:pt x="8549" y="162"/>
                    </a:cubicBezTo>
                    <a:cubicBezTo>
                      <a:pt x="13281" y="162"/>
                      <a:pt x="14997" y="5920"/>
                      <a:pt x="15018" y="5964"/>
                    </a:cubicBezTo>
                    <a:cubicBezTo>
                      <a:pt x="15042" y="6010"/>
                      <a:pt x="15088" y="6033"/>
                      <a:pt x="15134" y="6033"/>
                    </a:cubicBezTo>
                    <a:cubicBezTo>
                      <a:pt x="15157" y="6010"/>
                      <a:pt x="15181" y="5964"/>
                      <a:pt x="15181" y="5940"/>
                    </a:cubicBezTo>
                    <a:cubicBezTo>
                      <a:pt x="15159" y="5875"/>
                      <a:pt x="13398" y="1"/>
                      <a:pt x="85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47"/>
              <p:cNvSpPr/>
              <p:nvPr/>
            </p:nvSpPr>
            <p:spPr>
              <a:xfrm>
                <a:off x="1022122" y="3620817"/>
                <a:ext cx="877841" cy="718132"/>
              </a:xfrm>
              <a:custGeom>
                <a:rect b="b" l="l" r="r" t="t"/>
                <a:pathLst>
                  <a:path extrusionOk="0" h="10288" w="12576">
                    <a:moveTo>
                      <a:pt x="6544" y="1"/>
                    </a:moveTo>
                    <a:cubicBezTo>
                      <a:pt x="6167" y="1"/>
                      <a:pt x="5771" y="43"/>
                      <a:pt x="5354" y="136"/>
                    </a:cubicBezTo>
                    <a:cubicBezTo>
                      <a:pt x="3129" y="623"/>
                      <a:pt x="1553" y="2269"/>
                      <a:pt x="719" y="5073"/>
                    </a:cubicBezTo>
                    <a:cubicBezTo>
                      <a:pt x="232" y="6741"/>
                      <a:pt x="0" y="8456"/>
                      <a:pt x="46" y="10194"/>
                    </a:cubicBezTo>
                    <a:cubicBezTo>
                      <a:pt x="46" y="10241"/>
                      <a:pt x="70" y="10287"/>
                      <a:pt x="116" y="10287"/>
                    </a:cubicBezTo>
                    <a:lnTo>
                      <a:pt x="116" y="10264"/>
                    </a:lnTo>
                    <a:cubicBezTo>
                      <a:pt x="162" y="10264"/>
                      <a:pt x="186" y="10241"/>
                      <a:pt x="186" y="10194"/>
                    </a:cubicBezTo>
                    <a:cubicBezTo>
                      <a:pt x="162" y="8456"/>
                      <a:pt x="394" y="6741"/>
                      <a:pt x="858" y="5096"/>
                    </a:cubicBezTo>
                    <a:cubicBezTo>
                      <a:pt x="1692" y="2384"/>
                      <a:pt x="3221" y="762"/>
                      <a:pt x="5377" y="299"/>
                    </a:cubicBezTo>
                    <a:cubicBezTo>
                      <a:pt x="5777" y="211"/>
                      <a:pt x="6157" y="170"/>
                      <a:pt x="6519" y="170"/>
                    </a:cubicBezTo>
                    <a:cubicBezTo>
                      <a:pt x="10729" y="170"/>
                      <a:pt x="12401" y="5658"/>
                      <a:pt x="12422" y="5722"/>
                    </a:cubicBezTo>
                    <a:cubicBezTo>
                      <a:pt x="12431" y="5757"/>
                      <a:pt x="12457" y="5772"/>
                      <a:pt x="12484" y="5772"/>
                    </a:cubicBezTo>
                    <a:cubicBezTo>
                      <a:pt x="12528" y="5772"/>
                      <a:pt x="12575" y="5733"/>
                      <a:pt x="12561" y="5675"/>
                    </a:cubicBezTo>
                    <a:cubicBezTo>
                      <a:pt x="12540" y="5611"/>
                      <a:pt x="10852" y="1"/>
                      <a:pt x="65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47"/>
              <p:cNvSpPr/>
              <p:nvPr/>
            </p:nvSpPr>
            <p:spPr>
              <a:xfrm>
                <a:off x="672416" y="4148727"/>
                <a:ext cx="502650" cy="295126"/>
              </a:xfrm>
              <a:custGeom>
                <a:rect b="b" l="l" r="r" t="t"/>
                <a:pathLst>
                  <a:path extrusionOk="0" h="4228" w="7201">
                    <a:moveTo>
                      <a:pt x="2623" y="1"/>
                    </a:moveTo>
                    <a:cubicBezTo>
                      <a:pt x="1840" y="1"/>
                      <a:pt x="1905" y="1009"/>
                      <a:pt x="1905" y="1009"/>
                    </a:cubicBezTo>
                    <a:cubicBezTo>
                      <a:pt x="1807" y="940"/>
                      <a:pt x="1698" y="909"/>
                      <a:pt x="1586" y="909"/>
                    </a:cubicBezTo>
                    <a:cubicBezTo>
                      <a:pt x="870" y="909"/>
                      <a:pt x="1" y="2172"/>
                      <a:pt x="862" y="2933"/>
                    </a:cubicBezTo>
                    <a:cubicBezTo>
                      <a:pt x="1138" y="3177"/>
                      <a:pt x="1409" y="3298"/>
                      <a:pt x="1646" y="3331"/>
                    </a:cubicBezTo>
                    <a:lnTo>
                      <a:pt x="1646" y="3331"/>
                    </a:lnTo>
                    <a:cubicBezTo>
                      <a:pt x="1701" y="3698"/>
                      <a:pt x="1937" y="4033"/>
                      <a:pt x="2484" y="4092"/>
                    </a:cubicBezTo>
                    <a:cubicBezTo>
                      <a:pt x="2627" y="4105"/>
                      <a:pt x="2763" y="4111"/>
                      <a:pt x="2890" y="4111"/>
                    </a:cubicBezTo>
                    <a:cubicBezTo>
                      <a:pt x="3458" y="4111"/>
                      <a:pt x="3865" y="3985"/>
                      <a:pt x="4122" y="3788"/>
                    </a:cubicBezTo>
                    <a:lnTo>
                      <a:pt x="4122" y="3788"/>
                    </a:lnTo>
                    <a:cubicBezTo>
                      <a:pt x="4177" y="3876"/>
                      <a:pt x="4248" y="3963"/>
                      <a:pt x="4338" y="4045"/>
                    </a:cubicBezTo>
                    <a:cubicBezTo>
                      <a:pt x="4472" y="4172"/>
                      <a:pt x="4649" y="4227"/>
                      <a:pt x="4844" y="4227"/>
                    </a:cubicBezTo>
                    <a:cubicBezTo>
                      <a:pt x="5794" y="4227"/>
                      <a:pt x="7201" y="2909"/>
                      <a:pt x="6470" y="2006"/>
                    </a:cubicBezTo>
                    <a:cubicBezTo>
                      <a:pt x="6247" y="1722"/>
                      <a:pt x="5990" y="1617"/>
                      <a:pt x="5746" y="1617"/>
                    </a:cubicBezTo>
                    <a:cubicBezTo>
                      <a:pt x="5744" y="1617"/>
                      <a:pt x="5741" y="1617"/>
                      <a:pt x="5738" y="1617"/>
                    </a:cubicBezTo>
                    <a:lnTo>
                      <a:pt x="5738" y="1617"/>
                    </a:lnTo>
                    <a:cubicBezTo>
                      <a:pt x="5784" y="1188"/>
                      <a:pt x="5609" y="671"/>
                      <a:pt x="5103" y="291"/>
                    </a:cubicBezTo>
                    <a:cubicBezTo>
                      <a:pt x="4905" y="139"/>
                      <a:pt x="4702" y="76"/>
                      <a:pt x="4507" y="76"/>
                    </a:cubicBezTo>
                    <a:cubicBezTo>
                      <a:pt x="4197" y="76"/>
                      <a:pt x="3909" y="235"/>
                      <a:pt x="3698" y="453"/>
                    </a:cubicBezTo>
                    <a:lnTo>
                      <a:pt x="3698" y="453"/>
                    </a:lnTo>
                    <a:cubicBezTo>
                      <a:pt x="3571" y="332"/>
                      <a:pt x="3401" y="220"/>
                      <a:pt x="3179" y="129"/>
                    </a:cubicBezTo>
                    <a:cubicBezTo>
                      <a:pt x="2958" y="38"/>
                      <a:pt x="2774" y="1"/>
                      <a:pt x="26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47"/>
              <p:cNvSpPr/>
              <p:nvPr/>
            </p:nvSpPr>
            <p:spPr>
              <a:xfrm>
                <a:off x="692100" y="4143003"/>
                <a:ext cx="456231" cy="306225"/>
              </a:xfrm>
              <a:custGeom>
                <a:rect b="b" l="l" r="r" t="t"/>
                <a:pathLst>
                  <a:path extrusionOk="0" h="4387" w="6536">
                    <a:moveTo>
                      <a:pt x="3407" y="651"/>
                    </a:moveTo>
                    <a:cubicBezTo>
                      <a:pt x="3616" y="859"/>
                      <a:pt x="3708" y="1161"/>
                      <a:pt x="3616" y="1439"/>
                    </a:cubicBezTo>
                    <a:cubicBezTo>
                      <a:pt x="3602" y="1551"/>
                      <a:pt x="3511" y="1612"/>
                      <a:pt x="3416" y="1612"/>
                    </a:cubicBezTo>
                    <a:cubicBezTo>
                      <a:pt x="3354" y="1612"/>
                      <a:pt x="3291" y="1586"/>
                      <a:pt x="3245" y="1532"/>
                    </a:cubicBezTo>
                    <a:cubicBezTo>
                      <a:pt x="3059" y="1323"/>
                      <a:pt x="3175" y="952"/>
                      <a:pt x="3407" y="651"/>
                    </a:cubicBezTo>
                    <a:close/>
                    <a:moveTo>
                      <a:pt x="5354" y="1786"/>
                    </a:moveTo>
                    <a:lnTo>
                      <a:pt x="5354" y="1786"/>
                    </a:lnTo>
                    <a:cubicBezTo>
                      <a:pt x="5331" y="2111"/>
                      <a:pt x="5076" y="2366"/>
                      <a:pt x="4751" y="2435"/>
                    </a:cubicBezTo>
                    <a:lnTo>
                      <a:pt x="4705" y="2435"/>
                    </a:lnTo>
                    <a:cubicBezTo>
                      <a:pt x="4589" y="2435"/>
                      <a:pt x="4589" y="2389"/>
                      <a:pt x="4589" y="2366"/>
                    </a:cubicBezTo>
                    <a:cubicBezTo>
                      <a:pt x="4589" y="2204"/>
                      <a:pt x="4937" y="1833"/>
                      <a:pt x="5354" y="1786"/>
                    </a:cubicBezTo>
                    <a:close/>
                    <a:moveTo>
                      <a:pt x="1817" y="2424"/>
                    </a:moveTo>
                    <a:cubicBezTo>
                      <a:pt x="1866" y="2424"/>
                      <a:pt x="1912" y="2459"/>
                      <a:pt x="1947" y="2528"/>
                    </a:cubicBezTo>
                    <a:cubicBezTo>
                      <a:pt x="2086" y="2690"/>
                      <a:pt x="2109" y="2899"/>
                      <a:pt x="2017" y="3084"/>
                    </a:cubicBezTo>
                    <a:cubicBezTo>
                      <a:pt x="1920" y="3258"/>
                      <a:pt x="1744" y="3351"/>
                      <a:pt x="1554" y="3351"/>
                    </a:cubicBezTo>
                    <a:cubicBezTo>
                      <a:pt x="1516" y="3351"/>
                      <a:pt x="1476" y="3347"/>
                      <a:pt x="1437" y="3339"/>
                    </a:cubicBezTo>
                    <a:cubicBezTo>
                      <a:pt x="1414" y="3061"/>
                      <a:pt x="1484" y="2760"/>
                      <a:pt x="1669" y="2528"/>
                    </a:cubicBezTo>
                    <a:cubicBezTo>
                      <a:pt x="1715" y="2459"/>
                      <a:pt x="1767" y="2424"/>
                      <a:pt x="1817" y="2424"/>
                    </a:cubicBezTo>
                    <a:close/>
                    <a:moveTo>
                      <a:pt x="3987" y="2876"/>
                    </a:moveTo>
                    <a:cubicBezTo>
                      <a:pt x="4010" y="2876"/>
                      <a:pt x="4056" y="2922"/>
                      <a:pt x="4079" y="3038"/>
                    </a:cubicBezTo>
                    <a:cubicBezTo>
                      <a:pt x="4149" y="3293"/>
                      <a:pt x="4056" y="3571"/>
                      <a:pt x="3871" y="3756"/>
                    </a:cubicBezTo>
                    <a:cubicBezTo>
                      <a:pt x="3732" y="3525"/>
                      <a:pt x="3732" y="3247"/>
                      <a:pt x="3847" y="2992"/>
                    </a:cubicBezTo>
                    <a:cubicBezTo>
                      <a:pt x="3894" y="2922"/>
                      <a:pt x="3940" y="2876"/>
                      <a:pt x="3987" y="2876"/>
                    </a:cubicBezTo>
                    <a:close/>
                    <a:moveTo>
                      <a:pt x="2314" y="167"/>
                    </a:moveTo>
                    <a:cubicBezTo>
                      <a:pt x="2468" y="167"/>
                      <a:pt x="2648" y="213"/>
                      <a:pt x="2851" y="303"/>
                    </a:cubicBezTo>
                    <a:cubicBezTo>
                      <a:pt x="3013" y="350"/>
                      <a:pt x="3152" y="442"/>
                      <a:pt x="3291" y="558"/>
                    </a:cubicBezTo>
                    <a:cubicBezTo>
                      <a:pt x="3013" y="906"/>
                      <a:pt x="2874" y="1369"/>
                      <a:pt x="3129" y="1647"/>
                    </a:cubicBezTo>
                    <a:cubicBezTo>
                      <a:pt x="3199" y="1740"/>
                      <a:pt x="3314" y="1786"/>
                      <a:pt x="3430" y="1786"/>
                    </a:cubicBezTo>
                    <a:cubicBezTo>
                      <a:pt x="3593" y="1763"/>
                      <a:pt x="3732" y="1671"/>
                      <a:pt x="3778" y="1508"/>
                    </a:cubicBezTo>
                    <a:cubicBezTo>
                      <a:pt x="3894" y="1161"/>
                      <a:pt x="3778" y="790"/>
                      <a:pt x="3523" y="558"/>
                    </a:cubicBezTo>
                    <a:cubicBezTo>
                      <a:pt x="3708" y="373"/>
                      <a:pt x="3963" y="280"/>
                      <a:pt x="4218" y="257"/>
                    </a:cubicBezTo>
                    <a:cubicBezTo>
                      <a:pt x="4427" y="257"/>
                      <a:pt x="4612" y="326"/>
                      <a:pt x="4774" y="465"/>
                    </a:cubicBezTo>
                    <a:cubicBezTo>
                      <a:pt x="5168" y="720"/>
                      <a:pt x="5377" y="1161"/>
                      <a:pt x="5377" y="1624"/>
                    </a:cubicBezTo>
                    <a:cubicBezTo>
                      <a:pt x="4867" y="1671"/>
                      <a:pt x="4427" y="2111"/>
                      <a:pt x="4427" y="2366"/>
                    </a:cubicBezTo>
                    <a:cubicBezTo>
                      <a:pt x="4427" y="2435"/>
                      <a:pt x="4450" y="2598"/>
                      <a:pt x="4751" y="2598"/>
                    </a:cubicBezTo>
                    <a:cubicBezTo>
                      <a:pt x="5168" y="2528"/>
                      <a:pt x="5493" y="2204"/>
                      <a:pt x="5516" y="1786"/>
                    </a:cubicBezTo>
                    <a:cubicBezTo>
                      <a:pt x="5771" y="1810"/>
                      <a:pt x="5980" y="1926"/>
                      <a:pt x="6142" y="2134"/>
                    </a:cubicBezTo>
                    <a:cubicBezTo>
                      <a:pt x="6350" y="2412"/>
                      <a:pt x="6374" y="2806"/>
                      <a:pt x="6211" y="3107"/>
                    </a:cubicBezTo>
                    <a:cubicBezTo>
                      <a:pt x="5910" y="3710"/>
                      <a:pt x="5145" y="4243"/>
                      <a:pt x="4566" y="4243"/>
                    </a:cubicBezTo>
                    <a:cubicBezTo>
                      <a:pt x="4404" y="4243"/>
                      <a:pt x="4218" y="4174"/>
                      <a:pt x="4102" y="4081"/>
                    </a:cubicBezTo>
                    <a:cubicBezTo>
                      <a:pt x="4033" y="4011"/>
                      <a:pt x="3987" y="3965"/>
                      <a:pt x="3940" y="3895"/>
                    </a:cubicBezTo>
                    <a:cubicBezTo>
                      <a:pt x="4218" y="3687"/>
                      <a:pt x="4334" y="3339"/>
                      <a:pt x="4241" y="3015"/>
                    </a:cubicBezTo>
                    <a:cubicBezTo>
                      <a:pt x="4195" y="2760"/>
                      <a:pt x="4079" y="2713"/>
                      <a:pt x="4010" y="2713"/>
                    </a:cubicBezTo>
                    <a:cubicBezTo>
                      <a:pt x="3871" y="2737"/>
                      <a:pt x="3778" y="2806"/>
                      <a:pt x="3732" y="2922"/>
                    </a:cubicBezTo>
                    <a:cubicBezTo>
                      <a:pt x="3593" y="3223"/>
                      <a:pt x="3593" y="3571"/>
                      <a:pt x="3755" y="3849"/>
                    </a:cubicBezTo>
                    <a:cubicBezTo>
                      <a:pt x="3409" y="4039"/>
                      <a:pt x="3012" y="4139"/>
                      <a:pt x="2620" y="4139"/>
                    </a:cubicBezTo>
                    <a:cubicBezTo>
                      <a:pt x="2487" y="4139"/>
                      <a:pt x="2355" y="4128"/>
                      <a:pt x="2225" y="4104"/>
                    </a:cubicBezTo>
                    <a:cubicBezTo>
                      <a:pt x="1854" y="4104"/>
                      <a:pt x="1553" y="3849"/>
                      <a:pt x="1484" y="3501"/>
                    </a:cubicBezTo>
                    <a:lnTo>
                      <a:pt x="1484" y="3501"/>
                    </a:lnTo>
                    <a:cubicBezTo>
                      <a:pt x="1519" y="3507"/>
                      <a:pt x="1555" y="3510"/>
                      <a:pt x="1590" y="3510"/>
                    </a:cubicBezTo>
                    <a:cubicBezTo>
                      <a:pt x="1831" y="3510"/>
                      <a:pt x="2058" y="3376"/>
                      <a:pt x="2179" y="3154"/>
                    </a:cubicBezTo>
                    <a:cubicBezTo>
                      <a:pt x="2295" y="2922"/>
                      <a:pt x="2272" y="2644"/>
                      <a:pt x="2109" y="2435"/>
                    </a:cubicBezTo>
                    <a:cubicBezTo>
                      <a:pt x="2063" y="2343"/>
                      <a:pt x="1947" y="2273"/>
                      <a:pt x="1831" y="2273"/>
                    </a:cubicBezTo>
                    <a:cubicBezTo>
                      <a:pt x="1715" y="2273"/>
                      <a:pt x="1623" y="2320"/>
                      <a:pt x="1553" y="2412"/>
                    </a:cubicBezTo>
                    <a:cubicBezTo>
                      <a:pt x="1345" y="2667"/>
                      <a:pt x="1252" y="2992"/>
                      <a:pt x="1275" y="3316"/>
                    </a:cubicBezTo>
                    <a:cubicBezTo>
                      <a:pt x="1020" y="3270"/>
                      <a:pt x="788" y="3131"/>
                      <a:pt x="603" y="2968"/>
                    </a:cubicBezTo>
                    <a:cubicBezTo>
                      <a:pt x="302" y="2713"/>
                      <a:pt x="186" y="2273"/>
                      <a:pt x="348" y="1879"/>
                    </a:cubicBezTo>
                    <a:cubicBezTo>
                      <a:pt x="487" y="1462"/>
                      <a:pt x="858" y="1161"/>
                      <a:pt x="1275" y="1091"/>
                    </a:cubicBezTo>
                    <a:cubicBezTo>
                      <a:pt x="1391" y="1091"/>
                      <a:pt x="1484" y="1114"/>
                      <a:pt x="1553" y="1184"/>
                    </a:cubicBezTo>
                    <a:lnTo>
                      <a:pt x="1646" y="1184"/>
                    </a:lnTo>
                    <a:cubicBezTo>
                      <a:pt x="1669" y="1161"/>
                      <a:pt x="1692" y="1138"/>
                      <a:pt x="1692" y="1114"/>
                    </a:cubicBezTo>
                    <a:cubicBezTo>
                      <a:pt x="1669" y="836"/>
                      <a:pt x="1739" y="558"/>
                      <a:pt x="1924" y="326"/>
                    </a:cubicBezTo>
                    <a:cubicBezTo>
                      <a:pt x="2019" y="219"/>
                      <a:pt x="2152" y="167"/>
                      <a:pt x="2314" y="167"/>
                    </a:cubicBezTo>
                    <a:close/>
                    <a:moveTo>
                      <a:pt x="2311" y="0"/>
                    </a:moveTo>
                    <a:cubicBezTo>
                      <a:pt x="2100" y="0"/>
                      <a:pt x="1925" y="70"/>
                      <a:pt x="1785" y="211"/>
                    </a:cubicBezTo>
                    <a:cubicBezTo>
                      <a:pt x="1623" y="419"/>
                      <a:pt x="1530" y="697"/>
                      <a:pt x="1530" y="975"/>
                    </a:cubicBezTo>
                    <a:cubicBezTo>
                      <a:pt x="1437" y="929"/>
                      <a:pt x="1368" y="929"/>
                      <a:pt x="1275" y="929"/>
                    </a:cubicBezTo>
                    <a:cubicBezTo>
                      <a:pt x="858" y="929"/>
                      <a:pt x="371" y="1323"/>
                      <a:pt x="186" y="1833"/>
                    </a:cubicBezTo>
                    <a:cubicBezTo>
                      <a:pt x="0" y="2273"/>
                      <a:pt x="139" y="2783"/>
                      <a:pt x="487" y="3084"/>
                    </a:cubicBezTo>
                    <a:cubicBezTo>
                      <a:pt x="719" y="3293"/>
                      <a:pt x="997" y="3432"/>
                      <a:pt x="1275" y="3501"/>
                    </a:cubicBezTo>
                    <a:cubicBezTo>
                      <a:pt x="1345" y="3942"/>
                      <a:pt x="1739" y="4266"/>
                      <a:pt x="2179" y="4266"/>
                    </a:cubicBezTo>
                    <a:cubicBezTo>
                      <a:pt x="2318" y="4289"/>
                      <a:pt x="2458" y="4301"/>
                      <a:pt x="2599" y="4301"/>
                    </a:cubicBezTo>
                    <a:cubicBezTo>
                      <a:pt x="3019" y="4301"/>
                      <a:pt x="3436" y="4197"/>
                      <a:pt x="3801" y="3988"/>
                    </a:cubicBezTo>
                    <a:cubicBezTo>
                      <a:pt x="3847" y="4058"/>
                      <a:pt x="3917" y="4127"/>
                      <a:pt x="3987" y="4197"/>
                    </a:cubicBezTo>
                    <a:cubicBezTo>
                      <a:pt x="4128" y="4318"/>
                      <a:pt x="4305" y="4386"/>
                      <a:pt x="4486" y="4386"/>
                    </a:cubicBezTo>
                    <a:cubicBezTo>
                      <a:pt x="4513" y="4386"/>
                      <a:pt x="4539" y="4385"/>
                      <a:pt x="4566" y="4382"/>
                    </a:cubicBezTo>
                    <a:lnTo>
                      <a:pt x="4543" y="4382"/>
                    </a:lnTo>
                    <a:cubicBezTo>
                      <a:pt x="5307" y="4313"/>
                      <a:pt x="5980" y="3849"/>
                      <a:pt x="6327" y="3154"/>
                    </a:cubicBezTo>
                    <a:cubicBezTo>
                      <a:pt x="6536" y="2806"/>
                      <a:pt x="6489" y="2343"/>
                      <a:pt x="6234" y="2018"/>
                    </a:cubicBezTo>
                    <a:cubicBezTo>
                      <a:pt x="6072" y="1786"/>
                      <a:pt x="5817" y="1647"/>
                      <a:pt x="5516" y="1624"/>
                    </a:cubicBezTo>
                    <a:cubicBezTo>
                      <a:pt x="5539" y="1091"/>
                      <a:pt x="5284" y="605"/>
                      <a:pt x="4867" y="326"/>
                    </a:cubicBezTo>
                    <a:cubicBezTo>
                      <a:pt x="4682" y="164"/>
                      <a:pt x="4450" y="95"/>
                      <a:pt x="4195" y="95"/>
                    </a:cubicBezTo>
                    <a:cubicBezTo>
                      <a:pt x="3894" y="95"/>
                      <a:pt x="3616" y="211"/>
                      <a:pt x="3407" y="419"/>
                    </a:cubicBezTo>
                    <a:cubicBezTo>
                      <a:pt x="3245" y="303"/>
                      <a:pt x="3083" y="211"/>
                      <a:pt x="2897" y="141"/>
                    </a:cubicBezTo>
                    <a:cubicBezTo>
                      <a:pt x="2678" y="47"/>
                      <a:pt x="2483" y="0"/>
                      <a:pt x="23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47"/>
              <p:cNvSpPr/>
              <p:nvPr/>
            </p:nvSpPr>
            <p:spPr>
              <a:xfrm>
                <a:off x="1665483" y="3785898"/>
                <a:ext cx="535388" cy="303922"/>
              </a:xfrm>
              <a:custGeom>
                <a:rect b="b" l="l" r="r" t="t"/>
                <a:pathLst>
                  <a:path extrusionOk="0" h="4354" w="7670">
                    <a:moveTo>
                      <a:pt x="4646" y="1"/>
                    </a:moveTo>
                    <a:cubicBezTo>
                      <a:pt x="4295" y="1"/>
                      <a:pt x="3983" y="197"/>
                      <a:pt x="3768" y="455"/>
                    </a:cubicBezTo>
                    <a:lnTo>
                      <a:pt x="3768" y="455"/>
                    </a:lnTo>
                    <a:cubicBezTo>
                      <a:pt x="3621" y="339"/>
                      <a:pt x="3428" y="235"/>
                      <a:pt x="3182" y="159"/>
                    </a:cubicBezTo>
                    <a:cubicBezTo>
                      <a:pt x="2981" y="92"/>
                      <a:pt x="2812" y="63"/>
                      <a:pt x="2670" y="63"/>
                    </a:cubicBezTo>
                    <a:cubicBezTo>
                      <a:pt x="1775" y="63"/>
                      <a:pt x="1930" y="1201"/>
                      <a:pt x="1930" y="1201"/>
                    </a:cubicBezTo>
                    <a:cubicBezTo>
                      <a:pt x="1836" y="1143"/>
                      <a:pt x="1735" y="1117"/>
                      <a:pt x="1632" y="1117"/>
                    </a:cubicBezTo>
                    <a:cubicBezTo>
                      <a:pt x="872" y="1117"/>
                      <a:pt x="1" y="2552"/>
                      <a:pt x="980" y="3287"/>
                    </a:cubicBezTo>
                    <a:cubicBezTo>
                      <a:pt x="1298" y="3520"/>
                      <a:pt x="1597" y="3625"/>
                      <a:pt x="1852" y="3639"/>
                    </a:cubicBezTo>
                    <a:lnTo>
                      <a:pt x="1852" y="3639"/>
                    </a:lnTo>
                    <a:cubicBezTo>
                      <a:pt x="1938" y="4023"/>
                      <a:pt x="2210" y="4353"/>
                      <a:pt x="2788" y="4353"/>
                    </a:cubicBezTo>
                    <a:cubicBezTo>
                      <a:pt x="2814" y="4354"/>
                      <a:pt x="2840" y="4354"/>
                      <a:pt x="2865" y="4354"/>
                    </a:cubicBezTo>
                    <a:cubicBezTo>
                      <a:pt x="3667" y="4354"/>
                      <a:pt x="4197" y="4168"/>
                      <a:pt x="4491" y="3894"/>
                    </a:cubicBezTo>
                    <a:lnTo>
                      <a:pt x="4491" y="3894"/>
                    </a:lnTo>
                    <a:cubicBezTo>
                      <a:pt x="4554" y="3981"/>
                      <a:pt x="4635" y="4065"/>
                      <a:pt x="4735" y="4145"/>
                    </a:cubicBezTo>
                    <a:cubicBezTo>
                      <a:pt x="4865" y="4245"/>
                      <a:pt x="5022" y="4290"/>
                      <a:pt x="5193" y="4290"/>
                    </a:cubicBezTo>
                    <a:cubicBezTo>
                      <a:pt x="6201" y="4290"/>
                      <a:pt x="7670" y="2719"/>
                      <a:pt x="6797" y="1827"/>
                    </a:cubicBezTo>
                    <a:cubicBezTo>
                      <a:pt x="6556" y="1575"/>
                      <a:pt x="6303" y="1480"/>
                      <a:pt x="6066" y="1480"/>
                    </a:cubicBezTo>
                    <a:cubicBezTo>
                      <a:pt x="6043" y="1480"/>
                      <a:pt x="6021" y="1481"/>
                      <a:pt x="5998" y="1483"/>
                    </a:cubicBezTo>
                    <a:lnTo>
                      <a:pt x="5998" y="1483"/>
                    </a:lnTo>
                    <a:cubicBezTo>
                      <a:pt x="6005" y="1034"/>
                      <a:pt x="5777" y="522"/>
                      <a:pt x="5221" y="182"/>
                    </a:cubicBezTo>
                    <a:cubicBezTo>
                      <a:pt x="5025" y="55"/>
                      <a:pt x="4830" y="1"/>
                      <a:pt x="46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47"/>
              <p:cNvSpPr/>
              <p:nvPr/>
            </p:nvSpPr>
            <p:spPr>
              <a:xfrm>
                <a:off x="1690192" y="3780733"/>
                <a:ext cx="480523" cy="316067"/>
              </a:xfrm>
              <a:custGeom>
                <a:rect b="b" l="l" r="r" t="t"/>
                <a:pathLst>
                  <a:path extrusionOk="0" h="4528" w="6884">
                    <a:moveTo>
                      <a:pt x="3430" y="650"/>
                    </a:moveTo>
                    <a:cubicBezTo>
                      <a:pt x="3662" y="835"/>
                      <a:pt x="3778" y="1160"/>
                      <a:pt x="3708" y="1461"/>
                    </a:cubicBezTo>
                    <a:cubicBezTo>
                      <a:pt x="3685" y="1553"/>
                      <a:pt x="3593" y="1646"/>
                      <a:pt x="3500" y="1646"/>
                    </a:cubicBezTo>
                    <a:cubicBezTo>
                      <a:pt x="3430" y="1646"/>
                      <a:pt x="3361" y="1623"/>
                      <a:pt x="3315" y="1577"/>
                    </a:cubicBezTo>
                    <a:cubicBezTo>
                      <a:pt x="3106" y="1391"/>
                      <a:pt x="3199" y="951"/>
                      <a:pt x="3430" y="650"/>
                    </a:cubicBezTo>
                    <a:close/>
                    <a:moveTo>
                      <a:pt x="5563" y="1646"/>
                    </a:moveTo>
                    <a:cubicBezTo>
                      <a:pt x="5563" y="2017"/>
                      <a:pt x="5308" y="2318"/>
                      <a:pt x="4960" y="2388"/>
                    </a:cubicBezTo>
                    <a:lnTo>
                      <a:pt x="4890" y="2388"/>
                    </a:lnTo>
                    <a:cubicBezTo>
                      <a:pt x="4798" y="2388"/>
                      <a:pt x="4798" y="2341"/>
                      <a:pt x="4798" y="2318"/>
                    </a:cubicBezTo>
                    <a:cubicBezTo>
                      <a:pt x="4775" y="2133"/>
                      <a:pt x="5122" y="1739"/>
                      <a:pt x="5563" y="1646"/>
                    </a:cubicBezTo>
                    <a:close/>
                    <a:moveTo>
                      <a:pt x="1924" y="2620"/>
                    </a:moveTo>
                    <a:cubicBezTo>
                      <a:pt x="1970" y="2643"/>
                      <a:pt x="2040" y="2666"/>
                      <a:pt x="2086" y="2735"/>
                    </a:cubicBezTo>
                    <a:cubicBezTo>
                      <a:pt x="2225" y="2898"/>
                      <a:pt x="2272" y="3106"/>
                      <a:pt x="2179" y="3315"/>
                    </a:cubicBezTo>
                    <a:cubicBezTo>
                      <a:pt x="2063" y="3523"/>
                      <a:pt x="1831" y="3639"/>
                      <a:pt x="1576" y="3639"/>
                    </a:cubicBezTo>
                    <a:cubicBezTo>
                      <a:pt x="1530" y="3315"/>
                      <a:pt x="1600" y="2990"/>
                      <a:pt x="1762" y="2712"/>
                    </a:cubicBezTo>
                    <a:cubicBezTo>
                      <a:pt x="1808" y="2666"/>
                      <a:pt x="1854" y="2620"/>
                      <a:pt x="1924" y="2620"/>
                    </a:cubicBezTo>
                    <a:close/>
                    <a:moveTo>
                      <a:pt x="4218" y="2898"/>
                    </a:moveTo>
                    <a:lnTo>
                      <a:pt x="4195" y="2921"/>
                    </a:lnTo>
                    <a:cubicBezTo>
                      <a:pt x="4242" y="2921"/>
                      <a:pt x="4288" y="2944"/>
                      <a:pt x="4334" y="3060"/>
                    </a:cubicBezTo>
                    <a:cubicBezTo>
                      <a:pt x="4427" y="3338"/>
                      <a:pt x="4357" y="3639"/>
                      <a:pt x="4172" y="3848"/>
                    </a:cubicBezTo>
                    <a:cubicBezTo>
                      <a:pt x="4010" y="3616"/>
                      <a:pt x="3987" y="3292"/>
                      <a:pt x="4102" y="3037"/>
                    </a:cubicBezTo>
                    <a:cubicBezTo>
                      <a:pt x="4149" y="2944"/>
                      <a:pt x="4195" y="2898"/>
                      <a:pt x="4218" y="2898"/>
                    </a:cubicBezTo>
                    <a:close/>
                    <a:moveTo>
                      <a:pt x="4311" y="140"/>
                    </a:moveTo>
                    <a:cubicBezTo>
                      <a:pt x="4496" y="140"/>
                      <a:pt x="4682" y="209"/>
                      <a:pt x="4844" y="302"/>
                    </a:cubicBezTo>
                    <a:cubicBezTo>
                      <a:pt x="5261" y="557"/>
                      <a:pt x="5539" y="997"/>
                      <a:pt x="5563" y="1484"/>
                    </a:cubicBezTo>
                    <a:cubicBezTo>
                      <a:pt x="5053" y="1577"/>
                      <a:pt x="4635" y="2040"/>
                      <a:pt x="4635" y="2318"/>
                    </a:cubicBezTo>
                    <a:cubicBezTo>
                      <a:pt x="4635" y="2445"/>
                      <a:pt x="4752" y="2553"/>
                      <a:pt x="4878" y="2553"/>
                    </a:cubicBezTo>
                    <a:cubicBezTo>
                      <a:pt x="4890" y="2553"/>
                      <a:pt x="4902" y="2552"/>
                      <a:pt x="4914" y="2550"/>
                    </a:cubicBezTo>
                    <a:lnTo>
                      <a:pt x="4983" y="2550"/>
                    </a:lnTo>
                    <a:cubicBezTo>
                      <a:pt x="5423" y="2457"/>
                      <a:pt x="5725" y="2063"/>
                      <a:pt x="5725" y="1623"/>
                    </a:cubicBezTo>
                    <a:cubicBezTo>
                      <a:pt x="5980" y="1646"/>
                      <a:pt x="6211" y="1762"/>
                      <a:pt x="6397" y="1947"/>
                    </a:cubicBezTo>
                    <a:cubicBezTo>
                      <a:pt x="6652" y="2249"/>
                      <a:pt x="6698" y="2666"/>
                      <a:pt x="6536" y="3014"/>
                    </a:cubicBezTo>
                    <a:cubicBezTo>
                      <a:pt x="6235" y="3686"/>
                      <a:pt x="5423" y="4288"/>
                      <a:pt x="4844" y="4288"/>
                    </a:cubicBezTo>
                    <a:cubicBezTo>
                      <a:pt x="4705" y="4288"/>
                      <a:pt x="4543" y="4242"/>
                      <a:pt x="4427" y="4149"/>
                    </a:cubicBezTo>
                    <a:cubicBezTo>
                      <a:pt x="4357" y="4103"/>
                      <a:pt x="4311" y="4033"/>
                      <a:pt x="4242" y="3987"/>
                    </a:cubicBezTo>
                    <a:cubicBezTo>
                      <a:pt x="4496" y="3732"/>
                      <a:pt x="4589" y="3361"/>
                      <a:pt x="4473" y="3014"/>
                    </a:cubicBezTo>
                    <a:cubicBezTo>
                      <a:pt x="4404" y="2782"/>
                      <a:pt x="4265" y="2759"/>
                      <a:pt x="4195" y="2759"/>
                    </a:cubicBezTo>
                    <a:cubicBezTo>
                      <a:pt x="4079" y="2759"/>
                      <a:pt x="3987" y="2851"/>
                      <a:pt x="3940" y="2967"/>
                    </a:cubicBezTo>
                    <a:cubicBezTo>
                      <a:pt x="3801" y="3292"/>
                      <a:pt x="3824" y="3662"/>
                      <a:pt x="4033" y="3964"/>
                    </a:cubicBezTo>
                    <a:cubicBezTo>
                      <a:pt x="3801" y="4149"/>
                      <a:pt x="3361" y="4358"/>
                      <a:pt x="2503" y="4358"/>
                    </a:cubicBezTo>
                    <a:lnTo>
                      <a:pt x="2457" y="4358"/>
                    </a:lnTo>
                    <a:cubicBezTo>
                      <a:pt x="2439" y="4359"/>
                      <a:pt x="2421" y="4359"/>
                      <a:pt x="2403" y="4359"/>
                    </a:cubicBezTo>
                    <a:cubicBezTo>
                      <a:pt x="2032" y="4359"/>
                      <a:pt x="1711" y="4133"/>
                      <a:pt x="1623" y="3801"/>
                    </a:cubicBezTo>
                    <a:cubicBezTo>
                      <a:pt x="1901" y="3801"/>
                      <a:pt x="2179" y="3639"/>
                      <a:pt x="2341" y="3384"/>
                    </a:cubicBezTo>
                    <a:cubicBezTo>
                      <a:pt x="2457" y="3106"/>
                      <a:pt x="2388" y="2805"/>
                      <a:pt x="2179" y="2596"/>
                    </a:cubicBezTo>
                    <a:cubicBezTo>
                      <a:pt x="2121" y="2492"/>
                      <a:pt x="2011" y="2440"/>
                      <a:pt x="1901" y="2440"/>
                    </a:cubicBezTo>
                    <a:cubicBezTo>
                      <a:pt x="1791" y="2440"/>
                      <a:pt x="1681" y="2492"/>
                      <a:pt x="1623" y="2596"/>
                    </a:cubicBezTo>
                    <a:cubicBezTo>
                      <a:pt x="1437" y="2898"/>
                      <a:pt x="1345" y="3245"/>
                      <a:pt x="1414" y="3593"/>
                    </a:cubicBezTo>
                    <a:cubicBezTo>
                      <a:pt x="1136" y="3547"/>
                      <a:pt x="904" y="3431"/>
                      <a:pt x="673" y="3268"/>
                    </a:cubicBezTo>
                    <a:cubicBezTo>
                      <a:pt x="325" y="3014"/>
                      <a:pt x="163" y="2527"/>
                      <a:pt x="325" y="2110"/>
                    </a:cubicBezTo>
                    <a:cubicBezTo>
                      <a:pt x="487" y="1646"/>
                      <a:pt x="904" y="1252"/>
                      <a:pt x="1275" y="1252"/>
                    </a:cubicBezTo>
                    <a:cubicBezTo>
                      <a:pt x="1368" y="1252"/>
                      <a:pt x="1437" y="1275"/>
                      <a:pt x="1530" y="1322"/>
                    </a:cubicBezTo>
                    <a:lnTo>
                      <a:pt x="1600" y="1322"/>
                    </a:lnTo>
                    <a:cubicBezTo>
                      <a:pt x="1623" y="1299"/>
                      <a:pt x="1646" y="1275"/>
                      <a:pt x="1646" y="1229"/>
                    </a:cubicBezTo>
                    <a:cubicBezTo>
                      <a:pt x="1600" y="951"/>
                      <a:pt x="1669" y="650"/>
                      <a:pt x="1831" y="395"/>
                    </a:cubicBezTo>
                    <a:cubicBezTo>
                      <a:pt x="1942" y="257"/>
                      <a:pt x="2101" y="193"/>
                      <a:pt x="2310" y="193"/>
                    </a:cubicBezTo>
                    <a:cubicBezTo>
                      <a:pt x="2452" y="193"/>
                      <a:pt x="2617" y="223"/>
                      <a:pt x="2805" y="279"/>
                    </a:cubicBezTo>
                    <a:cubicBezTo>
                      <a:pt x="2967" y="348"/>
                      <a:pt x="3129" y="418"/>
                      <a:pt x="3291" y="534"/>
                    </a:cubicBezTo>
                    <a:cubicBezTo>
                      <a:pt x="3013" y="905"/>
                      <a:pt x="2897" y="1438"/>
                      <a:pt x="3222" y="1693"/>
                    </a:cubicBezTo>
                    <a:cubicBezTo>
                      <a:pt x="3291" y="1762"/>
                      <a:pt x="3384" y="1808"/>
                      <a:pt x="3500" y="1808"/>
                    </a:cubicBezTo>
                    <a:cubicBezTo>
                      <a:pt x="3662" y="1785"/>
                      <a:pt x="3824" y="1669"/>
                      <a:pt x="3871" y="1507"/>
                    </a:cubicBezTo>
                    <a:cubicBezTo>
                      <a:pt x="3963" y="1136"/>
                      <a:pt x="3824" y="742"/>
                      <a:pt x="3523" y="511"/>
                    </a:cubicBezTo>
                    <a:cubicBezTo>
                      <a:pt x="3708" y="279"/>
                      <a:pt x="4010" y="140"/>
                      <a:pt x="4311" y="140"/>
                    </a:cubicBezTo>
                    <a:close/>
                    <a:moveTo>
                      <a:pt x="4288" y="1"/>
                    </a:moveTo>
                    <a:cubicBezTo>
                      <a:pt x="3940" y="1"/>
                      <a:pt x="3616" y="163"/>
                      <a:pt x="3407" y="418"/>
                    </a:cubicBezTo>
                    <a:cubicBezTo>
                      <a:pt x="3222" y="302"/>
                      <a:pt x="3060" y="209"/>
                      <a:pt x="2851" y="163"/>
                    </a:cubicBezTo>
                    <a:cubicBezTo>
                      <a:pt x="2655" y="92"/>
                      <a:pt x="2477" y="58"/>
                      <a:pt x="2318" y="58"/>
                    </a:cubicBezTo>
                    <a:cubicBezTo>
                      <a:pt x="2063" y="58"/>
                      <a:pt x="1858" y="145"/>
                      <a:pt x="1715" y="302"/>
                    </a:cubicBezTo>
                    <a:cubicBezTo>
                      <a:pt x="1553" y="534"/>
                      <a:pt x="1460" y="835"/>
                      <a:pt x="1484" y="1136"/>
                    </a:cubicBezTo>
                    <a:cubicBezTo>
                      <a:pt x="1414" y="1113"/>
                      <a:pt x="1345" y="1113"/>
                      <a:pt x="1275" y="1113"/>
                    </a:cubicBezTo>
                    <a:cubicBezTo>
                      <a:pt x="835" y="1113"/>
                      <a:pt x="371" y="1530"/>
                      <a:pt x="186" y="2087"/>
                    </a:cubicBezTo>
                    <a:cubicBezTo>
                      <a:pt x="0" y="2573"/>
                      <a:pt x="163" y="3129"/>
                      <a:pt x="603" y="3431"/>
                    </a:cubicBezTo>
                    <a:cubicBezTo>
                      <a:pt x="835" y="3616"/>
                      <a:pt x="1136" y="3755"/>
                      <a:pt x="1437" y="3801"/>
                    </a:cubicBezTo>
                    <a:cubicBezTo>
                      <a:pt x="1549" y="4226"/>
                      <a:pt x="1962" y="4521"/>
                      <a:pt x="2407" y="4521"/>
                    </a:cubicBezTo>
                    <a:cubicBezTo>
                      <a:pt x="2424" y="4521"/>
                      <a:pt x="2440" y="4521"/>
                      <a:pt x="2457" y="4520"/>
                    </a:cubicBezTo>
                    <a:lnTo>
                      <a:pt x="2503" y="4520"/>
                    </a:lnTo>
                    <a:cubicBezTo>
                      <a:pt x="2569" y="4525"/>
                      <a:pt x="2634" y="4528"/>
                      <a:pt x="2699" y="4528"/>
                    </a:cubicBezTo>
                    <a:cubicBezTo>
                      <a:pt x="3208" y="4528"/>
                      <a:pt x="3694" y="4370"/>
                      <a:pt x="4126" y="4103"/>
                    </a:cubicBezTo>
                    <a:cubicBezTo>
                      <a:pt x="4195" y="4172"/>
                      <a:pt x="4265" y="4242"/>
                      <a:pt x="4334" y="4288"/>
                    </a:cubicBezTo>
                    <a:cubicBezTo>
                      <a:pt x="4475" y="4389"/>
                      <a:pt x="4617" y="4455"/>
                      <a:pt x="4773" y="4455"/>
                    </a:cubicBezTo>
                    <a:cubicBezTo>
                      <a:pt x="4797" y="4455"/>
                      <a:pt x="4820" y="4453"/>
                      <a:pt x="4844" y="4450"/>
                    </a:cubicBezTo>
                    <a:cubicBezTo>
                      <a:pt x="5516" y="4450"/>
                      <a:pt x="6374" y="3825"/>
                      <a:pt x="6675" y="3106"/>
                    </a:cubicBezTo>
                    <a:cubicBezTo>
                      <a:pt x="6883" y="2689"/>
                      <a:pt x="6814" y="2179"/>
                      <a:pt x="6513" y="1855"/>
                    </a:cubicBezTo>
                    <a:cubicBezTo>
                      <a:pt x="6304" y="1623"/>
                      <a:pt x="6026" y="1484"/>
                      <a:pt x="5725" y="1484"/>
                    </a:cubicBezTo>
                    <a:cubicBezTo>
                      <a:pt x="5678" y="928"/>
                      <a:pt x="5377" y="441"/>
                      <a:pt x="4914" y="186"/>
                    </a:cubicBezTo>
                    <a:cubicBezTo>
                      <a:pt x="4728" y="70"/>
                      <a:pt x="4520" y="1"/>
                      <a:pt x="42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59" name="Google Shape;659;p47"/>
          <p:cNvGrpSpPr/>
          <p:nvPr/>
        </p:nvGrpSpPr>
        <p:grpSpPr>
          <a:xfrm>
            <a:off x="487642" y="711572"/>
            <a:ext cx="1171619" cy="1111651"/>
            <a:chOff x="487642" y="718072"/>
            <a:chExt cx="1171619" cy="1111651"/>
          </a:xfrm>
        </p:grpSpPr>
        <p:grpSp>
          <p:nvGrpSpPr>
            <p:cNvPr id="660" name="Google Shape;660;p47"/>
            <p:cNvGrpSpPr/>
            <p:nvPr/>
          </p:nvGrpSpPr>
          <p:grpSpPr>
            <a:xfrm>
              <a:off x="487642" y="722270"/>
              <a:ext cx="1171619" cy="1104526"/>
              <a:chOff x="8816588" y="3941088"/>
              <a:chExt cx="690650" cy="651100"/>
            </a:xfrm>
          </p:grpSpPr>
          <p:sp>
            <p:nvSpPr>
              <p:cNvPr id="661" name="Google Shape;661;p47"/>
              <p:cNvSpPr/>
              <p:nvPr/>
            </p:nvSpPr>
            <p:spPr>
              <a:xfrm>
                <a:off x="8832813" y="3941088"/>
                <a:ext cx="638500" cy="651100"/>
              </a:xfrm>
              <a:custGeom>
                <a:rect b="b" l="l" r="r" t="t"/>
                <a:pathLst>
                  <a:path extrusionOk="0" h="26044" w="25540">
                    <a:moveTo>
                      <a:pt x="21517" y="1"/>
                    </a:moveTo>
                    <a:cubicBezTo>
                      <a:pt x="16098" y="1"/>
                      <a:pt x="1739" y="4143"/>
                      <a:pt x="1739" y="4143"/>
                    </a:cubicBezTo>
                    <a:cubicBezTo>
                      <a:pt x="1" y="4444"/>
                      <a:pt x="2040" y="11605"/>
                      <a:pt x="2851" y="13042"/>
                    </a:cubicBezTo>
                    <a:cubicBezTo>
                      <a:pt x="3097" y="13471"/>
                      <a:pt x="3668" y="13621"/>
                      <a:pt x="4343" y="13621"/>
                    </a:cubicBezTo>
                    <a:cubicBezTo>
                      <a:pt x="5893" y="13621"/>
                      <a:pt x="7996" y="12834"/>
                      <a:pt x="7996" y="12834"/>
                    </a:cubicBezTo>
                    <a:lnTo>
                      <a:pt x="7996" y="12834"/>
                    </a:lnTo>
                    <a:cubicBezTo>
                      <a:pt x="7509" y="13204"/>
                      <a:pt x="7046" y="13645"/>
                      <a:pt x="6652" y="14155"/>
                    </a:cubicBezTo>
                    <a:cubicBezTo>
                      <a:pt x="6003" y="14943"/>
                      <a:pt x="8042" y="18071"/>
                      <a:pt x="9201" y="19068"/>
                    </a:cubicBezTo>
                    <a:cubicBezTo>
                      <a:pt x="9687" y="19494"/>
                      <a:pt x="10307" y="19628"/>
                      <a:pt x="10897" y="19628"/>
                    </a:cubicBezTo>
                    <a:cubicBezTo>
                      <a:pt x="11913" y="19628"/>
                      <a:pt x="12839" y="19230"/>
                      <a:pt x="12840" y="19230"/>
                    </a:cubicBezTo>
                    <a:lnTo>
                      <a:pt x="12840" y="19230"/>
                    </a:lnTo>
                    <a:cubicBezTo>
                      <a:pt x="12839" y="19230"/>
                      <a:pt x="11426" y="20968"/>
                      <a:pt x="11426" y="21617"/>
                    </a:cubicBezTo>
                    <a:cubicBezTo>
                      <a:pt x="11426" y="22243"/>
                      <a:pt x="16339" y="26043"/>
                      <a:pt x="16339" y="26043"/>
                    </a:cubicBezTo>
                    <a:cubicBezTo>
                      <a:pt x="16339" y="26043"/>
                      <a:pt x="16177" y="23656"/>
                      <a:pt x="16015" y="22868"/>
                    </a:cubicBezTo>
                    <a:cubicBezTo>
                      <a:pt x="15876" y="22081"/>
                      <a:pt x="18888" y="21130"/>
                      <a:pt x="18888" y="21130"/>
                    </a:cubicBezTo>
                    <a:lnTo>
                      <a:pt x="18239" y="18419"/>
                    </a:lnTo>
                    <a:cubicBezTo>
                      <a:pt x="18239" y="18419"/>
                      <a:pt x="22527" y="16843"/>
                      <a:pt x="22527" y="15893"/>
                    </a:cubicBezTo>
                    <a:cubicBezTo>
                      <a:pt x="22527" y="14943"/>
                      <a:pt x="21577" y="10655"/>
                      <a:pt x="21577" y="10655"/>
                    </a:cubicBezTo>
                    <a:lnTo>
                      <a:pt x="25540" y="9381"/>
                    </a:lnTo>
                    <a:cubicBezTo>
                      <a:pt x="25540" y="9381"/>
                      <a:pt x="24914" y="2706"/>
                      <a:pt x="23477" y="504"/>
                    </a:cubicBezTo>
                    <a:cubicBezTo>
                      <a:pt x="23252" y="150"/>
                      <a:pt x="22545" y="1"/>
                      <a:pt x="215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47"/>
              <p:cNvSpPr/>
              <p:nvPr/>
            </p:nvSpPr>
            <p:spPr>
              <a:xfrm>
                <a:off x="8816588" y="4183463"/>
                <a:ext cx="159925" cy="41975"/>
              </a:xfrm>
              <a:custGeom>
                <a:rect b="b" l="l" r="r" t="t"/>
                <a:pathLst>
                  <a:path extrusionOk="0" h="1679" w="6397">
                    <a:moveTo>
                      <a:pt x="6307" y="1"/>
                    </a:moveTo>
                    <a:cubicBezTo>
                      <a:pt x="6297" y="1"/>
                      <a:pt x="6287" y="4"/>
                      <a:pt x="6281" y="10"/>
                    </a:cubicBezTo>
                    <a:cubicBezTo>
                      <a:pt x="6239" y="31"/>
                      <a:pt x="2632" y="1520"/>
                      <a:pt x="1027" y="1520"/>
                    </a:cubicBezTo>
                    <a:cubicBezTo>
                      <a:pt x="863" y="1520"/>
                      <a:pt x="720" y="1504"/>
                      <a:pt x="603" y="1470"/>
                    </a:cubicBezTo>
                    <a:cubicBezTo>
                      <a:pt x="418" y="1400"/>
                      <a:pt x="186" y="1308"/>
                      <a:pt x="186" y="1146"/>
                    </a:cubicBezTo>
                    <a:cubicBezTo>
                      <a:pt x="163" y="891"/>
                      <a:pt x="742" y="497"/>
                      <a:pt x="1090" y="311"/>
                    </a:cubicBezTo>
                    <a:cubicBezTo>
                      <a:pt x="1168" y="292"/>
                      <a:pt x="1114" y="157"/>
                      <a:pt x="1054" y="157"/>
                    </a:cubicBezTo>
                    <a:cubicBezTo>
                      <a:pt x="1043" y="157"/>
                      <a:pt x="1031" y="161"/>
                      <a:pt x="1020" y="172"/>
                    </a:cubicBezTo>
                    <a:cubicBezTo>
                      <a:pt x="928" y="219"/>
                      <a:pt x="1" y="705"/>
                      <a:pt x="24" y="1169"/>
                    </a:cubicBezTo>
                    <a:cubicBezTo>
                      <a:pt x="47" y="1354"/>
                      <a:pt x="232" y="1516"/>
                      <a:pt x="557" y="1609"/>
                    </a:cubicBezTo>
                    <a:cubicBezTo>
                      <a:pt x="719" y="1655"/>
                      <a:pt x="881" y="1679"/>
                      <a:pt x="1044" y="1679"/>
                    </a:cubicBezTo>
                    <a:cubicBezTo>
                      <a:pt x="2689" y="1679"/>
                      <a:pt x="6165" y="219"/>
                      <a:pt x="6327" y="149"/>
                    </a:cubicBezTo>
                    <a:cubicBezTo>
                      <a:pt x="6374" y="149"/>
                      <a:pt x="6397" y="103"/>
                      <a:pt x="6374" y="56"/>
                    </a:cubicBezTo>
                    <a:cubicBezTo>
                      <a:pt x="6374" y="22"/>
                      <a:pt x="6337" y="1"/>
                      <a:pt x="63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47"/>
              <p:cNvSpPr/>
              <p:nvPr/>
            </p:nvSpPr>
            <p:spPr>
              <a:xfrm>
                <a:off x="8854838" y="4217663"/>
                <a:ext cx="147750" cy="36175"/>
              </a:xfrm>
              <a:custGeom>
                <a:rect b="b" l="l" r="r" t="t"/>
                <a:pathLst>
                  <a:path extrusionOk="0" h="1447" w="5910">
                    <a:moveTo>
                      <a:pt x="5817" y="0"/>
                    </a:moveTo>
                    <a:cubicBezTo>
                      <a:pt x="5808" y="0"/>
                      <a:pt x="5800" y="3"/>
                      <a:pt x="5794" y="9"/>
                    </a:cubicBezTo>
                    <a:cubicBezTo>
                      <a:pt x="4682" y="519"/>
                      <a:pt x="3523" y="913"/>
                      <a:pt x="2341" y="1145"/>
                    </a:cubicBezTo>
                    <a:cubicBezTo>
                      <a:pt x="1823" y="1247"/>
                      <a:pt x="1425" y="1284"/>
                      <a:pt x="1120" y="1284"/>
                    </a:cubicBezTo>
                    <a:cubicBezTo>
                      <a:pt x="320" y="1284"/>
                      <a:pt x="162" y="1029"/>
                      <a:pt x="162" y="1029"/>
                    </a:cubicBezTo>
                    <a:cubicBezTo>
                      <a:pt x="145" y="995"/>
                      <a:pt x="128" y="974"/>
                      <a:pt x="102" y="974"/>
                    </a:cubicBezTo>
                    <a:cubicBezTo>
                      <a:pt x="93" y="974"/>
                      <a:pt x="82" y="976"/>
                      <a:pt x="70" y="983"/>
                    </a:cubicBezTo>
                    <a:cubicBezTo>
                      <a:pt x="23" y="1006"/>
                      <a:pt x="0" y="1052"/>
                      <a:pt x="23" y="1099"/>
                    </a:cubicBezTo>
                    <a:cubicBezTo>
                      <a:pt x="47" y="1145"/>
                      <a:pt x="209" y="1446"/>
                      <a:pt x="1089" y="1446"/>
                    </a:cubicBezTo>
                    <a:cubicBezTo>
                      <a:pt x="1530" y="1423"/>
                      <a:pt x="1947" y="1377"/>
                      <a:pt x="2387" y="1284"/>
                    </a:cubicBezTo>
                    <a:cubicBezTo>
                      <a:pt x="3569" y="1052"/>
                      <a:pt x="4751" y="681"/>
                      <a:pt x="5864" y="148"/>
                    </a:cubicBezTo>
                    <a:cubicBezTo>
                      <a:pt x="5887" y="148"/>
                      <a:pt x="5910" y="79"/>
                      <a:pt x="5887" y="56"/>
                    </a:cubicBezTo>
                    <a:cubicBezTo>
                      <a:pt x="5870" y="22"/>
                      <a:pt x="5840" y="0"/>
                      <a:pt x="58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47"/>
              <p:cNvSpPr/>
              <p:nvPr/>
            </p:nvSpPr>
            <p:spPr>
              <a:xfrm>
                <a:off x="9373963" y="4061588"/>
                <a:ext cx="133275" cy="65350"/>
              </a:xfrm>
              <a:custGeom>
                <a:rect b="b" l="l" r="r" t="t"/>
                <a:pathLst>
                  <a:path extrusionOk="0" h="2614" w="5331">
                    <a:moveTo>
                      <a:pt x="4699" y="1"/>
                    </a:moveTo>
                    <a:cubicBezTo>
                      <a:pt x="4332" y="1"/>
                      <a:pt x="3905" y="106"/>
                      <a:pt x="3778" y="134"/>
                    </a:cubicBezTo>
                    <a:cubicBezTo>
                      <a:pt x="3692" y="155"/>
                      <a:pt x="3705" y="276"/>
                      <a:pt x="3799" y="276"/>
                    </a:cubicBezTo>
                    <a:cubicBezTo>
                      <a:pt x="3807" y="276"/>
                      <a:pt x="3815" y="275"/>
                      <a:pt x="3824" y="273"/>
                    </a:cubicBezTo>
                    <a:cubicBezTo>
                      <a:pt x="4086" y="221"/>
                      <a:pt x="4422" y="176"/>
                      <a:pt x="4685" y="176"/>
                    </a:cubicBezTo>
                    <a:cubicBezTo>
                      <a:pt x="4888" y="176"/>
                      <a:pt x="5048" y="203"/>
                      <a:pt x="5099" y="273"/>
                    </a:cubicBezTo>
                    <a:cubicBezTo>
                      <a:pt x="5145" y="343"/>
                      <a:pt x="5099" y="482"/>
                      <a:pt x="4960" y="644"/>
                    </a:cubicBezTo>
                    <a:cubicBezTo>
                      <a:pt x="4241" y="1548"/>
                      <a:pt x="116" y="2452"/>
                      <a:pt x="93" y="2452"/>
                    </a:cubicBezTo>
                    <a:cubicBezTo>
                      <a:pt x="47" y="2475"/>
                      <a:pt x="0" y="2521"/>
                      <a:pt x="23" y="2567"/>
                    </a:cubicBezTo>
                    <a:cubicBezTo>
                      <a:pt x="23" y="2591"/>
                      <a:pt x="70" y="2614"/>
                      <a:pt x="93" y="2614"/>
                    </a:cubicBezTo>
                    <a:lnTo>
                      <a:pt x="116" y="2614"/>
                    </a:lnTo>
                    <a:cubicBezTo>
                      <a:pt x="301" y="2567"/>
                      <a:pt x="4334" y="1687"/>
                      <a:pt x="5099" y="737"/>
                    </a:cubicBezTo>
                    <a:cubicBezTo>
                      <a:pt x="5284" y="505"/>
                      <a:pt x="5330" y="319"/>
                      <a:pt x="5238" y="180"/>
                    </a:cubicBezTo>
                    <a:cubicBezTo>
                      <a:pt x="5147" y="44"/>
                      <a:pt x="4935" y="1"/>
                      <a:pt x="46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47"/>
              <p:cNvSpPr/>
              <p:nvPr/>
            </p:nvSpPr>
            <p:spPr>
              <a:xfrm>
                <a:off x="9383813" y="4117713"/>
                <a:ext cx="117050" cy="45150"/>
              </a:xfrm>
              <a:custGeom>
                <a:rect b="b" l="l" r="r" t="t"/>
                <a:pathLst>
                  <a:path extrusionOk="0" h="1806" w="4682">
                    <a:moveTo>
                      <a:pt x="4151" y="1"/>
                    </a:moveTo>
                    <a:cubicBezTo>
                      <a:pt x="3943" y="1"/>
                      <a:pt x="3734" y="43"/>
                      <a:pt x="3662" y="68"/>
                    </a:cubicBezTo>
                    <a:cubicBezTo>
                      <a:pt x="3576" y="89"/>
                      <a:pt x="3589" y="209"/>
                      <a:pt x="3683" y="209"/>
                    </a:cubicBezTo>
                    <a:cubicBezTo>
                      <a:pt x="3691" y="209"/>
                      <a:pt x="3699" y="208"/>
                      <a:pt x="3708" y="207"/>
                    </a:cubicBezTo>
                    <a:cubicBezTo>
                      <a:pt x="3836" y="183"/>
                      <a:pt x="4009" y="166"/>
                      <a:pt x="4160" y="166"/>
                    </a:cubicBezTo>
                    <a:cubicBezTo>
                      <a:pt x="4311" y="166"/>
                      <a:pt x="4438" y="183"/>
                      <a:pt x="4473" y="230"/>
                    </a:cubicBezTo>
                    <a:cubicBezTo>
                      <a:pt x="4519" y="299"/>
                      <a:pt x="4450" y="392"/>
                      <a:pt x="4403" y="462"/>
                    </a:cubicBezTo>
                    <a:cubicBezTo>
                      <a:pt x="4079" y="948"/>
                      <a:pt x="1159" y="1481"/>
                      <a:pt x="70" y="1643"/>
                    </a:cubicBezTo>
                    <a:cubicBezTo>
                      <a:pt x="23" y="1643"/>
                      <a:pt x="0" y="1690"/>
                      <a:pt x="0" y="1736"/>
                    </a:cubicBezTo>
                    <a:cubicBezTo>
                      <a:pt x="0" y="1782"/>
                      <a:pt x="46" y="1806"/>
                      <a:pt x="70" y="1806"/>
                    </a:cubicBezTo>
                    <a:lnTo>
                      <a:pt x="93" y="1806"/>
                    </a:lnTo>
                    <a:cubicBezTo>
                      <a:pt x="510" y="1736"/>
                      <a:pt x="4102" y="1203"/>
                      <a:pt x="4542" y="554"/>
                    </a:cubicBezTo>
                    <a:cubicBezTo>
                      <a:pt x="4658" y="392"/>
                      <a:pt x="4682" y="253"/>
                      <a:pt x="4612" y="160"/>
                    </a:cubicBezTo>
                    <a:cubicBezTo>
                      <a:pt x="4534" y="38"/>
                      <a:pt x="4343" y="1"/>
                      <a:pt x="41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47"/>
              <p:cNvSpPr/>
              <p:nvPr/>
            </p:nvSpPr>
            <p:spPr>
              <a:xfrm>
                <a:off x="9269088" y="4249213"/>
                <a:ext cx="162825" cy="74725"/>
              </a:xfrm>
              <a:custGeom>
                <a:rect b="b" l="l" r="r" t="t"/>
                <a:pathLst>
                  <a:path extrusionOk="0" h="2989" w="6513">
                    <a:moveTo>
                      <a:pt x="5780" y="1"/>
                    </a:moveTo>
                    <a:cubicBezTo>
                      <a:pt x="5437" y="1"/>
                      <a:pt x="5073" y="66"/>
                      <a:pt x="4960" y="91"/>
                    </a:cubicBezTo>
                    <a:cubicBezTo>
                      <a:pt x="4873" y="113"/>
                      <a:pt x="4888" y="256"/>
                      <a:pt x="4984" y="256"/>
                    </a:cubicBezTo>
                    <a:cubicBezTo>
                      <a:pt x="4991" y="256"/>
                      <a:pt x="4999" y="255"/>
                      <a:pt x="5006" y="254"/>
                    </a:cubicBezTo>
                    <a:cubicBezTo>
                      <a:pt x="5238" y="207"/>
                      <a:pt x="5534" y="173"/>
                      <a:pt x="5786" y="173"/>
                    </a:cubicBezTo>
                    <a:cubicBezTo>
                      <a:pt x="6038" y="173"/>
                      <a:pt x="6246" y="207"/>
                      <a:pt x="6304" y="300"/>
                    </a:cubicBezTo>
                    <a:cubicBezTo>
                      <a:pt x="6350" y="370"/>
                      <a:pt x="6258" y="509"/>
                      <a:pt x="6188" y="601"/>
                    </a:cubicBezTo>
                    <a:cubicBezTo>
                      <a:pt x="5516" y="1412"/>
                      <a:pt x="116" y="2803"/>
                      <a:pt x="70" y="2826"/>
                    </a:cubicBezTo>
                    <a:cubicBezTo>
                      <a:pt x="24" y="2826"/>
                      <a:pt x="0" y="2872"/>
                      <a:pt x="0" y="2919"/>
                    </a:cubicBezTo>
                    <a:cubicBezTo>
                      <a:pt x="24" y="2965"/>
                      <a:pt x="47" y="2988"/>
                      <a:pt x="93" y="2988"/>
                    </a:cubicBezTo>
                    <a:lnTo>
                      <a:pt x="116" y="2988"/>
                    </a:lnTo>
                    <a:cubicBezTo>
                      <a:pt x="325" y="2919"/>
                      <a:pt x="5609" y="1575"/>
                      <a:pt x="6304" y="694"/>
                    </a:cubicBezTo>
                    <a:cubicBezTo>
                      <a:pt x="6466" y="509"/>
                      <a:pt x="6513" y="346"/>
                      <a:pt x="6443" y="207"/>
                    </a:cubicBezTo>
                    <a:cubicBezTo>
                      <a:pt x="6347" y="48"/>
                      <a:pt x="6071" y="1"/>
                      <a:pt x="57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47"/>
              <p:cNvSpPr/>
              <p:nvPr/>
            </p:nvSpPr>
            <p:spPr>
              <a:xfrm>
                <a:off x="9011838" y="4376988"/>
                <a:ext cx="130975" cy="47400"/>
              </a:xfrm>
              <a:custGeom>
                <a:rect b="b" l="l" r="r" t="t"/>
                <a:pathLst>
                  <a:path extrusionOk="0" h="1896" w="5239">
                    <a:moveTo>
                      <a:pt x="5136" y="0"/>
                    </a:moveTo>
                    <a:cubicBezTo>
                      <a:pt x="5124" y="0"/>
                      <a:pt x="5112" y="3"/>
                      <a:pt x="5099" y="9"/>
                    </a:cubicBezTo>
                    <a:cubicBezTo>
                      <a:pt x="4141" y="530"/>
                      <a:pt x="1683" y="1726"/>
                      <a:pt x="759" y="1726"/>
                    </a:cubicBezTo>
                    <a:cubicBezTo>
                      <a:pt x="656" y="1726"/>
                      <a:pt x="571" y="1711"/>
                      <a:pt x="511" y="1678"/>
                    </a:cubicBezTo>
                    <a:cubicBezTo>
                      <a:pt x="348" y="1632"/>
                      <a:pt x="232" y="1493"/>
                      <a:pt x="209" y="1330"/>
                    </a:cubicBezTo>
                    <a:cubicBezTo>
                      <a:pt x="163" y="1006"/>
                      <a:pt x="603" y="612"/>
                      <a:pt x="603" y="612"/>
                    </a:cubicBezTo>
                    <a:cubicBezTo>
                      <a:pt x="626" y="589"/>
                      <a:pt x="626" y="543"/>
                      <a:pt x="603" y="519"/>
                    </a:cubicBezTo>
                    <a:cubicBezTo>
                      <a:pt x="580" y="496"/>
                      <a:pt x="557" y="485"/>
                      <a:pt x="537" y="485"/>
                    </a:cubicBezTo>
                    <a:cubicBezTo>
                      <a:pt x="516" y="485"/>
                      <a:pt x="499" y="496"/>
                      <a:pt x="487" y="519"/>
                    </a:cubicBezTo>
                    <a:cubicBezTo>
                      <a:pt x="464" y="519"/>
                      <a:pt x="1" y="936"/>
                      <a:pt x="47" y="1354"/>
                    </a:cubicBezTo>
                    <a:cubicBezTo>
                      <a:pt x="93" y="1562"/>
                      <a:pt x="232" y="1748"/>
                      <a:pt x="418" y="1840"/>
                    </a:cubicBezTo>
                    <a:cubicBezTo>
                      <a:pt x="486" y="1874"/>
                      <a:pt x="566" y="1896"/>
                      <a:pt x="650" y="1896"/>
                    </a:cubicBezTo>
                    <a:cubicBezTo>
                      <a:pt x="680" y="1896"/>
                      <a:pt x="711" y="1893"/>
                      <a:pt x="742" y="1887"/>
                    </a:cubicBezTo>
                    <a:cubicBezTo>
                      <a:pt x="1206" y="1887"/>
                      <a:pt x="2017" y="1655"/>
                      <a:pt x="3129" y="1145"/>
                    </a:cubicBezTo>
                    <a:cubicBezTo>
                      <a:pt x="4195" y="682"/>
                      <a:pt x="5169" y="149"/>
                      <a:pt x="5169" y="149"/>
                    </a:cubicBezTo>
                    <a:cubicBezTo>
                      <a:pt x="5215" y="125"/>
                      <a:pt x="5238" y="79"/>
                      <a:pt x="5215" y="56"/>
                    </a:cubicBezTo>
                    <a:cubicBezTo>
                      <a:pt x="5198" y="22"/>
                      <a:pt x="5169" y="0"/>
                      <a:pt x="51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47"/>
              <p:cNvSpPr/>
              <p:nvPr/>
            </p:nvSpPr>
            <p:spPr>
              <a:xfrm>
                <a:off x="9309638" y="4292438"/>
                <a:ext cx="119375" cy="47725"/>
              </a:xfrm>
              <a:custGeom>
                <a:rect b="b" l="l" r="r" t="t"/>
                <a:pathLst>
                  <a:path extrusionOk="0" h="1909" w="4775">
                    <a:moveTo>
                      <a:pt x="3887" y="1"/>
                    </a:moveTo>
                    <a:cubicBezTo>
                      <a:pt x="3741" y="1"/>
                      <a:pt x="3621" y="8"/>
                      <a:pt x="3570" y="8"/>
                    </a:cubicBezTo>
                    <a:cubicBezTo>
                      <a:pt x="3523" y="8"/>
                      <a:pt x="3477" y="54"/>
                      <a:pt x="3500" y="77"/>
                    </a:cubicBezTo>
                    <a:cubicBezTo>
                      <a:pt x="3500" y="124"/>
                      <a:pt x="3523" y="170"/>
                      <a:pt x="3570" y="170"/>
                    </a:cubicBezTo>
                    <a:cubicBezTo>
                      <a:pt x="3680" y="159"/>
                      <a:pt x="3794" y="153"/>
                      <a:pt x="3905" y="153"/>
                    </a:cubicBezTo>
                    <a:cubicBezTo>
                      <a:pt x="4236" y="153"/>
                      <a:pt x="4531" y="205"/>
                      <a:pt x="4566" y="309"/>
                    </a:cubicBezTo>
                    <a:cubicBezTo>
                      <a:pt x="4589" y="332"/>
                      <a:pt x="4543" y="425"/>
                      <a:pt x="4474" y="495"/>
                    </a:cubicBezTo>
                    <a:cubicBezTo>
                      <a:pt x="3917" y="1051"/>
                      <a:pt x="93" y="1746"/>
                      <a:pt x="70" y="1746"/>
                    </a:cubicBezTo>
                    <a:cubicBezTo>
                      <a:pt x="24" y="1746"/>
                      <a:pt x="1" y="1792"/>
                      <a:pt x="1" y="1839"/>
                    </a:cubicBezTo>
                    <a:cubicBezTo>
                      <a:pt x="1" y="1885"/>
                      <a:pt x="47" y="1908"/>
                      <a:pt x="70" y="1908"/>
                    </a:cubicBezTo>
                    <a:lnTo>
                      <a:pt x="93" y="1908"/>
                    </a:lnTo>
                    <a:cubicBezTo>
                      <a:pt x="256" y="1885"/>
                      <a:pt x="4010" y="1190"/>
                      <a:pt x="4589" y="610"/>
                    </a:cubicBezTo>
                    <a:cubicBezTo>
                      <a:pt x="4728" y="471"/>
                      <a:pt x="4775" y="356"/>
                      <a:pt x="4728" y="240"/>
                    </a:cubicBezTo>
                    <a:cubicBezTo>
                      <a:pt x="4633" y="34"/>
                      <a:pt x="4202" y="1"/>
                      <a:pt x="38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47"/>
              <p:cNvSpPr/>
              <p:nvPr/>
            </p:nvSpPr>
            <p:spPr>
              <a:xfrm>
                <a:off x="9112063" y="3951213"/>
                <a:ext cx="366200" cy="95200"/>
              </a:xfrm>
              <a:custGeom>
                <a:rect b="b" l="l" r="r" t="t"/>
                <a:pathLst>
                  <a:path extrusionOk="0" h="3808" w="14648">
                    <a:moveTo>
                      <a:pt x="13599" y="0"/>
                    </a:moveTo>
                    <a:cubicBezTo>
                      <a:pt x="13222" y="0"/>
                      <a:pt x="12855" y="42"/>
                      <a:pt x="12724" y="53"/>
                    </a:cubicBezTo>
                    <a:cubicBezTo>
                      <a:pt x="12631" y="76"/>
                      <a:pt x="12655" y="215"/>
                      <a:pt x="12747" y="215"/>
                    </a:cubicBezTo>
                    <a:cubicBezTo>
                      <a:pt x="12986" y="187"/>
                      <a:pt x="13291" y="166"/>
                      <a:pt x="13579" y="166"/>
                    </a:cubicBezTo>
                    <a:cubicBezTo>
                      <a:pt x="13990" y="166"/>
                      <a:pt x="14367" y="208"/>
                      <a:pt x="14462" y="331"/>
                    </a:cubicBezTo>
                    <a:cubicBezTo>
                      <a:pt x="14462" y="354"/>
                      <a:pt x="14485" y="401"/>
                      <a:pt x="14416" y="517"/>
                    </a:cubicBezTo>
                    <a:cubicBezTo>
                      <a:pt x="14138" y="1003"/>
                      <a:pt x="5679" y="2649"/>
                      <a:pt x="94" y="3645"/>
                    </a:cubicBezTo>
                    <a:cubicBezTo>
                      <a:pt x="47" y="3668"/>
                      <a:pt x="1" y="3692"/>
                      <a:pt x="24" y="3738"/>
                    </a:cubicBezTo>
                    <a:cubicBezTo>
                      <a:pt x="24" y="3784"/>
                      <a:pt x="71" y="3807"/>
                      <a:pt x="94" y="3807"/>
                    </a:cubicBezTo>
                    <a:lnTo>
                      <a:pt x="117" y="3807"/>
                    </a:lnTo>
                    <a:cubicBezTo>
                      <a:pt x="1554" y="3553"/>
                      <a:pt x="14138" y="1305"/>
                      <a:pt x="14555" y="609"/>
                    </a:cubicBezTo>
                    <a:cubicBezTo>
                      <a:pt x="14625" y="493"/>
                      <a:pt x="14648" y="354"/>
                      <a:pt x="14578" y="262"/>
                    </a:cubicBezTo>
                    <a:cubicBezTo>
                      <a:pt x="14456" y="53"/>
                      <a:pt x="14021" y="0"/>
                      <a:pt x="135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47"/>
              <p:cNvSpPr/>
              <p:nvPr/>
            </p:nvSpPr>
            <p:spPr>
              <a:xfrm>
                <a:off x="8825863" y="4059488"/>
                <a:ext cx="178475" cy="46025"/>
              </a:xfrm>
              <a:custGeom>
                <a:rect b="b" l="l" r="r" t="t"/>
                <a:pathLst>
                  <a:path extrusionOk="0" h="1841" w="7139">
                    <a:moveTo>
                      <a:pt x="7059" y="0"/>
                    </a:moveTo>
                    <a:cubicBezTo>
                      <a:pt x="7047" y="0"/>
                      <a:pt x="7035" y="3"/>
                      <a:pt x="7023" y="9"/>
                    </a:cubicBezTo>
                    <a:cubicBezTo>
                      <a:pt x="5185" y="608"/>
                      <a:pt x="1712" y="1679"/>
                      <a:pt x="673" y="1679"/>
                    </a:cubicBezTo>
                    <a:cubicBezTo>
                      <a:pt x="585" y="1679"/>
                      <a:pt x="515" y="1671"/>
                      <a:pt x="464" y="1655"/>
                    </a:cubicBezTo>
                    <a:cubicBezTo>
                      <a:pt x="255" y="1585"/>
                      <a:pt x="255" y="1493"/>
                      <a:pt x="255" y="1470"/>
                    </a:cubicBezTo>
                    <a:cubicBezTo>
                      <a:pt x="186" y="1215"/>
                      <a:pt x="696" y="705"/>
                      <a:pt x="1020" y="473"/>
                    </a:cubicBezTo>
                    <a:cubicBezTo>
                      <a:pt x="1079" y="415"/>
                      <a:pt x="1022" y="323"/>
                      <a:pt x="962" y="323"/>
                    </a:cubicBezTo>
                    <a:cubicBezTo>
                      <a:pt x="950" y="323"/>
                      <a:pt x="939" y="327"/>
                      <a:pt x="927" y="334"/>
                    </a:cubicBezTo>
                    <a:cubicBezTo>
                      <a:pt x="812" y="403"/>
                      <a:pt x="0" y="1052"/>
                      <a:pt x="93" y="1493"/>
                    </a:cubicBezTo>
                    <a:cubicBezTo>
                      <a:pt x="116" y="1655"/>
                      <a:pt x="255" y="1771"/>
                      <a:pt x="418" y="1794"/>
                    </a:cubicBezTo>
                    <a:cubicBezTo>
                      <a:pt x="487" y="1817"/>
                      <a:pt x="580" y="1840"/>
                      <a:pt x="649" y="1840"/>
                    </a:cubicBezTo>
                    <a:cubicBezTo>
                      <a:pt x="2017" y="1840"/>
                      <a:pt x="6860" y="241"/>
                      <a:pt x="7069" y="149"/>
                    </a:cubicBezTo>
                    <a:cubicBezTo>
                      <a:pt x="7115" y="149"/>
                      <a:pt x="7138" y="102"/>
                      <a:pt x="7115" y="56"/>
                    </a:cubicBezTo>
                    <a:cubicBezTo>
                      <a:pt x="7115" y="22"/>
                      <a:pt x="7090" y="0"/>
                      <a:pt x="70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47"/>
              <p:cNvSpPr/>
              <p:nvPr/>
            </p:nvSpPr>
            <p:spPr>
              <a:xfrm>
                <a:off x="9207663" y="4417188"/>
                <a:ext cx="124025" cy="52750"/>
              </a:xfrm>
              <a:custGeom>
                <a:rect b="b" l="l" r="r" t="t"/>
                <a:pathLst>
                  <a:path extrusionOk="0" h="2110" w="4961">
                    <a:moveTo>
                      <a:pt x="4372" y="1"/>
                    </a:moveTo>
                    <a:cubicBezTo>
                      <a:pt x="4155" y="1"/>
                      <a:pt x="3941" y="35"/>
                      <a:pt x="3871" y="47"/>
                    </a:cubicBezTo>
                    <a:cubicBezTo>
                      <a:pt x="3785" y="47"/>
                      <a:pt x="3799" y="188"/>
                      <a:pt x="3896" y="188"/>
                    </a:cubicBezTo>
                    <a:cubicBezTo>
                      <a:pt x="3902" y="188"/>
                      <a:pt x="3910" y="188"/>
                      <a:pt x="3917" y="186"/>
                    </a:cubicBezTo>
                    <a:cubicBezTo>
                      <a:pt x="4046" y="164"/>
                      <a:pt x="4220" y="148"/>
                      <a:pt x="4376" y="148"/>
                    </a:cubicBezTo>
                    <a:cubicBezTo>
                      <a:pt x="4557" y="148"/>
                      <a:pt x="4714" y="170"/>
                      <a:pt x="4752" y="232"/>
                    </a:cubicBezTo>
                    <a:cubicBezTo>
                      <a:pt x="4775" y="279"/>
                      <a:pt x="4752" y="348"/>
                      <a:pt x="4729" y="395"/>
                    </a:cubicBezTo>
                    <a:cubicBezTo>
                      <a:pt x="4497" y="765"/>
                      <a:pt x="1809" y="1530"/>
                      <a:pt x="70" y="1947"/>
                    </a:cubicBezTo>
                    <a:cubicBezTo>
                      <a:pt x="24" y="1947"/>
                      <a:pt x="1" y="1994"/>
                      <a:pt x="1" y="2040"/>
                    </a:cubicBezTo>
                    <a:cubicBezTo>
                      <a:pt x="24" y="2086"/>
                      <a:pt x="47" y="2110"/>
                      <a:pt x="94" y="2110"/>
                    </a:cubicBezTo>
                    <a:cubicBezTo>
                      <a:pt x="557" y="1994"/>
                      <a:pt x="4543" y="1020"/>
                      <a:pt x="4868" y="487"/>
                    </a:cubicBezTo>
                    <a:cubicBezTo>
                      <a:pt x="4960" y="325"/>
                      <a:pt x="4937" y="209"/>
                      <a:pt x="4891" y="163"/>
                    </a:cubicBezTo>
                    <a:cubicBezTo>
                      <a:pt x="4810" y="35"/>
                      <a:pt x="4590" y="1"/>
                      <a:pt x="43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47"/>
              <p:cNvSpPr/>
              <p:nvPr/>
            </p:nvSpPr>
            <p:spPr>
              <a:xfrm>
                <a:off x="8985188" y="4345163"/>
                <a:ext cx="170100" cy="44825"/>
              </a:xfrm>
              <a:custGeom>
                <a:rect b="b" l="l" r="r" t="t"/>
                <a:pathLst>
                  <a:path extrusionOk="0" h="1793" w="6804">
                    <a:moveTo>
                      <a:pt x="6682" y="0"/>
                    </a:moveTo>
                    <a:cubicBezTo>
                      <a:pt x="6672" y="0"/>
                      <a:pt x="6662" y="3"/>
                      <a:pt x="6652" y="8"/>
                    </a:cubicBezTo>
                    <a:cubicBezTo>
                      <a:pt x="5290" y="497"/>
                      <a:pt x="1799" y="1612"/>
                      <a:pt x="734" y="1612"/>
                    </a:cubicBezTo>
                    <a:cubicBezTo>
                      <a:pt x="639" y="1612"/>
                      <a:pt x="564" y="1603"/>
                      <a:pt x="510" y="1584"/>
                    </a:cubicBezTo>
                    <a:cubicBezTo>
                      <a:pt x="348" y="1537"/>
                      <a:pt x="279" y="1468"/>
                      <a:pt x="256" y="1352"/>
                    </a:cubicBezTo>
                    <a:cubicBezTo>
                      <a:pt x="186" y="1051"/>
                      <a:pt x="603" y="587"/>
                      <a:pt x="789" y="448"/>
                    </a:cubicBezTo>
                    <a:cubicBezTo>
                      <a:pt x="812" y="425"/>
                      <a:pt x="812" y="355"/>
                      <a:pt x="789" y="332"/>
                    </a:cubicBezTo>
                    <a:cubicBezTo>
                      <a:pt x="765" y="321"/>
                      <a:pt x="742" y="315"/>
                      <a:pt x="722" y="315"/>
                    </a:cubicBezTo>
                    <a:cubicBezTo>
                      <a:pt x="702" y="315"/>
                      <a:pt x="684" y="321"/>
                      <a:pt x="673" y="332"/>
                    </a:cubicBezTo>
                    <a:cubicBezTo>
                      <a:pt x="650" y="355"/>
                      <a:pt x="1" y="958"/>
                      <a:pt x="93" y="1398"/>
                    </a:cubicBezTo>
                    <a:cubicBezTo>
                      <a:pt x="140" y="1561"/>
                      <a:pt x="279" y="1700"/>
                      <a:pt x="441" y="1746"/>
                    </a:cubicBezTo>
                    <a:cubicBezTo>
                      <a:pt x="534" y="1769"/>
                      <a:pt x="626" y="1792"/>
                      <a:pt x="719" y="1792"/>
                    </a:cubicBezTo>
                    <a:cubicBezTo>
                      <a:pt x="2063" y="1792"/>
                      <a:pt x="6513" y="240"/>
                      <a:pt x="6721" y="170"/>
                    </a:cubicBezTo>
                    <a:cubicBezTo>
                      <a:pt x="6804" y="149"/>
                      <a:pt x="6758" y="0"/>
                      <a:pt x="66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47"/>
              <p:cNvSpPr/>
              <p:nvPr/>
            </p:nvSpPr>
            <p:spPr>
              <a:xfrm>
                <a:off x="9096438" y="4478213"/>
                <a:ext cx="120300" cy="30050"/>
              </a:xfrm>
              <a:custGeom>
                <a:rect b="b" l="l" r="r" t="t"/>
                <a:pathLst>
                  <a:path extrusionOk="0" h="1202" w="4812">
                    <a:moveTo>
                      <a:pt x="405" y="1"/>
                    </a:moveTo>
                    <a:cubicBezTo>
                      <a:pt x="383" y="1"/>
                      <a:pt x="361" y="12"/>
                      <a:pt x="348" y="39"/>
                    </a:cubicBezTo>
                    <a:cubicBezTo>
                      <a:pt x="302" y="109"/>
                      <a:pt x="0" y="665"/>
                      <a:pt x="209" y="989"/>
                    </a:cubicBezTo>
                    <a:cubicBezTo>
                      <a:pt x="292" y="1114"/>
                      <a:pt x="431" y="1202"/>
                      <a:pt x="593" y="1202"/>
                    </a:cubicBezTo>
                    <a:cubicBezTo>
                      <a:pt x="611" y="1202"/>
                      <a:pt x="630" y="1200"/>
                      <a:pt x="649" y="1198"/>
                    </a:cubicBezTo>
                    <a:cubicBezTo>
                      <a:pt x="1437" y="1198"/>
                      <a:pt x="4589" y="294"/>
                      <a:pt x="4705" y="248"/>
                    </a:cubicBezTo>
                    <a:cubicBezTo>
                      <a:pt x="4812" y="205"/>
                      <a:pt x="4780" y="83"/>
                      <a:pt x="4684" y="83"/>
                    </a:cubicBezTo>
                    <a:cubicBezTo>
                      <a:pt x="4676" y="83"/>
                      <a:pt x="4667" y="84"/>
                      <a:pt x="4658" y="86"/>
                    </a:cubicBezTo>
                    <a:cubicBezTo>
                      <a:pt x="4635" y="109"/>
                      <a:pt x="1414" y="1036"/>
                      <a:pt x="649" y="1036"/>
                    </a:cubicBezTo>
                    <a:cubicBezTo>
                      <a:pt x="629" y="1040"/>
                      <a:pt x="609" y="1042"/>
                      <a:pt x="590" y="1042"/>
                    </a:cubicBezTo>
                    <a:cubicBezTo>
                      <a:pt x="495" y="1042"/>
                      <a:pt x="405" y="997"/>
                      <a:pt x="348" y="920"/>
                    </a:cubicBezTo>
                    <a:cubicBezTo>
                      <a:pt x="209" y="711"/>
                      <a:pt x="394" y="271"/>
                      <a:pt x="487" y="132"/>
                    </a:cubicBezTo>
                    <a:cubicBezTo>
                      <a:pt x="520" y="66"/>
                      <a:pt x="460" y="1"/>
                      <a:pt x="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4" name="Google Shape;674;p47"/>
            <p:cNvGrpSpPr/>
            <p:nvPr/>
          </p:nvGrpSpPr>
          <p:grpSpPr>
            <a:xfrm>
              <a:off x="487642" y="722270"/>
              <a:ext cx="1171619" cy="1104526"/>
              <a:chOff x="8816588" y="3941088"/>
              <a:chExt cx="690650" cy="651100"/>
            </a:xfrm>
          </p:grpSpPr>
          <p:sp>
            <p:nvSpPr>
              <p:cNvPr id="675" name="Google Shape;675;p47"/>
              <p:cNvSpPr/>
              <p:nvPr/>
            </p:nvSpPr>
            <p:spPr>
              <a:xfrm>
                <a:off x="8832813" y="3941088"/>
                <a:ext cx="638500" cy="651100"/>
              </a:xfrm>
              <a:custGeom>
                <a:rect b="b" l="l" r="r" t="t"/>
                <a:pathLst>
                  <a:path extrusionOk="0" h="26044" w="25540">
                    <a:moveTo>
                      <a:pt x="21517" y="1"/>
                    </a:moveTo>
                    <a:cubicBezTo>
                      <a:pt x="16098" y="1"/>
                      <a:pt x="1739" y="4143"/>
                      <a:pt x="1739" y="4143"/>
                    </a:cubicBezTo>
                    <a:cubicBezTo>
                      <a:pt x="1" y="4444"/>
                      <a:pt x="2040" y="11605"/>
                      <a:pt x="2851" y="13042"/>
                    </a:cubicBezTo>
                    <a:cubicBezTo>
                      <a:pt x="3097" y="13471"/>
                      <a:pt x="3668" y="13621"/>
                      <a:pt x="4343" y="13621"/>
                    </a:cubicBezTo>
                    <a:cubicBezTo>
                      <a:pt x="5893" y="13621"/>
                      <a:pt x="7996" y="12834"/>
                      <a:pt x="7996" y="12834"/>
                    </a:cubicBezTo>
                    <a:lnTo>
                      <a:pt x="7996" y="12834"/>
                    </a:lnTo>
                    <a:cubicBezTo>
                      <a:pt x="7509" y="13204"/>
                      <a:pt x="7046" y="13645"/>
                      <a:pt x="6652" y="14155"/>
                    </a:cubicBezTo>
                    <a:cubicBezTo>
                      <a:pt x="6003" y="14943"/>
                      <a:pt x="8042" y="18071"/>
                      <a:pt x="9201" y="19068"/>
                    </a:cubicBezTo>
                    <a:cubicBezTo>
                      <a:pt x="9687" y="19494"/>
                      <a:pt x="10307" y="19628"/>
                      <a:pt x="10897" y="19628"/>
                    </a:cubicBezTo>
                    <a:cubicBezTo>
                      <a:pt x="11913" y="19628"/>
                      <a:pt x="12839" y="19230"/>
                      <a:pt x="12840" y="19230"/>
                    </a:cubicBezTo>
                    <a:lnTo>
                      <a:pt x="12840" y="19230"/>
                    </a:lnTo>
                    <a:cubicBezTo>
                      <a:pt x="12839" y="19230"/>
                      <a:pt x="11426" y="20968"/>
                      <a:pt x="11426" y="21617"/>
                    </a:cubicBezTo>
                    <a:cubicBezTo>
                      <a:pt x="11426" y="22243"/>
                      <a:pt x="16339" y="26043"/>
                      <a:pt x="16339" y="26043"/>
                    </a:cubicBezTo>
                    <a:cubicBezTo>
                      <a:pt x="16339" y="26043"/>
                      <a:pt x="16177" y="23656"/>
                      <a:pt x="16015" y="22868"/>
                    </a:cubicBezTo>
                    <a:cubicBezTo>
                      <a:pt x="15876" y="22081"/>
                      <a:pt x="18888" y="21130"/>
                      <a:pt x="18888" y="21130"/>
                    </a:cubicBezTo>
                    <a:lnTo>
                      <a:pt x="18239" y="18419"/>
                    </a:lnTo>
                    <a:cubicBezTo>
                      <a:pt x="18239" y="18419"/>
                      <a:pt x="22527" y="16843"/>
                      <a:pt x="22527" y="15893"/>
                    </a:cubicBezTo>
                    <a:cubicBezTo>
                      <a:pt x="22527" y="14943"/>
                      <a:pt x="21577" y="10655"/>
                      <a:pt x="21577" y="10655"/>
                    </a:cubicBezTo>
                    <a:lnTo>
                      <a:pt x="25540" y="9381"/>
                    </a:lnTo>
                    <a:cubicBezTo>
                      <a:pt x="25540" y="9381"/>
                      <a:pt x="24914" y="2706"/>
                      <a:pt x="23477" y="504"/>
                    </a:cubicBezTo>
                    <a:cubicBezTo>
                      <a:pt x="23252" y="150"/>
                      <a:pt x="22545" y="1"/>
                      <a:pt x="215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47"/>
              <p:cNvSpPr/>
              <p:nvPr/>
            </p:nvSpPr>
            <p:spPr>
              <a:xfrm>
                <a:off x="8816588" y="4183463"/>
                <a:ext cx="159925" cy="41975"/>
              </a:xfrm>
              <a:custGeom>
                <a:rect b="b" l="l" r="r" t="t"/>
                <a:pathLst>
                  <a:path extrusionOk="0" h="1679" w="6397">
                    <a:moveTo>
                      <a:pt x="6307" y="1"/>
                    </a:moveTo>
                    <a:cubicBezTo>
                      <a:pt x="6297" y="1"/>
                      <a:pt x="6287" y="4"/>
                      <a:pt x="6281" y="10"/>
                    </a:cubicBezTo>
                    <a:cubicBezTo>
                      <a:pt x="6239" y="31"/>
                      <a:pt x="2632" y="1520"/>
                      <a:pt x="1027" y="1520"/>
                    </a:cubicBezTo>
                    <a:cubicBezTo>
                      <a:pt x="863" y="1520"/>
                      <a:pt x="720" y="1504"/>
                      <a:pt x="603" y="1470"/>
                    </a:cubicBezTo>
                    <a:cubicBezTo>
                      <a:pt x="418" y="1400"/>
                      <a:pt x="186" y="1308"/>
                      <a:pt x="186" y="1146"/>
                    </a:cubicBezTo>
                    <a:cubicBezTo>
                      <a:pt x="163" y="891"/>
                      <a:pt x="742" y="497"/>
                      <a:pt x="1090" y="311"/>
                    </a:cubicBezTo>
                    <a:cubicBezTo>
                      <a:pt x="1168" y="292"/>
                      <a:pt x="1114" y="157"/>
                      <a:pt x="1054" y="157"/>
                    </a:cubicBezTo>
                    <a:cubicBezTo>
                      <a:pt x="1043" y="157"/>
                      <a:pt x="1031" y="161"/>
                      <a:pt x="1020" y="172"/>
                    </a:cubicBezTo>
                    <a:cubicBezTo>
                      <a:pt x="928" y="219"/>
                      <a:pt x="1" y="705"/>
                      <a:pt x="24" y="1169"/>
                    </a:cubicBezTo>
                    <a:cubicBezTo>
                      <a:pt x="47" y="1354"/>
                      <a:pt x="232" y="1516"/>
                      <a:pt x="557" y="1609"/>
                    </a:cubicBezTo>
                    <a:cubicBezTo>
                      <a:pt x="719" y="1655"/>
                      <a:pt x="881" y="1679"/>
                      <a:pt x="1044" y="1679"/>
                    </a:cubicBezTo>
                    <a:cubicBezTo>
                      <a:pt x="2689" y="1679"/>
                      <a:pt x="6165" y="219"/>
                      <a:pt x="6327" y="149"/>
                    </a:cubicBezTo>
                    <a:cubicBezTo>
                      <a:pt x="6374" y="149"/>
                      <a:pt x="6397" y="103"/>
                      <a:pt x="6374" y="56"/>
                    </a:cubicBezTo>
                    <a:cubicBezTo>
                      <a:pt x="6374" y="22"/>
                      <a:pt x="6337" y="1"/>
                      <a:pt x="63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47"/>
              <p:cNvSpPr/>
              <p:nvPr/>
            </p:nvSpPr>
            <p:spPr>
              <a:xfrm>
                <a:off x="8854838" y="4217663"/>
                <a:ext cx="147750" cy="36175"/>
              </a:xfrm>
              <a:custGeom>
                <a:rect b="b" l="l" r="r" t="t"/>
                <a:pathLst>
                  <a:path extrusionOk="0" h="1447" w="5910">
                    <a:moveTo>
                      <a:pt x="5817" y="0"/>
                    </a:moveTo>
                    <a:cubicBezTo>
                      <a:pt x="5808" y="0"/>
                      <a:pt x="5800" y="3"/>
                      <a:pt x="5794" y="9"/>
                    </a:cubicBezTo>
                    <a:cubicBezTo>
                      <a:pt x="4682" y="519"/>
                      <a:pt x="3523" y="913"/>
                      <a:pt x="2341" y="1145"/>
                    </a:cubicBezTo>
                    <a:cubicBezTo>
                      <a:pt x="1823" y="1247"/>
                      <a:pt x="1425" y="1284"/>
                      <a:pt x="1120" y="1284"/>
                    </a:cubicBezTo>
                    <a:cubicBezTo>
                      <a:pt x="320" y="1284"/>
                      <a:pt x="162" y="1029"/>
                      <a:pt x="162" y="1029"/>
                    </a:cubicBezTo>
                    <a:cubicBezTo>
                      <a:pt x="145" y="995"/>
                      <a:pt x="128" y="974"/>
                      <a:pt x="102" y="974"/>
                    </a:cubicBezTo>
                    <a:cubicBezTo>
                      <a:pt x="93" y="974"/>
                      <a:pt x="82" y="976"/>
                      <a:pt x="70" y="983"/>
                    </a:cubicBezTo>
                    <a:cubicBezTo>
                      <a:pt x="23" y="1006"/>
                      <a:pt x="0" y="1052"/>
                      <a:pt x="23" y="1099"/>
                    </a:cubicBezTo>
                    <a:cubicBezTo>
                      <a:pt x="47" y="1145"/>
                      <a:pt x="209" y="1446"/>
                      <a:pt x="1089" y="1446"/>
                    </a:cubicBezTo>
                    <a:cubicBezTo>
                      <a:pt x="1530" y="1423"/>
                      <a:pt x="1947" y="1377"/>
                      <a:pt x="2387" y="1284"/>
                    </a:cubicBezTo>
                    <a:cubicBezTo>
                      <a:pt x="3569" y="1052"/>
                      <a:pt x="4751" y="681"/>
                      <a:pt x="5864" y="148"/>
                    </a:cubicBezTo>
                    <a:cubicBezTo>
                      <a:pt x="5887" y="148"/>
                      <a:pt x="5910" y="79"/>
                      <a:pt x="5887" y="56"/>
                    </a:cubicBezTo>
                    <a:cubicBezTo>
                      <a:pt x="5870" y="22"/>
                      <a:pt x="5840" y="0"/>
                      <a:pt x="58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47"/>
              <p:cNvSpPr/>
              <p:nvPr/>
            </p:nvSpPr>
            <p:spPr>
              <a:xfrm>
                <a:off x="9373963" y="4061588"/>
                <a:ext cx="133275" cy="65350"/>
              </a:xfrm>
              <a:custGeom>
                <a:rect b="b" l="l" r="r" t="t"/>
                <a:pathLst>
                  <a:path extrusionOk="0" h="2614" w="5331">
                    <a:moveTo>
                      <a:pt x="4699" y="1"/>
                    </a:moveTo>
                    <a:cubicBezTo>
                      <a:pt x="4332" y="1"/>
                      <a:pt x="3905" y="106"/>
                      <a:pt x="3778" y="134"/>
                    </a:cubicBezTo>
                    <a:cubicBezTo>
                      <a:pt x="3692" y="155"/>
                      <a:pt x="3705" y="276"/>
                      <a:pt x="3799" y="276"/>
                    </a:cubicBezTo>
                    <a:cubicBezTo>
                      <a:pt x="3807" y="276"/>
                      <a:pt x="3815" y="275"/>
                      <a:pt x="3824" y="273"/>
                    </a:cubicBezTo>
                    <a:cubicBezTo>
                      <a:pt x="4086" y="221"/>
                      <a:pt x="4422" y="176"/>
                      <a:pt x="4685" y="176"/>
                    </a:cubicBezTo>
                    <a:cubicBezTo>
                      <a:pt x="4888" y="176"/>
                      <a:pt x="5048" y="203"/>
                      <a:pt x="5099" y="273"/>
                    </a:cubicBezTo>
                    <a:cubicBezTo>
                      <a:pt x="5145" y="343"/>
                      <a:pt x="5099" y="482"/>
                      <a:pt x="4960" y="644"/>
                    </a:cubicBezTo>
                    <a:cubicBezTo>
                      <a:pt x="4241" y="1548"/>
                      <a:pt x="116" y="2452"/>
                      <a:pt x="93" y="2452"/>
                    </a:cubicBezTo>
                    <a:cubicBezTo>
                      <a:pt x="47" y="2475"/>
                      <a:pt x="0" y="2521"/>
                      <a:pt x="23" y="2567"/>
                    </a:cubicBezTo>
                    <a:cubicBezTo>
                      <a:pt x="23" y="2591"/>
                      <a:pt x="70" y="2614"/>
                      <a:pt x="93" y="2614"/>
                    </a:cubicBezTo>
                    <a:lnTo>
                      <a:pt x="116" y="2614"/>
                    </a:lnTo>
                    <a:cubicBezTo>
                      <a:pt x="301" y="2567"/>
                      <a:pt x="4334" y="1687"/>
                      <a:pt x="5099" y="737"/>
                    </a:cubicBezTo>
                    <a:cubicBezTo>
                      <a:pt x="5284" y="505"/>
                      <a:pt x="5330" y="319"/>
                      <a:pt x="5238" y="180"/>
                    </a:cubicBezTo>
                    <a:cubicBezTo>
                      <a:pt x="5147" y="44"/>
                      <a:pt x="4935" y="1"/>
                      <a:pt x="46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47"/>
              <p:cNvSpPr/>
              <p:nvPr/>
            </p:nvSpPr>
            <p:spPr>
              <a:xfrm>
                <a:off x="9383813" y="4117713"/>
                <a:ext cx="117050" cy="45150"/>
              </a:xfrm>
              <a:custGeom>
                <a:rect b="b" l="l" r="r" t="t"/>
                <a:pathLst>
                  <a:path extrusionOk="0" h="1806" w="4682">
                    <a:moveTo>
                      <a:pt x="4151" y="1"/>
                    </a:moveTo>
                    <a:cubicBezTo>
                      <a:pt x="3943" y="1"/>
                      <a:pt x="3734" y="43"/>
                      <a:pt x="3662" y="68"/>
                    </a:cubicBezTo>
                    <a:cubicBezTo>
                      <a:pt x="3576" y="89"/>
                      <a:pt x="3589" y="209"/>
                      <a:pt x="3683" y="209"/>
                    </a:cubicBezTo>
                    <a:cubicBezTo>
                      <a:pt x="3691" y="209"/>
                      <a:pt x="3699" y="208"/>
                      <a:pt x="3708" y="207"/>
                    </a:cubicBezTo>
                    <a:cubicBezTo>
                      <a:pt x="3836" y="183"/>
                      <a:pt x="4009" y="166"/>
                      <a:pt x="4160" y="166"/>
                    </a:cubicBezTo>
                    <a:cubicBezTo>
                      <a:pt x="4311" y="166"/>
                      <a:pt x="4438" y="183"/>
                      <a:pt x="4473" y="230"/>
                    </a:cubicBezTo>
                    <a:cubicBezTo>
                      <a:pt x="4519" y="299"/>
                      <a:pt x="4450" y="392"/>
                      <a:pt x="4403" y="462"/>
                    </a:cubicBezTo>
                    <a:cubicBezTo>
                      <a:pt x="4079" y="948"/>
                      <a:pt x="1159" y="1481"/>
                      <a:pt x="70" y="1643"/>
                    </a:cubicBezTo>
                    <a:cubicBezTo>
                      <a:pt x="23" y="1643"/>
                      <a:pt x="0" y="1690"/>
                      <a:pt x="0" y="1736"/>
                    </a:cubicBezTo>
                    <a:cubicBezTo>
                      <a:pt x="0" y="1782"/>
                      <a:pt x="46" y="1806"/>
                      <a:pt x="70" y="1806"/>
                    </a:cubicBezTo>
                    <a:lnTo>
                      <a:pt x="93" y="1806"/>
                    </a:lnTo>
                    <a:cubicBezTo>
                      <a:pt x="510" y="1736"/>
                      <a:pt x="4102" y="1203"/>
                      <a:pt x="4542" y="554"/>
                    </a:cubicBezTo>
                    <a:cubicBezTo>
                      <a:pt x="4658" y="392"/>
                      <a:pt x="4682" y="253"/>
                      <a:pt x="4612" y="160"/>
                    </a:cubicBezTo>
                    <a:cubicBezTo>
                      <a:pt x="4534" y="38"/>
                      <a:pt x="4343" y="1"/>
                      <a:pt x="41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47"/>
              <p:cNvSpPr/>
              <p:nvPr/>
            </p:nvSpPr>
            <p:spPr>
              <a:xfrm>
                <a:off x="9269088" y="4249213"/>
                <a:ext cx="162825" cy="74725"/>
              </a:xfrm>
              <a:custGeom>
                <a:rect b="b" l="l" r="r" t="t"/>
                <a:pathLst>
                  <a:path extrusionOk="0" h="2989" w="6513">
                    <a:moveTo>
                      <a:pt x="5780" y="1"/>
                    </a:moveTo>
                    <a:cubicBezTo>
                      <a:pt x="5437" y="1"/>
                      <a:pt x="5073" y="66"/>
                      <a:pt x="4960" y="91"/>
                    </a:cubicBezTo>
                    <a:cubicBezTo>
                      <a:pt x="4873" y="113"/>
                      <a:pt x="4888" y="256"/>
                      <a:pt x="4984" y="256"/>
                    </a:cubicBezTo>
                    <a:cubicBezTo>
                      <a:pt x="4991" y="256"/>
                      <a:pt x="4999" y="255"/>
                      <a:pt x="5006" y="254"/>
                    </a:cubicBezTo>
                    <a:cubicBezTo>
                      <a:pt x="5238" y="207"/>
                      <a:pt x="5534" y="173"/>
                      <a:pt x="5786" y="173"/>
                    </a:cubicBezTo>
                    <a:cubicBezTo>
                      <a:pt x="6038" y="173"/>
                      <a:pt x="6246" y="207"/>
                      <a:pt x="6304" y="300"/>
                    </a:cubicBezTo>
                    <a:cubicBezTo>
                      <a:pt x="6350" y="370"/>
                      <a:pt x="6258" y="509"/>
                      <a:pt x="6188" y="601"/>
                    </a:cubicBezTo>
                    <a:cubicBezTo>
                      <a:pt x="5516" y="1412"/>
                      <a:pt x="116" y="2803"/>
                      <a:pt x="70" y="2826"/>
                    </a:cubicBezTo>
                    <a:cubicBezTo>
                      <a:pt x="24" y="2826"/>
                      <a:pt x="0" y="2872"/>
                      <a:pt x="0" y="2919"/>
                    </a:cubicBezTo>
                    <a:cubicBezTo>
                      <a:pt x="24" y="2965"/>
                      <a:pt x="47" y="2988"/>
                      <a:pt x="93" y="2988"/>
                    </a:cubicBezTo>
                    <a:lnTo>
                      <a:pt x="116" y="2988"/>
                    </a:lnTo>
                    <a:cubicBezTo>
                      <a:pt x="325" y="2919"/>
                      <a:pt x="5609" y="1575"/>
                      <a:pt x="6304" y="694"/>
                    </a:cubicBezTo>
                    <a:cubicBezTo>
                      <a:pt x="6466" y="509"/>
                      <a:pt x="6513" y="346"/>
                      <a:pt x="6443" y="207"/>
                    </a:cubicBezTo>
                    <a:cubicBezTo>
                      <a:pt x="6347" y="48"/>
                      <a:pt x="6071" y="1"/>
                      <a:pt x="57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47"/>
              <p:cNvSpPr/>
              <p:nvPr/>
            </p:nvSpPr>
            <p:spPr>
              <a:xfrm>
                <a:off x="9011838" y="4376988"/>
                <a:ext cx="130975" cy="47400"/>
              </a:xfrm>
              <a:custGeom>
                <a:rect b="b" l="l" r="r" t="t"/>
                <a:pathLst>
                  <a:path extrusionOk="0" h="1896" w="5239">
                    <a:moveTo>
                      <a:pt x="5136" y="0"/>
                    </a:moveTo>
                    <a:cubicBezTo>
                      <a:pt x="5124" y="0"/>
                      <a:pt x="5112" y="3"/>
                      <a:pt x="5099" y="9"/>
                    </a:cubicBezTo>
                    <a:cubicBezTo>
                      <a:pt x="4141" y="530"/>
                      <a:pt x="1683" y="1726"/>
                      <a:pt x="759" y="1726"/>
                    </a:cubicBezTo>
                    <a:cubicBezTo>
                      <a:pt x="656" y="1726"/>
                      <a:pt x="571" y="1711"/>
                      <a:pt x="511" y="1678"/>
                    </a:cubicBezTo>
                    <a:cubicBezTo>
                      <a:pt x="348" y="1632"/>
                      <a:pt x="232" y="1493"/>
                      <a:pt x="209" y="1330"/>
                    </a:cubicBezTo>
                    <a:cubicBezTo>
                      <a:pt x="163" y="1006"/>
                      <a:pt x="603" y="612"/>
                      <a:pt x="603" y="612"/>
                    </a:cubicBezTo>
                    <a:cubicBezTo>
                      <a:pt x="626" y="589"/>
                      <a:pt x="626" y="543"/>
                      <a:pt x="603" y="519"/>
                    </a:cubicBezTo>
                    <a:cubicBezTo>
                      <a:pt x="580" y="496"/>
                      <a:pt x="557" y="485"/>
                      <a:pt x="537" y="485"/>
                    </a:cubicBezTo>
                    <a:cubicBezTo>
                      <a:pt x="516" y="485"/>
                      <a:pt x="499" y="496"/>
                      <a:pt x="487" y="519"/>
                    </a:cubicBezTo>
                    <a:cubicBezTo>
                      <a:pt x="464" y="519"/>
                      <a:pt x="1" y="936"/>
                      <a:pt x="47" y="1354"/>
                    </a:cubicBezTo>
                    <a:cubicBezTo>
                      <a:pt x="93" y="1562"/>
                      <a:pt x="232" y="1748"/>
                      <a:pt x="418" y="1840"/>
                    </a:cubicBezTo>
                    <a:cubicBezTo>
                      <a:pt x="486" y="1874"/>
                      <a:pt x="566" y="1896"/>
                      <a:pt x="650" y="1896"/>
                    </a:cubicBezTo>
                    <a:cubicBezTo>
                      <a:pt x="680" y="1896"/>
                      <a:pt x="711" y="1893"/>
                      <a:pt x="742" y="1887"/>
                    </a:cubicBezTo>
                    <a:cubicBezTo>
                      <a:pt x="1206" y="1887"/>
                      <a:pt x="2017" y="1655"/>
                      <a:pt x="3129" y="1145"/>
                    </a:cubicBezTo>
                    <a:cubicBezTo>
                      <a:pt x="4195" y="682"/>
                      <a:pt x="5169" y="149"/>
                      <a:pt x="5169" y="149"/>
                    </a:cubicBezTo>
                    <a:cubicBezTo>
                      <a:pt x="5215" y="125"/>
                      <a:pt x="5238" y="79"/>
                      <a:pt x="5215" y="56"/>
                    </a:cubicBezTo>
                    <a:cubicBezTo>
                      <a:pt x="5198" y="22"/>
                      <a:pt x="5169" y="0"/>
                      <a:pt x="51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47"/>
              <p:cNvSpPr/>
              <p:nvPr/>
            </p:nvSpPr>
            <p:spPr>
              <a:xfrm>
                <a:off x="9309638" y="4292438"/>
                <a:ext cx="119375" cy="47725"/>
              </a:xfrm>
              <a:custGeom>
                <a:rect b="b" l="l" r="r" t="t"/>
                <a:pathLst>
                  <a:path extrusionOk="0" h="1909" w="4775">
                    <a:moveTo>
                      <a:pt x="3887" y="1"/>
                    </a:moveTo>
                    <a:cubicBezTo>
                      <a:pt x="3741" y="1"/>
                      <a:pt x="3621" y="8"/>
                      <a:pt x="3570" y="8"/>
                    </a:cubicBezTo>
                    <a:cubicBezTo>
                      <a:pt x="3523" y="8"/>
                      <a:pt x="3477" y="54"/>
                      <a:pt x="3500" y="77"/>
                    </a:cubicBezTo>
                    <a:cubicBezTo>
                      <a:pt x="3500" y="124"/>
                      <a:pt x="3523" y="170"/>
                      <a:pt x="3570" y="170"/>
                    </a:cubicBezTo>
                    <a:cubicBezTo>
                      <a:pt x="3680" y="159"/>
                      <a:pt x="3794" y="153"/>
                      <a:pt x="3905" y="153"/>
                    </a:cubicBezTo>
                    <a:cubicBezTo>
                      <a:pt x="4236" y="153"/>
                      <a:pt x="4531" y="205"/>
                      <a:pt x="4566" y="309"/>
                    </a:cubicBezTo>
                    <a:cubicBezTo>
                      <a:pt x="4589" y="332"/>
                      <a:pt x="4543" y="425"/>
                      <a:pt x="4474" y="495"/>
                    </a:cubicBezTo>
                    <a:cubicBezTo>
                      <a:pt x="3917" y="1051"/>
                      <a:pt x="93" y="1746"/>
                      <a:pt x="70" y="1746"/>
                    </a:cubicBezTo>
                    <a:cubicBezTo>
                      <a:pt x="24" y="1746"/>
                      <a:pt x="1" y="1792"/>
                      <a:pt x="1" y="1839"/>
                    </a:cubicBezTo>
                    <a:cubicBezTo>
                      <a:pt x="1" y="1885"/>
                      <a:pt x="47" y="1908"/>
                      <a:pt x="70" y="1908"/>
                    </a:cubicBezTo>
                    <a:lnTo>
                      <a:pt x="93" y="1908"/>
                    </a:lnTo>
                    <a:cubicBezTo>
                      <a:pt x="256" y="1885"/>
                      <a:pt x="4010" y="1190"/>
                      <a:pt x="4589" y="610"/>
                    </a:cubicBezTo>
                    <a:cubicBezTo>
                      <a:pt x="4728" y="471"/>
                      <a:pt x="4775" y="356"/>
                      <a:pt x="4728" y="240"/>
                    </a:cubicBezTo>
                    <a:cubicBezTo>
                      <a:pt x="4633" y="34"/>
                      <a:pt x="4202" y="1"/>
                      <a:pt x="38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47"/>
              <p:cNvSpPr/>
              <p:nvPr/>
            </p:nvSpPr>
            <p:spPr>
              <a:xfrm>
                <a:off x="9112063" y="3951213"/>
                <a:ext cx="366200" cy="95200"/>
              </a:xfrm>
              <a:custGeom>
                <a:rect b="b" l="l" r="r" t="t"/>
                <a:pathLst>
                  <a:path extrusionOk="0" h="3808" w="14648">
                    <a:moveTo>
                      <a:pt x="13599" y="0"/>
                    </a:moveTo>
                    <a:cubicBezTo>
                      <a:pt x="13222" y="0"/>
                      <a:pt x="12855" y="42"/>
                      <a:pt x="12724" y="53"/>
                    </a:cubicBezTo>
                    <a:cubicBezTo>
                      <a:pt x="12631" y="76"/>
                      <a:pt x="12655" y="215"/>
                      <a:pt x="12747" y="215"/>
                    </a:cubicBezTo>
                    <a:cubicBezTo>
                      <a:pt x="12986" y="187"/>
                      <a:pt x="13291" y="166"/>
                      <a:pt x="13579" y="166"/>
                    </a:cubicBezTo>
                    <a:cubicBezTo>
                      <a:pt x="13990" y="166"/>
                      <a:pt x="14367" y="208"/>
                      <a:pt x="14462" y="331"/>
                    </a:cubicBezTo>
                    <a:cubicBezTo>
                      <a:pt x="14462" y="354"/>
                      <a:pt x="14485" y="401"/>
                      <a:pt x="14416" y="517"/>
                    </a:cubicBezTo>
                    <a:cubicBezTo>
                      <a:pt x="14138" y="1003"/>
                      <a:pt x="5679" y="2649"/>
                      <a:pt x="94" y="3645"/>
                    </a:cubicBezTo>
                    <a:cubicBezTo>
                      <a:pt x="47" y="3668"/>
                      <a:pt x="1" y="3692"/>
                      <a:pt x="24" y="3738"/>
                    </a:cubicBezTo>
                    <a:cubicBezTo>
                      <a:pt x="24" y="3784"/>
                      <a:pt x="71" y="3807"/>
                      <a:pt x="94" y="3807"/>
                    </a:cubicBezTo>
                    <a:lnTo>
                      <a:pt x="117" y="3807"/>
                    </a:lnTo>
                    <a:cubicBezTo>
                      <a:pt x="1554" y="3553"/>
                      <a:pt x="14138" y="1305"/>
                      <a:pt x="14555" y="609"/>
                    </a:cubicBezTo>
                    <a:cubicBezTo>
                      <a:pt x="14625" y="493"/>
                      <a:pt x="14648" y="354"/>
                      <a:pt x="14578" y="262"/>
                    </a:cubicBezTo>
                    <a:cubicBezTo>
                      <a:pt x="14456" y="53"/>
                      <a:pt x="14021" y="0"/>
                      <a:pt x="135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47"/>
              <p:cNvSpPr/>
              <p:nvPr/>
            </p:nvSpPr>
            <p:spPr>
              <a:xfrm>
                <a:off x="8825863" y="4059488"/>
                <a:ext cx="178475" cy="46025"/>
              </a:xfrm>
              <a:custGeom>
                <a:rect b="b" l="l" r="r" t="t"/>
                <a:pathLst>
                  <a:path extrusionOk="0" h="1841" w="7139">
                    <a:moveTo>
                      <a:pt x="7059" y="0"/>
                    </a:moveTo>
                    <a:cubicBezTo>
                      <a:pt x="7047" y="0"/>
                      <a:pt x="7035" y="3"/>
                      <a:pt x="7023" y="9"/>
                    </a:cubicBezTo>
                    <a:cubicBezTo>
                      <a:pt x="5185" y="608"/>
                      <a:pt x="1712" y="1679"/>
                      <a:pt x="673" y="1679"/>
                    </a:cubicBezTo>
                    <a:cubicBezTo>
                      <a:pt x="585" y="1679"/>
                      <a:pt x="515" y="1671"/>
                      <a:pt x="464" y="1655"/>
                    </a:cubicBezTo>
                    <a:cubicBezTo>
                      <a:pt x="255" y="1585"/>
                      <a:pt x="255" y="1493"/>
                      <a:pt x="255" y="1470"/>
                    </a:cubicBezTo>
                    <a:cubicBezTo>
                      <a:pt x="186" y="1215"/>
                      <a:pt x="696" y="705"/>
                      <a:pt x="1020" y="473"/>
                    </a:cubicBezTo>
                    <a:cubicBezTo>
                      <a:pt x="1079" y="415"/>
                      <a:pt x="1022" y="323"/>
                      <a:pt x="962" y="323"/>
                    </a:cubicBezTo>
                    <a:cubicBezTo>
                      <a:pt x="950" y="323"/>
                      <a:pt x="939" y="327"/>
                      <a:pt x="927" y="334"/>
                    </a:cubicBezTo>
                    <a:cubicBezTo>
                      <a:pt x="812" y="403"/>
                      <a:pt x="0" y="1052"/>
                      <a:pt x="93" y="1493"/>
                    </a:cubicBezTo>
                    <a:cubicBezTo>
                      <a:pt x="116" y="1655"/>
                      <a:pt x="255" y="1771"/>
                      <a:pt x="418" y="1794"/>
                    </a:cubicBezTo>
                    <a:cubicBezTo>
                      <a:pt x="487" y="1817"/>
                      <a:pt x="580" y="1840"/>
                      <a:pt x="649" y="1840"/>
                    </a:cubicBezTo>
                    <a:cubicBezTo>
                      <a:pt x="2017" y="1840"/>
                      <a:pt x="6860" y="241"/>
                      <a:pt x="7069" y="149"/>
                    </a:cubicBezTo>
                    <a:cubicBezTo>
                      <a:pt x="7115" y="149"/>
                      <a:pt x="7138" y="102"/>
                      <a:pt x="7115" y="56"/>
                    </a:cubicBezTo>
                    <a:cubicBezTo>
                      <a:pt x="7115" y="22"/>
                      <a:pt x="7090" y="0"/>
                      <a:pt x="70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47"/>
              <p:cNvSpPr/>
              <p:nvPr/>
            </p:nvSpPr>
            <p:spPr>
              <a:xfrm>
                <a:off x="9207663" y="4417188"/>
                <a:ext cx="124025" cy="52750"/>
              </a:xfrm>
              <a:custGeom>
                <a:rect b="b" l="l" r="r" t="t"/>
                <a:pathLst>
                  <a:path extrusionOk="0" h="2110" w="4961">
                    <a:moveTo>
                      <a:pt x="4372" y="1"/>
                    </a:moveTo>
                    <a:cubicBezTo>
                      <a:pt x="4155" y="1"/>
                      <a:pt x="3941" y="35"/>
                      <a:pt x="3871" y="47"/>
                    </a:cubicBezTo>
                    <a:cubicBezTo>
                      <a:pt x="3785" y="47"/>
                      <a:pt x="3799" y="188"/>
                      <a:pt x="3896" y="188"/>
                    </a:cubicBezTo>
                    <a:cubicBezTo>
                      <a:pt x="3902" y="188"/>
                      <a:pt x="3910" y="188"/>
                      <a:pt x="3917" y="186"/>
                    </a:cubicBezTo>
                    <a:cubicBezTo>
                      <a:pt x="4046" y="164"/>
                      <a:pt x="4220" y="148"/>
                      <a:pt x="4376" y="148"/>
                    </a:cubicBezTo>
                    <a:cubicBezTo>
                      <a:pt x="4557" y="148"/>
                      <a:pt x="4714" y="170"/>
                      <a:pt x="4752" y="232"/>
                    </a:cubicBezTo>
                    <a:cubicBezTo>
                      <a:pt x="4775" y="279"/>
                      <a:pt x="4752" y="348"/>
                      <a:pt x="4729" y="395"/>
                    </a:cubicBezTo>
                    <a:cubicBezTo>
                      <a:pt x="4497" y="765"/>
                      <a:pt x="1809" y="1530"/>
                      <a:pt x="70" y="1947"/>
                    </a:cubicBezTo>
                    <a:cubicBezTo>
                      <a:pt x="24" y="1947"/>
                      <a:pt x="1" y="1994"/>
                      <a:pt x="1" y="2040"/>
                    </a:cubicBezTo>
                    <a:cubicBezTo>
                      <a:pt x="24" y="2086"/>
                      <a:pt x="47" y="2110"/>
                      <a:pt x="94" y="2110"/>
                    </a:cubicBezTo>
                    <a:cubicBezTo>
                      <a:pt x="557" y="1994"/>
                      <a:pt x="4543" y="1020"/>
                      <a:pt x="4868" y="487"/>
                    </a:cubicBezTo>
                    <a:cubicBezTo>
                      <a:pt x="4960" y="325"/>
                      <a:pt x="4937" y="209"/>
                      <a:pt x="4891" y="163"/>
                    </a:cubicBezTo>
                    <a:cubicBezTo>
                      <a:pt x="4810" y="35"/>
                      <a:pt x="4590" y="1"/>
                      <a:pt x="43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47"/>
              <p:cNvSpPr/>
              <p:nvPr/>
            </p:nvSpPr>
            <p:spPr>
              <a:xfrm>
                <a:off x="8985188" y="4345163"/>
                <a:ext cx="170100" cy="44825"/>
              </a:xfrm>
              <a:custGeom>
                <a:rect b="b" l="l" r="r" t="t"/>
                <a:pathLst>
                  <a:path extrusionOk="0" h="1793" w="6804">
                    <a:moveTo>
                      <a:pt x="6682" y="0"/>
                    </a:moveTo>
                    <a:cubicBezTo>
                      <a:pt x="6672" y="0"/>
                      <a:pt x="6662" y="3"/>
                      <a:pt x="6652" y="8"/>
                    </a:cubicBezTo>
                    <a:cubicBezTo>
                      <a:pt x="5290" y="497"/>
                      <a:pt x="1799" y="1612"/>
                      <a:pt x="734" y="1612"/>
                    </a:cubicBezTo>
                    <a:cubicBezTo>
                      <a:pt x="639" y="1612"/>
                      <a:pt x="564" y="1603"/>
                      <a:pt x="510" y="1584"/>
                    </a:cubicBezTo>
                    <a:cubicBezTo>
                      <a:pt x="348" y="1537"/>
                      <a:pt x="279" y="1468"/>
                      <a:pt x="256" y="1352"/>
                    </a:cubicBezTo>
                    <a:cubicBezTo>
                      <a:pt x="186" y="1051"/>
                      <a:pt x="603" y="587"/>
                      <a:pt x="789" y="448"/>
                    </a:cubicBezTo>
                    <a:cubicBezTo>
                      <a:pt x="812" y="425"/>
                      <a:pt x="812" y="355"/>
                      <a:pt x="789" y="332"/>
                    </a:cubicBezTo>
                    <a:cubicBezTo>
                      <a:pt x="765" y="321"/>
                      <a:pt x="742" y="315"/>
                      <a:pt x="722" y="315"/>
                    </a:cubicBezTo>
                    <a:cubicBezTo>
                      <a:pt x="702" y="315"/>
                      <a:pt x="684" y="321"/>
                      <a:pt x="673" y="332"/>
                    </a:cubicBezTo>
                    <a:cubicBezTo>
                      <a:pt x="650" y="355"/>
                      <a:pt x="1" y="958"/>
                      <a:pt x="93" y="1398"/>
                    </a:cubicBezTo>
                    <a:cubicBezTo>
                      <a:pt x="140" y="1561"/>
                      <a:pt x="279" y="1700"/>
                      <a:pt x="441" y="1746"/>
                    </a:cubicBezTo>
                    <a:cubicBezTo>
                      <a:pt x="534" y="1769"/>
                      <a:pt x="626" y="1792"/>
                      <a:pt x="719" y="1792"/>
                    </a:cubicBezTo>
                    <a:cubicBezTo>
                      <a:pt x="2063" y="1792"/>
                      <a:pt x="6513" y="240"/>
                      <a:pt x="6721" y="170"/>
                    </a:cubicBezTo>
                    <a:cubicBezTo>
                      <a:pt x="6804" y="149"/>
                      <a:pt x="6758" y="0"/>
                      <a:pt x="66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47"/>
              <p:cNvSpPr/>
              <p:nvPr/>
            </p:nvSpPr>
            <p:spPr>
              <a:xfrm>
                <a:off x="9096438" y="4478213"/>
                <a:ext cx="120300" cy="30050"/>
              </a:xfrm>
              <a:custGeom>
                <a:rect b="b" l="l" r="r" t="t"/>
                <a:pathLst>
                  <a:path extrusionOk="0" h="1202" w="4812">
                    <a:moveTo>
                      <a:pt x="405" y="1"/>
                    </a:moveTo>
                    <a:cubicBezTo>
                      <a:pt x="383" y="1"/>
                      <a:pt x="361" y="12"/>
                      <a:pt x="348" y="39"/>
                    </a:cubicBezTo>
                    <a:cubicBezTo>
                      <a:pt x="302" y="109"/>
                      <a:pt x="0" y="665"/>
                      <a:pt x="209" y="989"/>
                    </a:cubicBezTo>
                    <a:cubicBezTo>
                      <a:pt x="292" y="1114"/>
                      <a:pt x="431" y="1202"/>
                      <a:pt x="593" y="1202"/>
                    </a:cubicBezTo>
                    <a:cubicBezTo>
                      <a:pt x="611" y="1202"/>
                      <a:pt x="630" y="1200"/>
                      <a:pt x="649" y="1198"/>
                    </a:cubicBezTo>
                    <a:cubicBezTo>
                      <a:pt x="1437" y="1198"/>
                      <a:pt x="4589" y="294"/>
                      <a:pt x="4705" y="248"/>
                    </a:cubicBezTo>
                    <a:cubicBezTo>
                      <a:pt x="4812" y="205"/>
                      <a:pt x="4780" y="83"/>
                      <a:pt x="4684" y="83"/>
                    </a:cubicBezTo>
                    <a:cubicBezTo>
                      <a:pt x="4676" y="83"/>
                      <a:pt x="4667" y="84"/>
                      <a:pt x="4658" y="86"/>
                    </a:cubicBezTo>
                    <a:cubicBezTo>
                      <a:pt x="4635" y="109"/>
                      <a:pt x="1414" y="1036"/>
                      <a:pt x="649" y="1036"/>
                    </a:cubicBezTo>
                    <a:cubicBezTo>
                      <a:pt x="629" y="1040"/>
                      <a:pt x="609" y="1042"/>
                      <a:pt x="590" y="1042"/>
                    </a:cubicBezTo>
                    <a:cubicBezTo>
                      <a:pt x="495" y="1042"/>
                      <a:pt x="405" y="997"/>
                      <a:pt x="348" y="920"/>
                    </a:cubicBezTo>
                    <a:cubicBezTo>
                      <a:pt x="209" y="711"/>
                      <a:pt x="394" y="271"/>
                      <a:pt x="487" y="132"/>
                    </a:cubicBezTo>
                    <a:cubicBezTo>
                      <a:pt x="520" y="66"/>
                      <a:pt x="460" y="1"/>
                      <a:pt x="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8" name="Google Shape;688;p47"/>
            <p:cNvSpPr/>
            <p:nvPr/>
          </p:nvSpPr>
          <p:spPr>
            <a:xfrm>
              <a:off x="515166" y="722270"/>
              <a:ext cx="1083151" cy="1104526"/>
            </a:xfrm>
            <a:custGeom>
              <a:rect b="b" l="l" r="r" t="t"/>
              <a:pathLst>
                <a:path extrusionOk="0" h="26044" w="25540">
                  <a:moveTo>
                    <a:pt x="21517" y="1"/>
                  </a:moveTo>
                  <a:cubicBezTo>
                    <a:pt x="16098" y="1"/>
                    <a:pt x="1739" y="4143"/>
                    <a:pt x="1739" y="4143"/>
                  </a:cubicBezTo>
                  <a:cubicBezTo>
                    <a:pt x="1" y="4444"/>
                    <a:pt x="2040" y="11605"/>
                    <a:pt x="2851" y="13042"/>
                  </a:cubicBezTo>
                  <a:cubicBezTo>
                    <a:pt x="3097" y="13471"/>
                    <a:pt x="3668" y="13621"/>
                    <a:pt x="4343" y="13621"/>
                  </a:cubicBezTo>
                  <a:cubicBezTo>
                    <a:pt x="5893" y="13621"/>
                    <a:pt x="7996" y="12834"/>
                    <a:pt x="7996" y="12834"/>
                  </a:cubicBezTo>
                  <a:lnTo>
                    <a:pt x="7996" y="12834"/>
                  </a:lnTo>
                  <a:cubicBezTo>
                    <a:pt x="7509" y="13204"/>
                    <a:pt x="7046" y="13645"/>
                    <a:pt x="6652" y="14155"/>
                  </a:cubicBezTo>
                  <a:cubicBezTo>
                    <a:pt x="6003" y="14943"/>
                    <a:pt x="8042" y="18071"/>
                    <a:pt x="9201" y="19068"/>
                  </a:cubicBezTo>
                  <a:cubicBezTo>
                    <a:pt x="9687" y="19494"/>
                    <a:pt x="10307" y="19628"/>
                    <a:pt x="10897" y="19628"/>
                  </a:cubicBezTo>
                  <a:cubicBezTo>
                    <a:pt x="11913" y="19628"/>
                    <a:pt x="12839" y="19230"/>
                    <a:pt x="12840" y="19230"/>
                  </a:cubicBezTo>
                  <a:lnTo>
                    <a:pt x="12840" y="19230"/>
                  </a:lnTo>
                  <a:cubicBezTo>
                    <a:pt x="12839" y="19230"/>
                    <a:pt x="11426" y="20968"/>
                    <a:pt x="11426" y="21617"/>
                  </a:cubicBezTo>
                  <a:cubicBezTo>
                    <a:pt x="11426" y="22243"/>
                    <a:pt x="16339" y="26043"/>
                    <a:pt x="16339" y="26043"/>
                  </a:cubicBezTo>
                  <a:cubicBezTo>
                    <a:pt x="16339" y="26043"/>
                    <a:pt x="16177" y="23656"/>
                    <a:pt x="16015" y="22868"/>
                  </a:cubicBezTo>
                  <a:cubicBezTo>
                    <a:pt x="15876" y="22081"/>
                    <a:pt x="18888" y="21130"/>
                    <a:pt x="18888" y="21130"/>
                  </a:cubicBezTo>
                  <a:lnTo>
                    <a:pt x="18239" y="18419"/>
                  </a:lnTo>
                  <a:cubicBezTo>
                    <a:pt x="18239" y="18419"/>
                    <a:pt x="22527" y="16843"/>
                    <a:pt x="22527" y="15893"/>
                  </a:cubicBezTo>
                  <a:cubicBezTo>
                    <a:pt x="22527" y="14943"/>
                    <a:pt x="21577" y="10655"/>
                    <a:pt x="21577" y="10655"/>
                  </a:cubicBezTo>
                  <a:lnTo>
                    <a:pt x="25540" y="9381"/>
                  </a:lnTo>
                  <a:cubicBezTo>
                    <a:pt x="25540" y="9381"/>
                    <a:pt x="24914" y="2706"/>
                    <a:pt x="23477" y="504"/>
                  </a:cubicBezTo>
                  <a:cubicBezTo>
                    <a:pt x="23252" y="150"/>
                    <a:pt x="22545" y="1"/>
                    <a:pt x="215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7"/>
            <p:cNvSpPr/>
            <p:nvPr/>
          </p:nvSpPr>
          <p:spPr>
            <a:xfrm>
              <a:off x="532851" y="718072"/>
              <a:ext cx="1070386" cy="1111651"/>
            </a:xfrm>
            <a:custGeom>
              <a:rect b="b" l="l" r="r" t="t"/>
              <a:pathLst>
                <a:path extrusionOk="0" h="26212" w="25239">
                  <a:moveTo>
                    <a:pt x="21136" y="163"/>
                  </a:moveTo>
                  <a:cubicBezTo>
                    <a:pt x="22179" y="163"/>
                    <a:pt x="22828" y="325"/>
                    <a:pt x="23014" y="627"/>
                  </a:cubicBezTo>
                  <a:cubicBezTo>
                    <a:pt x="24358" y="2689"/>
                    <a:pt x="25007" y="8715"/>
                    <a:pt x="25076" y="9410"/>
                  </a:cubicBezTo>
                  <a:lnTo>
                    <a:pt x="21160" y="10661"/>
                  </a:lnTo>
                  <a:cubicBezTo>
                    <a:pt x="21113" y="10685"/>
                    <a:pt x="21090" y="10708"/>
                    <a:pt x="21113" y="10754"/>
                  </a:cubicBezTo>
                  <a:cubicBezTo>
                    <a:pt x="21113" y="10801"/>
                    <a:pt x="22063" y="15042"/>
                    <a:pt x="22063" y="15969"/>
                  </a:cubicBezTo>
                  <a:cubicBezTo>
                    <a:pt x="22063" y="16687"/>
                    <a:pt x="19004" y="18008"/>
                    <a:pt x="17822" y="18425"/>
                  </a:cubicBezTo>
                  <a:cubicBezTo>
                    <a:pt x="17776" y="18448"/>
                    <a:pt x="17753" y="18495"/>
                    <a:pt x="17776" y="18518"/>
                  </a:cubicBezTo>
                  <a:lnTo>
                    <a:pt x="18402" y="21160"/>
                  </a:lnTo>
                  <a:cubicBezTo>
                    <a:pt x="17869" y="21322"/>
                    <a:pt x="15389" y="22180"/>
                    <a:pt x="15551" y="22967"/>
                  </a:cubicBezTo>
                  <a:cubicBezTo>
                    <a:pt x="15690" y="23616"/>
                    <a:pt x="15806" y="25401"/>
                    <a:pt x="15853" y="25957"/>
                  </a:cubicBezTo>
                  <a:cubicBezTo>
                    <a:pt x="13952" y="24474"/>
                    <a:pt x="11102" y="22110"/>
                    <a:pt x="11102" y="21693"/>
                  </a:cubicBezTo>
                  <a:cubicBezTo>
                    <a:pt x="11102" y="21206"/>
                    <a:pt x="12121" y="19839"/>
                    <a:pt x="12515" y="19375"/>
                  </a:cubicBezTo>
                  <a:cubicBezTo>
                    <a:pt x="12538" y="19329"/>
                    <a:pt x="12538" y="19283"/>
                    <a:pt x="12515" y="19259"/>
                  </a:cubicBezTo>
                  <a:cubicBezTo>
                    <a:pt x="12492" y="19236"/>
                    <a:pt x="12469" y="19236"/>
                    <a:pt x="12446" y="19236"/>
                  </a:cubicBezTo>
                  <a:lnTo>
                    <a:pt x="12423" y="19236"/>
                  </a:lnTo>
                  <a:cubicBezTo>
                    <a:pt x="11820" y="19491"/>
                    <a:pt x="11171" y="19607"/>
                    <a:pt x="10499" y="19630"/>
                  </a:cubicBezTo>
                  <a:cubicBezTo>
                    <a:pt x="10467" y="19632"/>
                    <a:pt x="10434" y="19632"/>
                    <a:pt x="10402" y="19632"/>
                  </a:cubicBezTo>
                  <a:cubicBezTo>
                    <a:pt x="9853" y="19632"/>
                    <a:pt x="9291" y="19447"/>
                    <a:pt x="8854" y="19097"/>
                  </a:cubicBezTo>
                  <a:cubicBezTo>
                    <a:pt x="7741" y="18124"/>
                    <a:pt x="5725" y="15018"/>
                    <a:pt x="6328" y="14277"/>
                  </a:cubicBezTo>
                  <a:cubicBezTo>
                    <a:pt x="6721" y="13790"/>
                    <a:pt x="7162" y="13373"/>
                    <a:pt x="7649" y="13002"/>
                  </a:cubicBezTo>
                  <a:cubicBezTo>
                    <a:pt x="7695" y="12956"/>
                    <a:pt x="7695" y="12933"/>
                    <a:pt x="7672" y="12886"/>
                  </a:cubicBezTo>
                  <a:cubicBezTo>
                    <a:pt x="7672" y="12840"/>
                    <a:pt x="7625" y="12840"/>
                    <a:pt x="7579" y="12840"/>
                  </a:cubicBezTo>
                  <a:cubicBezTo>
                    <a:pt x="7556" y="12863"/>
                    <a:pt x="5470" y="13628"/>
                    <a:pt x="3964" y="13628"/>
                  </a:cubicBezTo>
                  <a:cubicBezTo>
                    <a:pt x="3199" y="13628"/>
                    <a:pt x="2735" y="13442"/>
                    <a:pt x="2527" y="13095"/>
                  </a:cubicBezTo>
                  <a:cubicBezTo>
                    <a:pt x="1832" y="11843"/>
                    <a:pt x="186" y="6258"/>
                    <a:pt x="928" y="4682"/>
                  </a:cubicBezTo>
                  <a:cubicBezTo>
                    <a:pt x="997" y="4497"/>
                    <a:pt x="1159" y="4358"/>
                    <a:pt x="1368" y="4311"/>
                  </a:cubicBezTo>
                  <a:cubicBezTo>
                    <a:pt x="1507" y="4265"/>
                    <a:pt x="15783" y="163"/>
                    <a:pt x="21136" y="163"/>
                  </a:cubicBezTo>
                  <a:close/>
                  <a:moveTo>
                    <a:pt x="21136" y="1"/>
                  </a:moveTo>
                  <a:cubicBezTo>
                    <a:pt x="15760" y="1"/>
                    <a:pt x="1461" y="4126"/>
                    <a:pt x="1322" y="4149"/>
                  </a:cubicBezTo>
                  <a:cubicBezTo>
                    <a:pt x="1067" y="4219"/>
                    <a:pt x="858" y="4381"/>
                    <a:pt x="789" y="4613"/>
                  </a:cubicBezTo>
                  <a:cubicBezTo>
                    <a:pt x="1" y="6258"/>
                    <a:pt x="1646" y="11867"/>
                    <a:pt x="2388" y="13164"/>
                  </a:cubicBezTo>
                  <a:cubicBezTo>
                    <a:pt x="2619" y="13582"/>
                    <a:pt x="3129" y="13790"/>
                    <a:pt x="3940" y="13790"/>
                  </a:cubicBezTo>
                  <a:cubicBezTo>
                    <a:pt x="5076" y="13790"/>
                    <a:pt x="6513" y="13373"/>
                    <a:pt x="7208" y="13141"/>
                  </a:cubicBezTo>
                  <a:lnTo>
                    <a:pt x="7208" y="13141"/>
                  </a:lnTo>
                  <a:cubicBezTo>
                    <a:pt x="6837" y="13466"/>
                    <a:pt x="6490" y="13813"/>
                    <a:pt x="6188" y="14184"/>
                  </a:cubicBezTo>
                  <a:cubicBezTo>
                    <a:pt x="5771" y="14694"/>
                    <a:pt x="6374" y="15945"/>
                    <a:pt x="6768" y="16664"/>
                  </a:cubicBezTo>
                  <a:cubicBezTo>
                    <a:pt x="7301" y="17591"/>
                    <a:pt x="7950" y="18471"/>
                    <a:pt x="8738" y="19213"/>
                  </a:cubicBezTo>
                  <a:cubicBezTo>
                    <a:pt x="9200" y="19587"/>
                    <a:pt x="9788" y="19794"/>
                    <a:pt x="10401" y="19794"/>
                  </a:cubicBezTo>
                  <a:cubicBezTo>
                    <a:pt x="10434" y="19794"/>
                    <a:pt x="10466" y="19794"/>
                    <a:pt x="10499" y="19792"/>
                  </a:cubicBezTo>
                  <a:cubicBezTo>
                    <a:pt x="11078" y="19792"/>
                    <a:pt x="11658" y="19677"/>
                    <a:pt x="12191" y="19491"/>
                  </a:cubicBezTo>
                  <a:lnTo>
                    <a:pt x="12191" y="19491"/>
                  </a:lnTo>
                  <a:cubicBezTo>
                    <a:pt x="11797" y="19978"/>
                    <a:pt x="10939" y="21183"/>
                    <a:pt x="10939" y="21693"/>
                  </a:cubicBezTo>
                  <a:cubicBezTo>
                    <a:pt x="10939" y="22342"/>
                    <a:pt x="15366" y="25818"/>
                    <a:pt x="15876" y="26212"/>
                  </a:cubicBezTo>
                  <a:lnTo>
                    <a:pt x="15992" y="26212"/>
                  </a:lnTo>
                  <a:cubicBezTo>
                    <a:pt x="16015" y="26189"/>
                    <a:pt x="16015" y="26166"/>
                    <a:pt x="16015" y="26142"/>
                  </a:cubicBezTo>
                  <a:cubicBezTo>
                    <a:pt x="16015" y="26027"/>
                    <a:pt x="15853" y="23732"/>
                    <a:pt x="15713" y="22944"/>
                  </a:cubicBezTo>
                  <a:cubicBezTo>
                    <a:pt x="15621" y="22411"/>
                    <a:pt x="17359" y="21646"/>
                    <a:pt x="18518" y="21299"/>
                  </a:cubicBezTo>
                  <a:cubicBezTo>
                    <a:pt x="18541" y="21276"/>
                    <a:pt x="18564" y="21229"/>
                    <a:pt x="18564" y="21206"/>
                  </a:cubicBezTo>
                  <a:lnTo>
                    <a:pt x="17938" y="18564"/>
                  </a:lnTo>
                  <a:cubicBezTo>
                    <a:pt x="18193" y="18471"/>
                    <a:pt x="19120" y="18124"/>
                    <a:pt x="20024" y="17684"/>
                  </a:cubicBezTo>
                  <a:cubicBezTo>
                    <a:pt x="21484" y="16965"/>
                    <a:pt x="22203" y="16409"/>
                    <a:pt x="22203" y="15992"/>
                  </a:cubicBezTo>
                  <a:cubicBezTo>
                    <a:pt x="22203" y="15088"/>
                    <a:pt x="21391" y="11380"/>
                    <a:pt x="21276" y="10801"/>
                  </a:cubicBezTo>
                  <a:lnTo>
                    <a:pt x="25169" y="9549"/>
                  </a:lnTo>
                  <a:cubicBezTo>
                    <a:pt x="25215" y="9526"/>
                    <a:pt x="25238" y="9503"/>
                    <a:pt x="25238" y="9456"/>
                  </a:cubicBezTo>
                  <a:cubicBezTo>
                    <a:pt x="25192" y="9201"/>
                    <a:pt x="24566" y="2759"/>
                    <a:pt x="23153" y="534"/>
                  </a:cubicBezTo>
                  <a:cubicBezTo>
                    <a:pt x="22921" y="186"/>
                    <a:pt x="22249" y="1"/>
                    <a:pt x="21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47"/>
            <p:cNvSpPr/>
            <p:nvPr/>
          </p:nvSpPr>
          <p:spPr>
            <a:xfrm>
              <a:off x="596084" y="769982"/>
              <a:ext cx="939339" cy="980180"/>
            </a:xfrm>
            <a:custGeom>
              <a:rect b="b" l="l" r="r" t="t"/>
              <a:pathLst>
                <a:path extrusionOk="0" h="23112" w="22149">
                  <a:moveTo>
                    <a:pt x="19587" y="0"/>
                  </a:moveTo>
                  <a:cubicBezTo>
                    <a:pt x="17585" y="0"/>
                    <a:pt x="1" y="3747"/>
                    <a:pt x="387" y="4269"/>
                  </a:cubicBezTo>
                  <a:cubicBezTo>
                    <a:pt x="387" y="4269"/>
                    <a:pt x="1986" y="11106"/>
                    <a:pt x="2704" y="11338"/>
                  </a:cubicBezTo>
                  <a:cubicBezTo>
                    <a:pt x="2821" y="11381"/>
                    <a:pt x="3014" y="11397"/>
                    <a:pt x="3255" y="11397"/>
                  </a:cubicBezTo>
                  <a:cubicBezTo>
                    <a:pt x="4111" y="11397"/>
                    <a:pt x="5577" y="11188"/>
                    <a:pt x="6415" y="11188"/>
                  </a:cubicBezTo>
                  <a:cubicBezTo>
                    <a:pt x="6749" y="11188"/>
                    <a:pt x="6983" y="11221"/>
                    <a:pt x="7038" y="11315"/>
                  </a:cubicBezTo>
                  <a:cubicBezTo>
                    <a:pt x="7270" y="11709"/>
                    <a:pt x="4605" y="12937"/>
                    <a:pt x="5230" y="14049"/>
                  </a:cubicBezTo>
                  <a:cubicBezTo>
                    <a:pt x="5856" y="15162"/>
                    <a:pt x="7363" y="17387"/>
                    <a:pt x="8012" y="17526"/>
                  </a:cubicBezTo>
                  <a:cubicBezTo>
                    <a:pt x="8070" y="17541"/>
                    <a:pt x="8149" y="17548"/>
                    <a:pt x="8242" y="17548"/>
                  </a:cubicBezTo>
                  <a:cubicBezTo>
                    <a:pt x="9046" y="17548"/>
                    <a:pt x="10984" y="17040"/>
                    <a:pt x="11589" y="17040"/>
                  </a:cubicBezTo>
                  <a:cubicBezTo>
                    <a:pt x="11660" y="17040"/>
                    <a:pt x="11712" y="17047"/>
                    <a:pt x="11743" y="17062"/>
                  </a:cubicBezTo>
                  <a:cubicBezTo>
                    <a:pt x="12044" y="17224"/>
                    <a:pt x="10955" y="19380"/>
                    <a:pt x="11024" y="19843"/>
                  </a:cubicBezTo>
                  <a:cubicBezTo>
                    <a:pt x="11090" y="20284"/>
                    <a:pt x="12748" y="23111"/>
                    <a:pt x="13190" y="23111"/>
                  </a:cubicBezTo>
                  <a:cubicBezTo>
                    <a:pt x="13213" y="23111"/>
                    <a:pt x="13233" y="23104"/>
                    <a:pt x="13249" y="23088"/>
                  </a:cubicBezTo>
                  <a:cubicBezTo>
                    <a:pt x="13574" y="22763"/>
                    <a:pt x="13319" y="20956"/>
                    <a:pt x="13574" y="20631"/>
                  </a:cubicBezTo>
                  <a:cubicBezTo>
                    <a:pt x="13574" y="20631"/>
                    <a:pt x="15543" y="20144"/>
                    <a:pt x="15706" y="19750"/>
                  </a:cubicBezTo>
                  <a:cubicBezTo>
                    <a:pt x="15868" y="19380"/>
                    <a:pt x="15312" y="16830"/>
                    <a:pt x="15312" y="16830"/>
                  </a:cubicBezTo>
                  <a:cubicBezTo>
                    <a:pt x="15312" y="16830"/>
                    <a:pt x="19437" y="14837"/>
                    <a:pt x="19831" y="14606"/>
                  </a:cubicBezTo>
                  <a:cubicBezTo>
                    <a:pt x="20202" y="14374"/>
                    <a:pt x="17930" y="9437"/>
                    <a:pt x="18324" y="9275"/>
                  </a:cubicBezTo>
                  <a:cubicBezTo>
                    <a:pt x="18718" y="9113"/>
                    <a:pt x="20851" y="8650"/>
                    <a:pt x="21499" y="8256"/>
                  </a:cubicBezTo>
                  <a:cubicBezTo>
                    <a:pt x="22148" y="7862"/>
                    <a:pt x="21036" y="167"/>
                    <a:pt x="19692" y="5"/>
                  </a:cubicBezTo>
                  <a:cubicBezTo>
                    <a:pt x="19664" y="2"/>
                    <a:pt x="19629" y="0"/>
                    <a:pt x="195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47"/>
            <p:cNvSpPr/>
            <p:nvPr/>
          </p:nvSpPr>
          <p:spPr>
            <a:xfrm>
              <a:off x="881758" y="1069948"/>
              <a:ext cx="140589" cy="140589"/>
            </a:xfrm>
            <a:custGeom>
              <a:rect b="b" l="l" r="r" t="t"/>
              <a:pathLst>
                <a:path extrusionOk="0" h="3315" w="3315">
                  <a:moveTo>
                    <a:pt x="1646" y="1"/>
                  </a:moveTo>
                  <a:cubicBezTo>
                    <a:pt x="742" y="1"/>
                    <a:pt x="1" y="742"/>
                    <a:pt x="1" y="1646"/>
                  </a:cubicBezTo>
                  <a:cubicBezTo>
                    <a:pt x="1" y="2573"/>
                    <a:pt x="742" y="3315"/>
                    <a:pt x="1646" y="3315"/>
                  </a:cubicBezTo>
                  <a:cubicBezTo>
                    <a:pt x="2573" y="3315"/>
                    <a:pt x="3315" y="2573"/>
                    <a:pt x="3315" y="1646"/>
                  </a:cubicBezTo>
                  <a:cubicBezTo>
                    <a:pt x="3315" y="742"/>
                    <a:pt x="2573" y="1"/>
                    <a:pt x="1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47"/>
            <p:cNvSpPr/>
            <p:nvPr/>
          </p:nvSpPr>
          <p:spPr>
            <a:xfrm>
              <a:off x="910258" y="1097260"/>
              <a:ext cx="89485" cy="82827"/>
            </a:xfrm>
            <a:custGeom>
              <a:rect b="b" l="l" r="r" t="t"/>
              <a:pathLst>
                <a:path extrusionOk="0" h="1953" w="2110">
                  <a:moveTo>
                    <a:pt x="1161" y="0"/>
                  </a:moveTo>
                  <a:cubicBezTo>
                    <a:pt x="1030" y="0"/>
                    <a:pt x="904" y="564"/>
                    <a:pt x="882" y="608"/>
                  </a:cubicBezTo>
                  <a:cubicBezTo>
                    <a:pt x="650" y="701"/>
                    <a:pt x="441" y="793"/>
                    <a:pt x="186" y="863"/>
                  </a:cubicBezTo>
                  <a:cubicBezTo>
                    <a:pt x="1" y="1048"/>
                    <a:pt x="650" y="1095"/>
                    <a:pt x="743" y="1141"/>
                  </a:cubicBezTo>
                  <a:cubicBezTo>
                    <a:pt x="857" y="1187"/>
                    <a:pt x="1061" y="1953"/>
                    <a:pt x="1222" y="1953"/>
                  </a:cubicBezTo>
                  <a:cubicBezTo>
                    <a:pt x="1225" y="1953"/>
                    <a:pt x="1227" y="1953"/>
                    <a:pt x="1229" y="1952"/>
                  </a:cubicBezTo>
                  <a:cubicBezTo>
                    <a:pt x="1391" y="1952"/>
                    <a:pt x="1415" y="1234"/>
                    <a:pt x="1531" y="1211"/>
                  </a:cubicBezTo>
                  <a:cubicBezTo>
                    <a:pt x="1623" y="1164"/>
                    <a:pt x="2110" y="1025"/>
                    <a:pt x="2110" y="886"/>
                  </a:cubicBezTo>
                  <a:cubicBezTo>
                    <a:pt x="2087" y="747"/>
                    <a:pt x="1646" y="724"/>
                    <a:pt x="1461" y="608"/>
                  </a:cubicBezTo>
                  <a:cubicBezTo>
                    <a:pt x="1276" y="492"/>
                    <a:pt x="1322" y="52"/>
                    <a:pt x="1183" y="5"/>
                  </a:cubicBezTo>
                  <a:cubicBezTo>
                    <a:pt x="1176" y="2"/>
                    <a:pt x="1168" y="0"/>
                    <a:pt x="1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47"/>
            <p:cNvSpPr/>
            <p:nvPr/>
          </p:nvSpPr>
          <p:spPr>
            <a:xfrm>
              <a:off x="913226" y="1024738"/>
              <a:ext cx="91436" cy="41307"/>
            </a:xfrm>
            <a:custGeom>
              <a:rect b="b" l="l" r="r" t="t"/>
              <a:pathLst>
                <a:path extrusionOk="0" h="974" w="2156">
                  <a:moveTo>
                    <a:pt x="93" y="1"/>
                  </a:moveTo>
                  <a:cubicBezTo>
                    <a:pt x="47" y="1"/>
                    <a:pt x="0" y="47"/>
                    <a:pt x="0" y="93"/>
                  </a:cubicBezTo>
                  <a:cubicBezTo>
                    <a:pt x="0" y="116"/>
                    <a:pt x="47" y="163"/>
                    <a:pt x="70" y="163"/>
                  </a:cubicBezTo>
                  <a:cubicBezTo>
                    <a:pt x="788" y="209"/>
                    <a:pt x="1484" y="487"/>
                    <a:pt x="2017" y="951"/>
                  </a:cubicBezTo>
                  <a:cubicBezTo>
                    <a:pt x="2040" y="974"/>
                    <a:pt x="2063" y="974"/>
                    <a:pt x="2086" y="974"/>
                  </a:cubicBezTo>
                  <a:cubicBezTo>
                    <a:pt x="2109" y="974"/>
                    <a:pt x="2109" y="974"/>
                    <a:pt x="2133" y="951"/>
                  </a:cubicBezTo>
                  <a:cubicBezTo>
                    <a:pt x="2156" y="928"/>
                    <a:pt x="2156" y="881"/>
                    <a:pt x="2133" y="835"/>
                  </a:cubicBezTo>
                  <a:cubicBezTo>
                    <a:pt x="1553" y="348"/>
                    <a:pt x="835" y="47"/>
                    <a:pt x="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47"/>
            <p:cNvSpPr/>
            <p:nvPr/>
          </p:nvSpPr>
          <p:spPr>
            <a:xfrm>
              <a:off x="1235585" y="1006078"/>
              <a:ext cx="139614" cy="140589"/>
            </a:xfrm>
            <a:custGeom>
              <a:rect b="b" l="l" r="r" t="t"/>
              <a:pathLst>
                <a:path extrusionOk="0" h="3315" w="3292">
                  <a:moveTo>
                    <a:pt x="1646" y="0"/>
                  </a:moveTo>
                  <a:cubicBezTo>
                    <a:pt x="743" y="0"/>
                    <a:pt x="1" y="742"/>
                    <a:pt x="1" y="1669"/>
                  </a:cubicBezTo>
                  <a:cubicBezTo>
                    <a:pt x="1" y="2573"/>
                    <a:pt x="743" y="3314"/>
                    <a:pt x="1646" y="3314"/>
                  </a:cubicBezTo>
                  <a:cubicBezTo>
                    <a:pt x="2550" y="3314"/>
                    <a:pt x="3292" y="2573"/>
                    <a:pt x="3292" y="1669"/>
                  </a:cubicBezTo>
                  <a:cubicBezTo>
                    <a:pt x="3292" y="742"/>
                    <a:pt x="2550" y="0"/>
                    <a:pt x="1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47"/>
            <p:cNvSpPr/>
            <p:nvPr/>
          </p:nvSpPr>
          <p:spPr>
            <a:xfrm>
              <a:off x="1257214" y="1037080"/>
              <a:ext cx="88510" cy="81088"/>
            </a:xfrm>
            <a:custGeom>
              <a:rect b="b" l="l" r="r" t="t"/>
              <a:pathLst>
                <a:path extrusionOk="0" h="1912" w="2087">
                  <a:moveTo>
                    <a:pt x="703" y="0"/>
                  </a:moveTo>
                  <a:cubicBezTo>
                    <a:pt x="692" y="0"/>
                    <a:pt x="682" y="4"/>
                    <a:pt x="673" y="11"/>
                  </a:cubicBezTo>
                  <a:cubicBezTo>
                    <a:pt x="557" y="104"/>
                    <a:pt x="719" y="521"/>
                    <a:pt x="580" y="683"/>
                  </a:cubicBezTo>
                  <a:cubicBezTo>
                    <a:pt x="441" y="845"/>
                    <a:pt x="1" y="961"/>
                    <a:pt x="24" y="1123"/>
                  </a:cubicBezTo>
                  <a:cubicBezTo>
                    <a:pt x="70" y="1262"/>
                    <a:pt x="580" y="1239"/>
                    <a:pt x="673" y="1262"/>
                  </a:cubicBezTo>
                  <a:cubicBezTo>
                    <a:pt x="764" y="1262"/>
                    <a:pt x="990" y="1912"/>
                    <a:pt x="1151" y="1912"/>
                  </a:cubicBezTo>
                  <a:cubicBezTo>
                    <a:pt x="1154" y="1912"/>
                    <a:pt x="1157" y="1912"/>
                    <a:pt x="1160" y="1911"/>
                  </a:cubicBezTo>
                  <a:cubicBezTo>
                    <a:pt x="1322" y="1888"/>
                    <a:pt x="1299" y="1054"/>
                    <a:pt x="1391" y="984"/>
                  </a:cubicBezTo>
                  <a:cubicBezTo>
                    <a:pt x="1484" y="938"/>
                    <a:pt x="2087" y="683"/>
                    <a:pt x="1855" y="567"/>
                  </a:cubicBezTo>
                  <a:cubicBezTo>
                    <a:pt x="1600" y="567"/>
                    <a:pt x="1368" y="544"/>
                    <a:pt x="1113" y="521"/>
                  </a:cubicBezTo>
                  <a:cubicBezTo>
                    <a:pt x="1092" y="478"/>
                    <a:pt x="833" y="0"/>
                    <a:pt x="7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47"/>
            <p:cNvSpPr/>
            <p:nvPr/>
          </p:nvSpPr>
          <p:spPr>
            <a:xfrm>
              <a:off x="1230708" y="950648"/>
              <a:ext cx="83548" cy="57423"/>
            </a:xfrm>
            <a:custGeom>
              <a:rect b="b" l="l" r="r" t="t"/>
              <a:pathLst>
                <a:path extrusionOk="0" h="1354" w="1970">
                  <a:moveTo>
                    <a:pt x="1914" y="0"/>
                  </a:moveTo>
                  <a:cubicBezTo>
                    <a:pt x="1902" y="0"/>
                    <a:pt x="1890" y="3"/>
                    <a:pt x="1877" y="9"/>
                  </a:cubicBezTo>
                  <a:cubicBezTo>
                    <a:pt x="1136" y="195"/>
                    <a:pt x="487" y="635"/>
                    <a:pt x="23" y="1215"/>
                  </a:cubicBezTo>
                  <a:cubicBezTo>
                    <a:pt x="0" y="1284"/>
                    <a:pt x="23" y="1354"/>
                    <a:pt x="93" y="1354"/>
                  </a:cubicBezTo>
                  <a:cubicBezTo>
                    <a:pt x="116" y="1354"/>
                    <a:pt x="162" y="1330"/>
                    <a:pt x="162" y="1307"/>
                  </a:cubicBezTo>
                  <a:cubicBezTo>
                    <a:pt x="603" y="751"/>
                    <a:pt x="1228" y="357"/>
                    <a:pt x="1900" y="148"/>
                  </a:cubicBezTo>
                  <a:cubicBezTo>
                    <a:pt x="1947" y="148"/>
                    <a:pt x="1970" y="102"/>
                    <a:pt x="1970" y="56"/>
                  </a:cubicBezTo>
                  <a:cubicBezTo>
                    <a:pt x="1970" y="22"/>
                    <a:pt x="1945" y="0"/>
                    <a:pt x="1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47"/>
            <p:cNvSpPr/>
            <p:nvPr/>
          </p:nvSpPr>
          <p:spPr>
            <a:xfrm>
              <a:off x="1095038" y="1135810"/>
              <a:ext cx="103268" cy="94405"/>
            </a:xfrm>
            <a:custGeom>
              <a:rect b="b" l="l" r="r" t="t"/>
              <a:pathLst>
                <a:path extrusionOk="0" h="2226" w="2435">
                  <a:moveTo>
                    <a:pt x="2365" y="0"/>
                  </a:moveTo>
                  <a:cubicBezTo>
                    <a:pt x="2318" y="0"/>
                    <a:pt x="2295" y="24"/>
                    <a:pt x="2272" y="70"/>
                  </a:cubicBezTo>
                  <a:cubicBezTo>
                    <a:pt x="2249" y="557"/>
                    <a:pt x="2063" y="1854"/>
                    <a:pt x="1623" y="2040"/>
                  </a:cubicBezTo>
                  <a:cubicBezTo>
                    <a:pt x="1598" y="2052"/>
                    <a:pt x="1570" y="2057"/>
                    <a:pt x="1540" y="2057"/>
                  </a:cubicBezTo>
                  <a:cubicBezTo>
                    <a:pt x="1169" y="2057"/>
                    <a:pt x="507" y="1158"/>
                    <a:pt x="163" y="557"/>
                  </a:cubicBezTo>
                  <a:cubicBezTo>
                    <a:pt x="150" y="529"/>
                    <a:pt x="128" y="518"/>
                    <a:pt x="103" y="518"/>
                  </a:cubicBezTo>
                  <a:cubicBezTo>
                    <a:pt x="86" y="518"/>
                    <a:pt x="66" y="524"/>
                    <a:pt x="47" y="533"/>
                  </a:cubicBezTo>
                  <a:cubicBezTo>
                    <a:pt x="1" y="557"/>
                    <a:pt x="1" y="603"/>
                    <a:pt x="24" y="649"/>
                  </a:cubicBezTo>
                  <a:cubicBezTo>
                    <a:pt x="117" y="811"/>
                    <a:pt x="951" y="2225"/>
                    <a:pt x="1554" y="2225"/>
                  </a:cubicBezTo>
                  <a:cubicBezTo>
                    <a:pt x="1600" y="2225"/>
                    <a:pt x="1646" y="2202"/>
                    <a:pt x="1693" y="2179"/>
                  </a:cubicBezTo>
                  <a:cubicBezTo>
                    <a:pt x="2295" y="1924"/>
                    <a:pt x="2434" y="278"/>
                    <a:pt x="2434" y="93"/>
                  </a:cubicBezTo>
                  <a:cubicBezTo>
                    <a:pt x="2434" y="47"/>
                    <a:pt x="2411" y="0"/>
                    <a:pt x="2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47"/>
            <p:cNvSpPr/>
            <p:nvPr/>
          </p:nvSpPr>
          <p:spPr>
            <a:xfrm>
              <a:off x="487642" y="1133435"/>
              <a:ext cx="271297" cy="71206"/>
            </a:xfrm>
            <a:custGeom>
              <a:rect b="b" l="l" r="r" t="t"/>
              <a:pathLst>
                <a:path extrusionOk="0" h="1679" w="6397">
                  <a:moveTo>
                    <a:pt x="6307" y="1"/>
                  </a:moveTo>
                  <a:cubicBezTo>
                    <a:pt x="6297" y="1"/>
                    <a:pt x="6287" y="4"/>
                    <a:pt x="6281" y="10"/>
                  </a:cubicBezTo>
                  <a:cubicBezTo>
                    <a:pt x="6239" y="31"/>
                    <a:pt x="2632" y="1520"/>
                    <a:pt x="1027" y="1520"/>
                  </a:cubicBezTo>
                  <a:cubicBezTo>
                    <a:pt x="863" y="1520"/>
                    <a:pt x="720" y="1504"/>
                    <a:pt x="603" y="1470"/>
                  </a:cubicBezTo>
                  <a:cubicBezTo>
                    <a:pt x="418" y="1400"/>
                    <a:pt x="186" y="1308"/>
                    <a:pt x="186" y="1146"/>
                  </a:cubicBezTo>
                  <a:cubicBezTo>
                    <a:pt x="163" y="891"/>
                    <a:pt x="742" y="497"/>
                    <a:pt x="1090" y="311"/>
                  </a:cubicBezTo>
                  <a:cubicBezTo>
                    <a:pt x="1168" y="292"/>
                    <a:pt x="1114" y="157"/>
                    <a:pt x="1054" y="157"/>
                  </a:cubicBezTo>
                  <a:cubicBezTo>
                    <a:pt x="1043" y="157"/>
                    <a:pt x="1031" y="161"/>
                    <a:pt x="1020" y="172"/>
                  </a:cubicBezTo>
                  <a:cubicBezTo>
                    <a:pt x="928" y="219"/>
                    <a:pt x="1" y="705"/>
                    <a:pt x="24" y="1169"/>
                  </a:cubicBezTo>
                  <a:cubicBezTo>
                    <a:pt x="47" y="1354"/>
                    <a:pt x="232" y="1516"/>
                    <a:pt x="557" y="1609"/>
                  </a:cubicBezTo>
                  <a:cubicBezTo>
                    <a:pt x="719" y="1655"/>
                    <a:pt x="881" y="1679"/>
                    <a:pt x="1044" y="1679"/>
                  </a:cubicBezTo>
                  <a:cubicBezTo>
                    <a:pt x="2689" y="1679"/>
                    <a:pt x="6165" y="219"/>
                    <a:pt x="6327" y="149"/>
                  </a:cubicBezTo>
                  <a:cubicBezTo>
                    <a:pt x="6374" y="149"/>
                    <a:pt x="6397" y="103"/>
                    <a:pt x="6374" y="56"/>
                  </a:cubicBezTo>
                  <a:cubicBezTo>
                    <a:pt x="6374" y="22"/>
                    <a:pt x="6337" y="1"/>
                    <a:pt x="6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47"/>
            <p:cNvSpPr/>
            <p:nvPr/>
          </p:nvSpPr>
          <p:spPr>
            <a:xfrm>
              <a:off x="552529" y="1191452"/>
              <a:ext cx="250643" cy="61367"/>
            </a:xfrm>
            <a:custGeom>
              <a:rect b="b" l="l" r="r" t="t"/>
              <a:pathLst>
                <a:path extrusionOk="0" h="1447" w="5910">
                  <a:moveTo>
                    <a:pt x="5817" y="0"/>
                  </a:moveTo>
                  <a:cubicBezTo>
                    <a:pt x="5808" y="0"/>
                    <a:pt x="5800" y="3"/>
                    <a:pt x="5794" y="9"/>
                  </a:cubicBezTo>
                  <a:cubicBezTo>
                    <a:pt x="4682" y="519"/>
                    <a:pt x="3523" y="913"/>
                    <a:pt x="2341" y="1145"/>
                  </a:cubicBezTo>
                  <a:cubicBezTo>
                    <a:pt x="1823" y="1247"/>
                    <a:pt x="1425" y="1284"/>
                    <a:pt x="1120" y="1284"/>
                  </a:cubicBezTo>
                  <a:cubicBezTo>
                    <a:pt x="320" y="1284"/>
                    <a:pt x="162" y="1029"/>
                    <a:pt x="162" y="1029"/>
                  </a:cubicBezTo>
                  <a:cubicBezTo>
                    <a:pt x="145" y="995"/>
                    <a:pt x="128" y="974"/>
                    <a:pt x="102" y="974"/>
                  </a:cubicBezTo>
                  <a:cubicBezTo>
                    <a:pt x="93" y="974"/>
                    <a:pt x="82" y="976"/>
                    <a:pt x="70" y="983"/>
                  </a:cubicBezTo>
                  <a:cubicBezTo>
                    <a:pt x="23" y="1006"/>
                    <a:pt x="0" y="1052"/>
                    <a:pt x="23" y="1099"/>
                  </a:cubicBezTo>
                  <a:cubicBezTo>
                    <a:pt x="47" y="1145"/>
                    <a:pt x="209" y="1446"/>
                    <a:pt x="1089" y="1446"/>
                  </a:cubicBezTo>
                  <a:cubicBezTo>
                    <a:pt x="1530" y="1423"/>
                    <a:pt x="1947" y="1377"/>
                    <a:pt x="2387" y="1284"/>
                  </a:cubicBezTo>
                  <a:cubicBezTo>
                    <a:pt x="3569" y="1052"/>
                    <a:pt x="4751" y="681"/>
                    <a:pt x="5864" y="148"/>
                  </a:cubicBezTo>
                  <a:cubicBezTo>
                    <a:pt x="5887" y="148"/>
                    <a:pt x="5910" y="79"/>
                    <a:pt x="5887" y="56"/>
                  </a:cubicBezTo>
                  <a:cubicBezTo>
                    <a:pt x="5870" y="22"/>
                    <a:pt x="5840" y="0"/>
                    <a:pt x="58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47"/>
            <p:cNvSpPr/>
            <p:nvPr/>
          </p:nvSpPr>
          <p:spPr>
            <a:xfrm>
              <a:off x="1433173" y="926687"/>
              <a:ext cx="226088" cy="110860"/>
            </a:xfrm>
            <a:custGeom>
              <a:rect b="b" l="l" r="r" t="t"/>
              <a:pathLst>
                <a:path extrusionOk="0" h="2614" w="5331">
                  <a:moveTo>
                    <a:pt x="4699" y="1"/>
                  </a:moveTo>
                  <a:cubicBezTo>
                    <a:pt x="4332" y="1"/>
                    <a:pt x="3905" y="106"/>
                    <a:pt x="3778" y="134"/>
                  </a:cubicBezTo>
                  <a:cubicBezTo>
                    <a:pt x="3692" y="155"/>
                    <a:pt x="3705" y="276"/>
                    <a:pt x="3799" y="276"/>
                  </a:cubicBezTo>
                  <a:cubicBezTo>
                    <a:pt x="3807" y="276"/>
                    <a:pt x="3815" y="275"/>
                    <a:pt x="3824" y="273"/>
                  </a:cubicBezTo>
                  <a:cubicBezTo>
                    <a:pt x="4086" y="221"/>
                    <a:pt x="4422" y="176"/>
                    <a:pt x="4685" y="176"/>
                  </a:cubicBezTo>
                  <a:cubicBezTo>
                    <a:pt x="4888" y="176"/>
                    <a:pt x="5048" y="203"/>
                    <a:pt x="5099" y="273"/>
                  </a:cubicBezTo>
                  <a:cubicBezTo>
                    <a:pt x="5145" y="343"/>
                    <a:pt x="5099" y="482"/>
                    <a:pt x="4960" y="644"/>
                  </a:cubicBezTo>
                  <a:cubicBezTo>
                    <a:pt x="4241" y="1548"/>
                    <a:pt x="116" y="2452"/>
                    <a:pt x="93" y="2452"/>
                  </a:cubicBezTo>
                  <a:cubicBezTo>
                    <a:pt x="47" y="2475"/>
                    <a:pt x="0" y="2521"/>
                    <a:pt x="23" y="2567"/>
                  </a:cubicBezTo>
                  <a:cubicBezTo>
                    <a:pt x="23" y="2591"/>
                    <a:pt x="70" y="2614"/>
                    <a:pt x="93" y="2614"/>
                  </a:cubicBezTo>
                  <a:lnTo>
                    <a:pt x="116" y="2614"/>
                  </a:lnTo>
                  <a:cubicBezTo>
                    <a:pt x="301" y="2567"/>
                    <a:pt x="4334" y="1687"/>
                    <a:pt x="5099" y="737"/>
                  </a:cubicBezTo>
                  <a:cubicBezTo>
                    <a:pt x="5284" y="505"/>
                    <a:pt x="5330" y="319"/>
                    <a:pt x="5238" y="180"/>
                  </a:cubicBezTo>
                  <a:cubicBezTo>
                    <a:pt x="5147" y="44"/>
                    <a:pt x="4935" y="1"/>
                    <a:pt x="4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47"/>
            <p:cNvSpPr/>
            <p:nvPr/>
          </p:nvSpPr>
          <p:spPr>
            <a:xfrm>
              <a:off x="1449883" y="1021897"/>
              <a:ext cx="198564" cy="76592"/>
            </a:xfrm>
            <a:custGeom>
              <a:rect b="b" l="l" r="r" t="t"/>
              <a:pathLst>
                <a:path extrusionOk="0" h="1806" w="4682">
                  <a:moveTo>
                    <a:pt x="4151" y="1"/>
                  </a:moveTo>
                  <a:cubicBezTo>
                    <a:pt x="3943" y="1"/>
                    <a:pt x="3734" y="43"/>
                    <a:pt x="3662" y="68"/>
                  </a:cubicBezTo>
                  <a:cubicBezTo>
                    <a:pt x="3576" y="89"/>
                    <a:pt x="3589" y="209"/>
                    <a:pt x="3683" y="209"/>
                  </a:cubicBezTo>
                  <a:cubicBezTo>
                    <a:pt x="3691" y="209"/>
                    <a:pt x="3699" y="208"/>
                    <a:pt x="3708" y="207"/>
                  </a:cubicBezTo>
                  <a:cubicBezTo>
                    <a:pt x="3836" y="183"/>
                    <a:pt x="4009" y="166"/>
                    <a:pt x="4160" y="166"/>
                  </a:cubicBezTo>
                  <a:cubicBezTo>
                    <a:pt x="4311" y="166"/>
                    <a:pt x="4438" y="183"/>
                    <a:pt x="4473" y="230"/>
                  </a:cubicBezTo>
                  <a:cubicBezTo>
                    <a:pt x="4519" y="299"/>
                    <a:pt x="4450" y="392"/>
                    <a:pt x="4403" y="462"/>
                  </a:cubicBezTo>
                  <a:cubicBezTo>
                    <a:pt x="4079" y="948"/>
                    <a:pt x="1159" y="1481"/>
                    <a:pt x="70" y="1643"/>
                  </a:cubicBezTo>
                  <a:cubicBezTo>
                    <a:pt x="23" y="1643"/>
                    <a:pt x="0" y="1690"/>
                    <a:pt x="0" y="1736"/>
                  </a:cubicBezTo>
                  <a:cubicBezTo>
                    <a:pt x="0" y="1782"/>
                    <a:pt x="46" y="1806"/>
                    <a:pt x="70" y="1806"/>
                  </a:cubicBezTo>
                  <a:lnTo>
                    <a:pt x="93" y="1806"/>
                  </a:lnTo>
                  <a:cubicBezTo>
                    <a:pt x="510" y="1736"/>
                    <a:pt x="4102" y="1203"/>
                    <a:pt x="4542" y="554"/>
                  </a:cubicBezTo>
                  <a:cubicBezTo>
                    <a:pt x="4658" y="392"/>
                    <a:pt x="4682" y="253"/>
                    <a:pt x="4612" y="160"/>
                  </a:cubicBezTo>
                  <a:cubicBezTo>
                    <a:pt x="4534" y="38"/>
                    <a:pt x="4343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7"/>
            <p:cNvSpPr/>
            <p:nvPr/>
          </p:nvSpPr>
          <p:spPr>
            <a:xfrm>
              <a:off x="1255263" y="1244974"/>
              <a:ext cx="276216" cy="126763"/>
            </a:xfrm>
            <a:custGeom>
              <a:rect b="b" l="l" r="r" t="t"/>
              <a:pathLst>
                <a:path extrusionOk="0" h="2989" w="6513">
                  <a:moveTo>
                    <a:pt x="5780" y="1"/>
                  </a:moveTo>
                  <a:cubicBezTo>
                    <a:pt x="5437" y="1"/>
                    <a:pt x="5073" y="66"/>
                    <a:pt x="4960" y="91"/>
                  </a:cubicBezTo>
                  <a:cubicBezTo>
                    <a:pt x="4873" y="113"/>
                    <a:pt x="4888" y="256"/>
                    <a:pt x="4984" y="256"/>
                  </a:cubicBezTo>
                  <a:cubicBezTo>
                    <a:pt x="4991" y="256"/>
                    <a:pt x="4999" y="255"/>
                    <a:pt x="5006" y="254"/>
                  </a:cubicBezTo>
                  <a:cubicBezTo>
                    <a:pt x="5238" y="207"/>
                    <a:pt x="5534" y="173"/>
                    <a:pt x="5786" y="173"/>
                  </a:cubicBezTo>
                  <a:cubicBezTo>
                    <a:pt x="6038" y="173"/>
                    <a:pt x="6246" y="207"/>
                    <a:pt x="6304" y="300"/>
                  </a:cubicBezTo>
                  <a:cubicBezTo>
                    <a:pt x="6350" y="370"/>
                    <a:pt x="6258" y="509"/>
                    <a:pt x="6188" y="601"/>
                  </a:cubicBezTo>
                  <a:cubicBezTo>
                    <a:pt x="5516" y="1412"/>
                    <a:pt x="116" y="2803"/>
                    <a:pt x="70" y="2826"/>
                  </a:cubicBezTo>
                  <a:cubicBezTo>
                    <a:pt x="24" y="2826"/>
                    <a:pt x="0" y="2872"/>
                    <a:pt x="0" y="2919"/>
                  </a:cubicBezTo>
                  <a:cubicBezTo>
                    <a:pt x="24" y="2965"/>
                    <a:pt x="47" y="2988"/>
                    <a:pt x="93" y="2988"/>
                  </a:cubicBezTo>
                  <a:lnTo>
                    <a:pt x="116" y="2988"/>
                  </a:lnTo>
                  <a:cubicBezTo>
                    <a:pt x="325" y="2919"/>
                    <a:pt x="5609" y="1575"/>
                    <a:pt x="6304" y="694"/>
                  </a:cubicBezTo>
                  <a:cubicBezTo>
                    <a:pt x="6466" y="509"/>
                    <a:pt x="6513" y="346"/>
                    <a:pt x="6443" y="207"/>
                  </a:cubicBezTo>
                  <a:cubicBezTo>
                    <a:pt x="6347" y="48"/>
                    <a:pt x="6071" y="1"/>
                    <a:pt x="5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47"/>
            <p:cNvSpPr/>
            <p:nvPr/>
          </p:nvSpPr>
          <p:spPr>
            <a:xfrm>
              <a:off x="818864" y="1461731"/>
              <a:ext cx="222186" cy="80409"/>
            </a:xfrm>
            <a:custGeom>
              <a:rect b="b" l="l" r="r" t="t"/>
              <a:pathLst>
                <a:path extrusionOk="0" h="1896" w="5239">
                  <a:moveTo>
                    <a:pt x="5136" y="0"/>
                  </a:moveTo>
                  <a:cubicBezTo>
                    <a:pt x="5124" y="0"/>
                    <a:pt x="5112" y="3"/>
                    <a:pt x="5099" y="9"/>
                  </a:cubicBezTo>
                  <a:cubicBezTo>
                    <a:pt x="4141" y="530"/>
                    <a:pt x="1683" y="1726"/>
                    <a:pt x="759" y="1726"/>
                  </a:cubicBezTo>
                  <a:cubicBezTo>
                    <a:pt x="656" y="1726"/>
                    <a:pt x="571" y="1711"/>
                    <a:pt x="511" y="1678"/>
                  </a:cubicBezTo>
                  <a:cubicBezTo>
                    <a:pt x="348" y="1632"/>
                    <a:pt x="232" y="1493"/>
                    <a:pt x="209" y="1330"/>
                  </a:cubicBezTo>
                  <a:cubicBezTo>
                    <a:pt x="163" y="1006"/>
                    <a:pt x="603" y="612"/>
                    <a:pt x="603" y="612"/>
                  </a:cubicBezTo>
                  <a:cubicBezTo>
                    <a:pt x="626" y="589"/>
                    <a:pt x="626" y="543"/>
                    <a:pt x="603" y="519"/>
                  </a:cubicBezTo>
                  <a:cubicBezTo>
                    <a:pt x="580" y="496"/>
                    <a:pt x="557" y="485"/>
                    <a:pt x="537" y="485"/>
                  </a:cubicBezTo>
                  <a:cubicBezTo>
                    <a:pt x="516" y="485"/>
                    <a:pt x="499" y="496"/>
                    <a:pt x="487" y="519"/>
                  </a:cubicBezTo>
                  <a:cubicBezTo>
                    <a:pt x="464" y="519"/>
                    <a:pt x="1" y="936"/>
                    <a:pt x="47" y="1354"/>
                  </a:cubicBezTo>
                  <a:cubicBezTo>
                    <a:pt x="93" y="1562"/>
                    <a:pt x="232" y="1748"/>
                    <a:pt x="418" y="1840"/>
                  </a:cubicBezTo>
                  <a:cubicBezTo>
                    <a:pt x="486" y="1874"/>
                    <a:pt x="566" y="1896"/>
                    <a:pt x="650" y="1896"/>
                  </a:cubicBezTo>
                  <a:cubicBezTo>
                    <a:pt x="680" y="1896"/>
                    <a:pt x="711" y="1893"/>
                    <a:pt x="742" y="1887"/>
                  </a:cubicBezTo>
                  <a:cubicBezTo>
                    <a:pt x="1206" y="1887"/>
                    <a:pt x="2017" y="1655"/>
                    <a:pt x="3129" y="1145"/>
                  </a:cubicBezTo>
                  <a:cubicBezTo>
                    <a:pt x="4195" y="682"/>
                    <a:pt x="5169" y="149"/>
                    <a:pt x="5169" y="149"/>
                  </a:cubicBezTo>
                  <a:cubicBezTo>
                    <a:pt x="5215" y="125"/>
                    <a:pt x="5238" y="79"/>
                    <a:pt x="5215" y="56"/>
                  </a:cubicBezTo>
                  <a:cubicBezTo>
                    <a:pt x="5198" y="22"/>
                    <a:pt x="5169" y="0"/>
                    <a:pt x="5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47"/>
            <p:cNvSpPr/>
            <p:nvPr/>
          </p:nvSpPr>
          <p:spPr>
            <a:xfrm>
              <a:off x="1324052" y="1318300"/>
              <a:ext cx="202508" cy="80961"/>
            </a:xfrm>
            <a:custGeom>
              <a:rect b="b" l="l" r="r" t="t"/>
              <a:pathLst>
                <a:path extrusionOk="0" h="1909" w="4775">
                  <a:moveTo>
                    <a:pt x="3887" y="1"/>
                  </a:moveTo>
                  <a:cubicBezTo>
                    <a:pt x="3741" y="1"/>
                    <a:pt x="3621" y="8"/>
                    <a:pt x="3570" y="8"/>
                  </a:cubicBezTo>
                  <a:cubicBezTo>
                    <a:pt x="3523" y="8"/>
                    <a:pt x="3477" y="54"/>
                    <a:pt x="3500" y="77"/>
                  </a:cubicBezTo>
                  <a:cubicBezTo>
                    <a:pt x="3500" y="124"/>
                    <a:pt x="3523" y="170"/>
                    <a:pt x="3570" y="170"/>
                  </a:cubicBezTo>
                  <a:cubicBezTo>
                    <a:pt x="3680" y="159"/>
                    <a:pt x="3794" y="153"/>
                    <a:pt x="3905" y="153"/>
                  </a:cubicBezTo>
                  <a:cubicBezTo>
                    <a:pt x="4236" y="153"/>
                    <a:pt x="4531" y="205"/>
                    <a:pt x="4566" y="309"/>
                  </a:cubicBezTo>
                  <a:cubicBezTo>
                    <a:pt x="4589" y="332"/>
                    <a:pt x="4543" y="425"/>
                    <a:pt x="4474" y="495"/>
                  </a:cubicBezTo>
                  <a:cubicBezTo>
                    <a:pt x="3917" y="1051"/>
                    <a:pt x="93" y="1746"/>
                    <a:pt x="70" y="1746"/>
                  </a:cubicBezTo>
                  <a:cubicBezTo>
                    <a:pt x="24" y="1746"/>
                    <a:pt x="1" y="1792"/>
                    <a:pt x="1" y="1839"/>
                  </a:cubicBezTo>
                  <a:cubicBezTo>
                    <a:pt x="1" y="1885"/>
                    <a:pt x="47" y="1908"/>
                    <a:pt x="70" y="1908"/>
                  </a:cubicBezTo>
                  <a:lnTo>
                    <a:pt x="93" y="1908"/>
                  </a:lnTo>
                  <a:cubicBezTo>
                    <a:pt x="256" y="1885"/>
                    <a:pt x="4010" y="1190"/>
                    <a:pt x="4589" y="610"/>
                  </a:cubicBezTo>
                  <a:cubicBezTo>
                    <a:pt x="4728" y="471"/>
                    <a:pt x="4775" y="356"/>
                    <a:pt x="4728" y="240"/>
                  </a:cubicBezTo>
                  <a:cubicBezTo>
                    <a:pt x="4633" y="34"/>
                    <a:pt x="4202" y="1"/>
                    <a:pt x="3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47"/>
            <p:cNvSpPr/>
            <p:nvPr/>
          </p:nvSpPr>
          <p:spPr>
            <a:xfrm>
              <a:off x="988886" y="739446"/>
              <a:ext cx="621222" cy="161497"/>
            </a:xfrm>
            <a:custGeom>
              <a:rect b="b" l="l" r="r" t="t"/>
              <a:pathLst>
                <a:path extrusionOk="0" h="3808" w="14648">
                  <a:moveTo>
                    <a:pt x="13599" y="0"/>
                  </a:moveTo>
                  <a:cubicBezTo>
                    <a:pt x="13222" y="0"/>
                    <a:pt x="12855" y="42"/>
                    <a:pt x="12724" y="53"/>
                  </a:cubicBezTo>
                  <a:cubicBezTo>
                    <a:pt x="12631" y="76"/>
                    <a:pt x="12655" y="215"/>
                    <a:pt x="12747" y="215"/>
                  </a:cubicBezTo>
                  <a:cubicBezTo>
                    <a:pt x="12986" y="187"/>
                    <a:pt x="13291" y="166"/>
                    <a:pt x="13579" y="166"/>
                  </a:cubicBezTo>
                  <a:cubicBezTo>
                    <a:pt x="13990" y="166"/>
                    <a:pt x="14367" y="208"/>
                    <a:pt x="14462" y="331"/>
                  </a:cubicBezTo>
                  <a:cubicBezTo>
                    <a:pt x="14462" y="354"/>
                    <a:pt x="14485" y="401"/>
                    <a:pt x="14416" y="517"/>
                  </a:cubicBezTo>
                  <a:cubicBezTo>
                    <a:pt x="14138" y="1003"/>
                    <a:pt x="5679" y="2649"/>
                    <a:pt x="94" y="3645"/>
                  </a:cubicBezTo>
                  <a:cubicBezTo>
                    <a:pt x="47" y="3668"/>
                    <a:pt x="1" y="3692"/>
                    <a:pt x="24" y="3738"/>
                  </a:cubicBezTo>
                  <a:cubicBezTo>
                    <a:pt x="24" y="3784"/>
                    <a:pt x="71" y="3807"/>
                    <a:pt x="94" y="3807"/>
                  </a:cubicBezTo>
                  <a:lnTo>
                    <a:pt x="117" y="3807"/>
                  </a:lnTo>
                  <a:cubicBezTo>
                    <a:pt x="1554" y="3553"/>
                    <a:pt x="14138" y="1305"/>
                    <a:pt x="14555" y="609"/>
                  </a:cubicBezTo>
                  <a:cubicBezTo>
                    <a:pt x="14625" y="493"/>
                    <a:pt x="14648" y="354"/>
                    <a:pt x="14578" y="262"/>
                  </a:cubicBezTo>
                  <a:cubicBezTo>
                    <a:pt x="14456" y="53"/>
                    <a:pt x="14021" y="0"/>
                    <a:pt x="13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47"/>
            <p:cNvSpPr/>
            <p:nvPr/>
          </p:nvSpPr>
          <p:spPr>
            <a:xfrm>
              <a:off x="503376" y="923124"/>
              <a:ext cx="302765" cy="78077"/>
            </a:xfrm>
            <a:custGeom>
              <a:rect b="b" l="l" r="r" t="t"/>
              <a:pathLst>
                <a:path extrusionOk="0" h="1841" w="7139">
                  <a:moveTo>
                    <a:pt x="7059" y="0"/>
                  </a:moveTo>
                  <a:cubicBezTo>
                    <a:pt x="7047" y="0"/>
                    <a:pt x="7035" y="3"/>
                    <a:pt x="7023" y="9"/>
                  </a:cubicBezTo>
                  <a:cubicBezTo>
                    <a:pt x="5185" y="608"/>
                    <a:pt x="1712" y="1679"/>
                    <a:pt x="673" y="1679"/>
                  </a:cubicBezTo>
                  <a:cubicBezTo>
                    <a:pt x="585" y="1679"/>
                    <a:pt x="515" y="1671"/>
                    <a:pt x="464" y="1655"/>
                  </a:cubicBezTo>
                  <a:cubicBezTo>
                    <a:pt x="255" y="1585"/>
                    <a:pt x="255" y="1493"/>
                    <a:pt x="255" y="1470"/>
                  </a:cubicBezTo>
                  <a:cubicBezTo>
                    <a:pt x="186" y="1215"/>
                    <a:pt x="696" y="705"/>
                    <a:pt x="1020" y="473"/>
                  </a:cubicBezTo>
                  <a:cubicBezTo>
                    <a:pt x="1079" y="415"/>
                    <a:pt x="1022" y="323"/>
                    <a:pt x="962" y="323"/>
                  </a:cubicBezTo>
                  <a:cubicBezTo>
                    <a:pt x="950" y="323"/>
                    <a:pt x="939" y="327"/>
                    <a:pt x="927" y="334"/>
                  </a:cubicBezTo>
                  <a:cubicBezTo>
                    <a:pt x="812" y="403"/>
                    <a:pt x="0" y="1052"/>
                    <a:pt x="93" y="1493"/>
                  </a:cubicBezTo>
                  <a:cubicBezTo>
                    <a:pt x="116" y="1655"/>
                    <a:pt x="255" y="1771"/>
                    <a:pt x="418" y="1794"/>
                  </a:cubicBezTo>
                  <a:cubicBezTo>
                    <a:pt x="487" y="1817"/>
                    <a:pt x="580" y="1840"/>
                    <a:pt x="649" y="1840"/>
                  </a:cubicBezTo>
                  <a:cubicBezTo>
                    <a:pt x="2017" y="1840"/>
                    <a:pt x="6860" y="241"/>
                    <a:pt x="7069" y="149"/>
                  </a:cubicBezTo>
                  <a:cubicBezTo>
                    <a:pt x="7115" y="149"/>
                    <a:pt x="7138" y="102"/>
                    <a:pt x="7115" y="56"/>
                  </a:cubicBezTo>
                  <a:cubicBezTo>
                    <a:pt x="7115" y="22"/>
                    <a:pt x="7090" y="0"/>
                    <a:pt x="70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47"/>
            <p:cNvSpPr/>
            <p:nvPr/>
          </p:nvSpPr>
          <p:spPr>
            <a:xfrm>
              <a:off x="1151062" y="1529926"/>
              <a:ext cx="210396" cy="89485"/>
            </a:xfrm>
            <a:custGeom>
              <a:rect b="b" l="l" r="r" t="t"/>
              <a:pathLst>
                <a:path extrusionOk="0" h="2110" w="4961">
                  <a:moveTo>
                    <a:pt x="4372" y="1"/>
                  </a:moveTo>
                  <a:cubicBezTo>
                    <a:pt x="4155" y="1"/>
                    <a:pt x="3941" y="35"/>
                    <a:pt x="3871" y="47"/>
                  </a:cubicBezTo>
                  <a:cubicBezTo>
                    <a:pt x="3785" y="47"/>
                    <a:pt x="3799" y="188"/>
                    <a:pt x="3896" y="188"/>
                  </a:cubicBezTo>
                  <a:cubicBezTo>
                    <a:pt x="3902" y="188"/>
                    <a:pt x="3910" y="188"/>
                    <a:pt x="3917" y="186"/>
                  </a:cubicBezTo>
                  <a:cubicBezTo>
                    <a:pt x="4046" y="164"/>
                    <a:pt x="4220" y="148"/>
                    <a:pt x="4376" y="148"/>
                  </a:cubicBezTo>
                  <a:cubicBezTo>
                    <a:pt x="4557" y="148"/>
                    <a:pt x="4714" y="170"/>
                    <a:pt x="4752" y="232"/>
                  </a:cubicBezTo>
                  <a:cubicBezTo>
                    <a:pt x="4775" y="279"/>
                    <a:pt x="4752" y="348"/>
                    <a:pt x="4729" y="395"/>
                  </a:cubicBezTo>
                  <a:cubicBezTo>
                    <a:pt x="4497" y="765"/>
                    <a:pt x="1809" y="1530"/>
                    <a:pt x="70" y="1947"/>
                  </a:cubicBezTo>
                  <a:cubicBezTo>
                    <a:pt x="24" y="1947"/>
                    <a:pt x="1" y="1994"/>
                    <a:pt x="1" y="2040"/>
                  </a:cubicBezTo>
                  <a:cubicBezTo>
                    <a:pt x="24" y="2086"/>
                    <a:pt x="47" y="2110"/>
                    <a:pt x="94" y="2110"/>
                  </a:cubicBezTo>
                  <a:cubicBezTo>
                    <a:pt x="557" y="1994"/>
                    <a:pt x="4543" y="1020"/>
                    <a:pt x="4868" y="487"/>
                  </a:cubicBezTo>
                  <a:cubicBezTo>
                    <a:pt x="4960" y="325"/>
                    <a:pt x="4937" y="209"/>
                    <a:pt x="4891" y="163"/>
                  </a:cubicBezTo>
                  <a:cubicBezTo>
                    <a:pt x="4810" y="35"/>
                    <a:pt x="4590" y="1"/>
                    <a:pt x="4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47"/>
            <p:cNvSpPr/>
            <p:nvPr/>
          </p:nvSpPr>
          <p:spPr>
            <a:xfrm>
              <a:off x="773655" y="1407743"/>
              <a:ext cx="288558" cy="76041"/>
            </a:xfrm>
            <a:custGeom>
              <a:rect b="b" l="l" r="r" t="t"/>
              <a:pathLst>
                <a:path extrusionOk="0" h="1793" w="6804">
                  <a:moveTo>
                    <a:pt x="6682" y="0"/>
                  </a:moveTo>
                  <a:cubicBezTo>
                    <a:pt x="6672" y="0"/>
                    <a:pt x="6662" y="3"/>
                    <a:pt x="6652" y="8"/>
                  </a:cubicBezTo>
                  <a:cubicBezTo>
                    <a:pt x="5290" y="497"/>
                    <a:pt x="1799" y="1612"/>
                    <a:pt x="734" y="1612"/>
                  </a:cubicBezTo>
                  <a:cubicBezTo>
                    <a:pt x="639" y="1612"/>
                    <a:pt x="564" y="1603"/>
                    <a:pt x="510" y="1584"/>
                  </a:cubicBezTo>
                  <a:cubicBezTo>
                    <a:pt x="348" y="1537"/>
                    <a:pt x="279" y="1468"/>
                    <a:pt x="256" y="1352"/>
                  </a:cubicBezTo>
                  <a:cubicBezTo>
                    <a:pt x="186" y="1051"/>
                    <a:pt x="603" y="587"/>
                    <a:pt x="789" y="448"/>
                  </a:cubicBezTo>
                  <a:cubicBezTo>
                    <a:pt x="812" y="425"/>
                    <a:pt x="812" y="355"/>
                    <a:pt x="789" y="332"/>
                  </a:cubicBezTo>
                  <a:cubicBezTo>
                    <a:pt x="765" y="321"/>
                    <a:pt x="742" y="315"/>
                    <a:pt x="722" y="315"/>
                  </a:cubicBezTo>
                  <a:cubicBezTo>
                    <a:pt x="702" y="315"/>
                    <a:pt x="684" y="321"/>
                    <a:pt x="673" y="332"/>
                  </a:cubicBezTo>
                  <a:cubicBezTo>
                    <a:pt x="650" y="355"/>
                    <a:pt x="1" y="958"/>
                    <a:pt x="93" y="1398"/>
                  </a:cubicBezTo>
                  <a:cubicBezTo>
                    <a:pt x="140" y="1561"/>
                    <a:pt x="279" y="1700"/>
                    <a:pt x="441" y="1746"/>
                  </a:cubicBezTo>
                  <a:cubicBezTo>
                    <a:pt x="534" y="1769"/>
                    <a:pt x="626" y="1792"/>
                    <a:pt x="719" y="1792"/>
                  </a:cubicBezTo>
                  <a:cubicBezTo>
                    <a:pt x="2063" y="1792"/>
                    <a:pt x="6513" y="240"/>
                    <a:pt x="6721" y="170"/>
                  </a:cubicBezTo>
                  <a:cubicBezTo>
                    <a:pt x="6804" y="149"/>
                    <a:pt x="6758" y="0"/>
                    <a:pt x="6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47"/>
            <p:cNvSpPr/>
            <p:nvPr/>
          </p:nvSpPr>
          <p:spPr>
            <a:xfrm>
              <a:off x="722551" y="867058"/>
              <a:ext cx="658542" cy="136094"/>
            </a:xfrm>
            <a:custGeom>
              <a:rect b="b" l="l" r="r" t="t"/>
              <a:pathLst>
                <a:path extrusionOk="0" h="3209" w="15528">
                  <a:moveTo>
                    <a:pt x="15429" y="1"/>
                  </a:moveTo>
                  <a:cubicBezTo>
                    <a:pt x="15416" y="1"/>
                    <a:pt x="15402" y="4"/>
                    <a:pt x="15389" y="11"/>
                  </a:cubicBezTo>
                  <a:cubicBezTo>
                    <a:pt x="13210" y="1378"/>
                    <a:pt x="209" y="3046"/>
                    <a:pt x="70" y="3046"/>
                  </a:cubicBezTo>
                  <a:cubicBezTo>
                    <a:pt x="1" y="3070"/>
                    <a:pt x="1" y="3209"/>
                    <a:pt x="70" y="3209"/>
                  </a:cubicBezTo>
                  <a:lnTo>
                    <a:pt x="93" y="3209"/>
                  </a:lnTo>
                  <a:cubicBezTo>
                    <a:pt x="626" y="3139"/>
                    <a:pt x="13257" y="1540"/>
                    <a:pt x="15482" y="150"/>
                  </a:cubicBezTo>
                  <a:cubicBezTo>
                    <a:pt x="15505" y="126"/>
                    <a:pt x="15528" y="80"/>
                    <a:pt x="15505" y="34"/>
                  </a:cubicBezTo>
                  <a:cubicBezTo>
                    <a:pt x="15488" y="17"/>
                    <a:pt x="15460" y="1"/>
                    <a:pt x="15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7"/>
            <p:cNvSpPr/>
            <p:nvPr/>
          </p:nvSpPr>
          <p:spPr>
            <a:xfrm>
              <a:off x="865049" y="1209519"/>
              <a:ext cx="65905" cy="66881"/>
            </a:xfrm>
            <a:custGeom>
              <a:rect b="b" l="l" r="r" t="t"/>
              <a:pathLst>
                <a:path extrusionOk="0" h="1577" w="1554">
                  <a:moveTo>
                    <a:pt x="789" y="0"/>
                  </a:moveTo>
                  <a:cubicBezTo>
                    <a:pt x="349" y="0"/>
                    <a:pt x="1" y="348"/>
                    <a:pt x="1" y="788"/>
                  </a:cubicBezTo>
                  <a:cubicBezTo>
                    <a:pt x="1" y="1229"/>
                    <a:pt x="349" y="1576"/>
                    <a:pt x="789" y="1576"/>
                  </a:cubicBezTo>
                  <a:cubicBezTo>
                    <a:pt x="1206" y="1576"/>
                    <a:pt x="1554" y="1229"/>
                    <a:pt x="1554" y="788"/>
                  </a:cubicBezTo>
                  <a:cubicBezTo>
                    <a:pt x="1554" y="348"/>
                    <a:pt x="1206" y="0"/>
                    <a:pt x="7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7"/>
            <p:cNvSpPr/>
            <p:nvPr/>
          </p:nvSpPr>
          <p:spPr>
            <a:xfrm>
              <a:off x="1357471" y="1125971"/>
              <a:ext cx="65905" cy="65905"/>
            </a:xfrm>
            <a:custGeom>
              <a:rect b="b" l="l" r="r" t="t"/>
              <a:pathLst>
                <a:path extrusionOk="0" h="1554" w="1554">
                  <a:moveTo>
                    <a:pt x="765" y="1"/>
                  </a:moveTo>
                  <a:cubicBezTo>
                    <a:pt x="348" y="1"/>
                    <a:pt x="1" y="348"/>
                    <a:pt x="1" y="765"/>
                  </a:cubicBezTo>
                  <a:cubicBezTo>
                    <a:pt x="1" y="1206"/>
                    <a:pt x="348" y="1553"/>
                    <a:pt x="765" y="1553"/>
                  </a:cubicBezTo>
                  <a:cubicBezTo>
                    <a:pt x="1206" y="1553"/>
                    <a:pt x="1553" y="1206"/>
                    <a:pt x="1553" y="765"/>
                  </a:cubicBezTo>
                  <a:cubicBezTo>
                    <a:pt x="1553" y="348"/>
                    <a:pt x="1206" y="1"/>
                    <a:pt x="7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47"/>
            <p:cNvSpPr/>
            <p:nvPr/>
          </p:nvSpPr>
          <p:spPr>
            <a:xfrm>
              <a:off x="962380" y="1633449"/>
              <a:ext cx="204077" cy="50977"/>
            </a:xfrm>
            <a:custGeom>
              <a:rect b="b" l="l" r="r" t="t"/>
              <a:pathLst>
                <a:path extrusionOk="0" h="1202" w="4812">
                  <a:moveTo>
                    <a:pt x="405" y="1"/>
                  </a:moveTo>
                  <a:cubicBezTo>
                    <a:pt x="383" y="1"/>
                    <a:pt x="361" y="12"/>
                    <a:pt x="348" y="39"/>
                  </a:cubicBezTo>
                  <a:cubicBezTo>
                    <a:pt x="302" y="109"/>
                    <a:pt x="0" y="665"/>
                    <a:pt x="209" y="989"/>
                  </a:cubicBezTo>
                  <a:cubicBezTo>
                    <a:pt x="292" y="1114"/>
                    <a:pt x="431" y="1202"/>
                    <a:pt x="593" y="1202"/>
                  </a:cubicBezTo>
                  <a:cubicBezTo>
                    <a:pt x="611" y="1202"/>
                    <a:pt x="630" y="1200"/>
                    <a:pt x="649" y="1198"/>
                  </a:cubicBezTo>
                  <a:cubicBezTo>
                    <a:pt x="1437" y="1198"/>
                    <a:pt x="4589" y="294"/>
                    <a:pt x="4705" y="248"/>
                  </a:cubicBezTo>
                  <a:cubicBezTo>
                    <a:pt x="4812" y="205"/>
                    <a:pt x="4780" y="83"/>
                    <a:pt x="4684" y="83"/>
                  </a:cubicBezTo>
                  <a:cubicBezTo>
                    <a:pt x="4676" y="83"/>
                    <a:pt x="4667" y="84"/>
                    <a:pt x="4658" y="86"/>
                  </a:cubicBezTo>
                  <a:cubicBezTo>
                    <a:pt x="4635" y="109"/>
                    <a:pt x="1414" y="1036"/>
                    <a:pt x="649" y="1036"/>
                  </a:cubicBezTo>
                  <a:cubicBezTo>
                    <a:pt x="629" y="1040"/>
                    <a:pt x="609" y="1042"/>
                    <a:pt x="590" y="1042"/>
                  </a:cubicBezTo>
                  <a:cubicBezTo>
                    <a:pt x="495" y="1042"/>
                    <a:pt x="405" y="997"/>
                    <a:pt x="348" y="920"/>
                  </a:cubicBezTo>
                  <a:cubicBezTo>
                    <a:pt x="209" y="711"/>
                    <a:pt x="394" y="271"/>
                    <a:pt x="487" y="132"/>
                  </a:cubicBezTo>
                  <a:cubicBezTo>
                    <a:pt x="520" y="66"/>
                    <a:pt x="460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3" name="Google Shape;713;p47"/>
          <p:cNvGrpSpPr/>
          <p:nvPr/>
        </p:nvGrpSpPr>
        <p:grpSpPr>
          <a:xfrm rot="-2700000">
            <a:off x="8166770" y="1506086"/>
            <a:ext cx="759450" cy="520392"/>
            <a:chOff x="15093307" y="1257889"/>
            <a:chExt cx="759458" cy="520397"/>
          </a:xfrm>
        </p:grpSpPr>
        <p:sp>
          <p:nvSpPr>
            <p:cNvPr id="714" name="Google Shape;714;p47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47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47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47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47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47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47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47"/>
            <p:cNvSpPr/>
            <p:nvPr/>
          </p:nvSpPr>
          <p:spPr>
            <a:xfrm>
              <a:off x="15093307" y="1519199"/>
              <a:ext cx="68142" cy="63823"/>
            </a:xfrm>
            <a:custGeom>
              <a:rect b="b" l="l" r="r" t="t"/>
              <a:pathLst>
                <a:path extrusionOk="0" h="1463" w="1562">
                  <a:moveTo>
                    <a:pt x="698" y="1"/>
                  </a:moveTo>
                  <a:cubicBezTo>
                    <a:pt x="513" y="1"/>
                    <a:pt x="331" y="75"/>
                    <a:pt x="198" y="215"/>
                  </a:cubicBezTo>
                  <a:cubicBezTo>
                    <a:pt x="0" y="490"/>
                    <a:pt x="11" y="864"/>
                    <a:pt x="231" y="1117"/>
                  </a:cubicBezTo>
                  <a:cubicBezTo>
                    <a:pt x="396" y="1310"/>
                    <a:pt x="735" y="1462"/>
                    <a:pt x="1026" y="1462"/>
                  </a:cubicBezTo>
                  <a:cubicBezTo>
                    <a:pt x="1298" y="1462"/>
                    <a:pt x="1529" y="1330"/>
                    <a:pt x="1540" y="974"/>
                  </a:cubicBezTo>
                  <a:cubicBezTo>
                    <a:pt x="1562" y="567"/>
                    <a:pt x="1309" y="182"/>
                    <a:pt x="924" y="39"/>
                  </a:cubicBezTo>
                  <a:cubicBezTo>
                    <a:pt x="850" y="13"/>
                    <a:pt x="774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47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7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47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47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47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1" name="Google Shape;731;p48"/>
          <p:cNvGrpSpPr/>
          <p:nvPr/>
        </p:nvGrpSpPr>
        <p:grpSpPr>
          <a:xfrm>
            <a:off x="7362754" y="1308820"/>
            <a:ext cx="922110" cy="922110"/>
            <a:chOff x="-243925" y="1697675"/>
            <a:chExt cx="866400" cy="866400"/>
          </a:xfrm>
        </p:grpSpPr>
        <p:sp>
          <p:nvSpPr>
            <p:cNvPr id="732" name="Google Shape;732;p48"/>
            <p:cNvSpPr/>
            <p:nvPr/>
          </p:nvSpPr>
          <p:spPr>
            <a:xfrm>
              <a:off x="-243925" y="1697675"/>
              <a:ext cx="866400" cy="866400"/>
            </a:xfrm>
            <a:prstGeom prst="ellipse">
              <a:avLst/>
            </a:prstGeom>
            <a:solidFill>
              <a:schemeClr val="accent5"/>
            </a:solidFill>
            <a:ln cap="flat" cmpd="sng" w="1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48"/>
            <p:cNvSpPr/>
            <p:nvPr/>
          </p:nvSpPr>
          <p:spPr>
            <a:xfrm>
              <a:off x="-243925" y="1697675"/>
              <a:ext cx="866400" cy="866400"/>
            </a:xfrm>
            <a:prstGeom prst="ellipse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4" name="Google Shape;734;p48"/>
          <p:cNvSpPr txBox="1"/>
          <p:nvPr>
            <p:ph type="title"/>
          </p:nvPr>
        </p:nvSpPr>
        <p:spPr>
          <a:xfrm>
            <a:off x="4911800" y="2383775"/>
            <a:ext cx="3518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The data</a:t>
            </a:r>
            <a:endParaRPr/>
          </a:p>
        </p:txBody>
      </p:sp>
      <p:sp>
        <p:nvSpPr>
          <p:cNvPr id="735" name="Google Shape;735;p48"/>
          <p:cNvSpPr txBox="1"/>
          <p:nvPr>
            <p:ph idx="2" type="title"/>
          </p:nvPr>
        </p:nvSpPr>
        <p:spPr>
          <a:xfrm>
            <a:off x="7356799" y="1362025"/>
            <a:ext cx="9222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736" name="Google Shape;736;p48"/>
          <p:cNvSpPr txBox="1"/>
          <p:nvPr>
            <p:ph idx="1" type="subTitle"/>
          </p:nvPr>
        </p:nvSpPr>
        <p:spPr>
          <a:xfrm>
            <a:off x="4911925" y="3221225"/>
            <a:ext cx="351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API, region and data quality</a:t>
            </a:r>
            <a:endParaRPr/>
          </a:p>
        </p:txBody>
      </p:sp>
      <p:sp>
        <p:nvSpPr>
          <p:cNvPr id="737" name="Google Shape;737;p48"/>
          <p:cNvSpPr/>
          <p:nvPr/>
        </p:nvSpPr>
        <p:spPr>
          <a:xfrm rot="-5639223">
            <a:off x="5532419" y="-84795"/>
            <a:ext cx="1199933" cy="1248597"/>
          </a:xfrm>
          <a:custGeom>
            <a:rect b="b" l="l" r="r" t="t"/>
            <a:pathLst>
              <a:path extrusionOk="0" h="11507" w="11058">
                <a:moveTo>
                  <a:pt x="914" y="1"/>
                </a:moveTo>
                <a:cubicBezTo>
                  <a:pt x="2233" y="3443"/>
                  <a:pt x="4378" y="6698"/>
                  <a:pt x="7501" y="8666"/>
                </a:cubicBezTo>
                <a:cubicBezTo>
                  <a:pt x="6022" y="8133"/>
                  <a:pt x="4472" y="7865"/>
                  <a:pt x="2918" y="7865"/>
                </a:cubicBezTo>
                <a:cubicBezTo>
                  <a:pt x="1942" y="7865"/>
                  <a:pt x="964" y="7970"/>
                  <a:pt x="1" y="8182"/>
                </a:cubicBezTo>
                <a:cubicBezTo>
                  <a:pt x="1694" y="9854"/>
                  <a:pt x="3861" y="10954"/>
                  <a:pt x="6214" y="11339"/>
                </a:cubicBezTo>
                <a:cubicBezTo>
                  <a:pt x="6740" y="11424"/>
                  <a:pt x="7397" y="11507"/>
                  <a:pt x="8046" y="11507"/>
                </a:cubicBezTo>
                <a:cubicBezTo>
                  <a:pt x="9571" y="11507"/>
                  <a:pt x="11058" y="11053"/>
                  <a:pt x="10734" y="9117"/>
                </a:cubicBezTo>
                <a:cubicBezTo>
                  <a:pt x="10558" y="8083"/>
                  <a:pt x="9854" y="7226"/>
                  <a:pt x="9184" y="6412"/>
                </a:cubicBezTo>
                <a:cubicBezTo>
                  <a:pt x="8491" y="5565"/>
                  <a:pt x="7831" y="4685"/>
                  <a:pt x="7072" y="3894"/>
                </a:cubicBezTo>
                <a:cubicBezTo>
                  <a:pt x="5368" y="2112"/>
                  <a:pt x="3256" y="781"/>
                  <a:pt x="9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8" name="Google Shape;738;p48"/>
          <p:cNvGrpSpPr/>
          <p:nvPr/>
        </p:nvGrpSpPr>
        <p:grpSpPr>
          <a:xfrm flipH="1" rot="4533146">
            <a:off x="2017305" y="947816"/>
            <a:ext cx="595402" cy="520410"/>
            <a:chOff x="15257378" y="1257889"/>
            <a:chExt cx="595387" cy="520397"/>
          </a:xfrm>
        </p:grpSpPr>
        <p:sp>
          <p:nvSpPr>
            <p:cNvPr id="739" name="Google Shape;739;p48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48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48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48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48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48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48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48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48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48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48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48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1" name="Google Shape;751;p48"/>
          <p:cNvSpPr/>
          <p:nvPr/>
        </p:nvSpPr>
        <p:spPr>
          <a:xfrm>
            <a:off x="3810537" y="3918125"/>
            <a:ext cx="1677215" cy="1743571"/>
          </a:xfrm>
          <a:custGeom>
            <a:rect b="b" l="l" r="r" t="t"/>
            <a:pathLst>
              <a:path extrusionOk="0" h="23838" w="22930">
                <a:moveTo>
                  <a:pt x="10033" y="3552"/>
                </a:moveTo>
                <a:cubicBezTo>
                  <a:pt x="10394" y="3552"/>
                  <a:pt x="10754" y="3595"/>
                  <a:pt x="11107" y="3687"/>
                </a:cubicBezTo>
                <a:cubicBezTo>
                  <a:pt x="12042" y="3940"/>
                  <a:pt x="12856" y="4501"/>
                  <a:pt x="13648" y="5050"/>
                </a:cubicBezTo>
                <a:cubicBezTo>
                  <a:pt x="15396" y="6282"/>
                  <a:pt x="17222" y="7569"/>
                  <a:pt x="18256" y="9438"/>
                </a:cubicBezTo>
                <a:cubicBezTo>
                  <a:pt x="19245" y="11220"/>
                  <a:pt x="19432" y="13342"/>
                  <a:pt x="18772" y="15267"/>
                </a:cubicBezTo>
                <a:cubicBezTo>
                  <a:pt x="17627" y="18557"/>
                  <a:pt x="14545" y="20421"/>
                  <a:pt x="11445" y="20421"/>
                </a:cubicBezTo>
                <a:cubicBezTo>
                  <a:pt x="9396" y="20421"/>
                  <a:pt x="7339" y="19606"/>
                  <a:pt x="5829" y="17851"/>
                </a:cubicBezTo>
                <a:cubicBezTo>
                  <a:pt x="3618" y="15267"/>
                  <a:pt x="3211" y="11418"/>
                  <a:pt x="4399" y="8229"/>
                </a:cubicBezTo>
                <a:cubicBezTo>
                  <a:pt x="4916" y="6843"/>
                  <a:pt x="5741" y="5534"/>
                  <a:pt x="6917" y="4643"/>
                </a:cubicBezTo>
                <a:cubicBezTo>
                  <a:pt x="7814" y="3963"/>
                  <a:pt x="8923" y="3552"/>
                  <a:pt x="10033" y="3552"/>
                </a:cubicBezTo>
                <a:close/>
                <a:moveTo>
                  <a:pt x="9654" y="0"/>
                </a:moveTo>
                <a:cubicBezTo>
                  <a:pt x="8089" y="0"/>
                  <a:pt x="6510" y="586"/>
                  <a:pt x="5246" y="1542"/>
                </a:cubicBezTo>
                <a:cubicBezTo>
                  <a:pt x="3574" y="2807"/>
                  <a:pt x="2420" y="4643"/>
                  <a:pt x="1683" y="6601"/>
                </a:cubicBezTo>
                <a:cubicBezTo>
                  <a:pt x="0" y="11110"/>
                  <a:pt x="572" y="16553"/>
                  <a:pt x="3706" y="20204"/>
                </a:cubicBezTo>
                <a:cubicBezTo>
                  <a:pt x="5838" y="22686"/>
                  <a:pt x="8743" y="23837"/>
                  <a:pt x="11638" y="23837"/>
                </a:cubicBezTo>
                <a:cubicBezTo>
                  <a:pt x="16017" y="23837"/>
                  <a:pt x="20373" y="21205"/>
                  <a:pt x="21995" y="16564"/>
                </a:cubicBezTo>
                <a:cubicBezTo>
                  <a:pt x="22929" y="13837"/>
                  <a:pt x="22665" y="10835"/>
                  <a:pt x="21269" y="8317"/>
                </a:cubicBezTo>
                <a:cubicBezTo>
                  <a:pt x="19795" y="5677"/>
                  <a:pt x="17222" y="3852"/>
                  <a:pt x="14747" y="2114"/>
                </a:cubicBezTo>
                <a:cubicBezTo>
                  <a:pt x="13626" y="1333"/>
                  <a:pt x="12471" y="542"/>
                  <a:pt x="11151" y="190"/>
                </a:cubicBezTo>
                <a:cubicBezTo>
                  <a:pt x="10661" y="61"/>
                  <a:pt x="10158" y="0"/>
                  <a:pt x="965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2" name="Google Shape;752;p48"/>
          <p:cNvGrpSpPr/>
          <p:nvPr/>
        </p:nvGrpSpPr>
        <p:grpSpPr>
          <a:xfrm rot="1160894">
            <a:off x="850599" y="2026865"/>
            <a:ext cx="2125990" cy="1579038"/>
            <a:chOff x="-2259491" y="-4545291"/>
            <a:chExt cx="1800969" cy="1337635"/>
          </a:xfrm>
        </p:grpSpPr>
        <p:sp>
          <p:nvSpPr>
            <p:cNvPr id="753" name="Google Shape;753;p48"/>
            <p:cNvSpPr/>
            <p:nvPr/>
          </p:nvSpPr>
          <p:spPr>
            <a:xfrm>
              <a:off x="-2172597" y="-4544072"/>
              <a:ext cx="1711928" cy="1336416"/>
            </a:xfrm>
            <a:custGeom>
              <a:rect b="b" l="l" r="r" t="t"/>
              <a:pathLst>
                <a:path extrusionOk="0" h="14257" w="18263">
                  <a:moveTo>
                    <a:pt x="9965" y="0"/>
                  </a:moveTo>
                  <a:cubicBezTo>
                    <a:pt x="8226" y="0"/>
                    <a:pt x="6356" y="539"/>
                    <a:pt x="4658" y="2159"/>
                  </a:cubicBezTo>
                  <a:cubicBezTo>
                    <a:pt x="4496" y="2298"/>
                    <a:pt x="4334" y="2460"/>
                    <a:pt x="4195" y="2622"/>
                  </a:cubicBezTo>
                  <a:lnTo>
                    <a:pt x="4102" y="2692"/>
                  </a:lnTo>
                  <a:lnTo>
                    <a:pt x="3082" y="2112"/>
                  </a:lnTo>
                  <a:cubicBezTo>
                    <a:pt x="2967" y="2182"/>
                    <a:pt x="2897" y="2298"/>
                    <a:pt x="2874" y="2437"/>
                  </a:cubicBezTo>
                  <a:cubicBezTo>
                    <a:pt x="2874" y="2553"/>
                    <a:pt x="3361" y="3039"/>
                    <a:pt x="3662" y="3294"/>
                  </a:cubicBezTo>
                  <a:cubicBezTo>
                    <a:pt x="0" y="8393"/>
                    <a:pt x="5748" y="14256"/>
                    <a:pt x="5748" y="14256"/>
                  </a:cubicBezTo>
                  <a:cubicBezTo>
                    <a:pt x="5522" y="12243"/>
                    <a:pt x="6973" y="11854"/>
                    <a:pt x="8106" y="11854"/>
                  </a:cubicBezTo>
                  <a:cubicBezTo>
                    <a:pt x="8485" y="11854"/>
                    <a:pt x="8829" y="11898"/>
                    <a:pt x="9062" y="11939"/>
                  </a:cubicBezTo>
                  <a:cubicBezTo>
                    <a:pt x="9224" y="12008"/>
                    <a:pt x="9317" y="12055"/>
                    <a:pt x="9340" y="12055"/>
                  </a:cubicBezTo>
                  <a:lnTo>
                    <a:pt x="9363" y="12055"/>
                  </a:lnTo>
                  <a:cubicBezTo>
                    <a:pt x="9432" y="12055"/>
                    <a:pt x="9456" y="11939"/>
                    <a:pt x="9386" y="11916"/>
                  </a:cubicBezTo>
                  <a:lnTo>
                    <a:pt x="9317" y="11869"/>
                  </a:lnTo>
                  <a:cubicBezTo>
                    <a:pt x="7996" y="8856"/>
                    <a:pt x="11217" y="8045"/>
                    <a:pt x="11843" y="7906"/>
                  </a:cubicBezTo>
                  <a:lnTo>
                    <a:pt x="11889" y="7953"/>
                  </a:lnTo>
                  <a:cubicBezTo>
                    <a:pt x="11912" y="7953"/>
                    <a:pt x="11935" y="7976"/>
                    <a:pt x="11959" y="7976"/>
                  </a:cubicBezTo>
                  <a:cubicBezTo>
                    <a:pt x="11982" y="7976"/>
                    <a:pt x="12005" y="7953"/>
                    <a:pt x="12005" y="7929"/>
                  </a:cubicBezTo>
                  <a:cubicBezTo>
                    <a:pt x="12005" y="7929"/>
                    <a:pt x="12005" y="7929"/>
                    <a:pt x="12005" y="7906"/>
                  </a:cubicBezTo>
                  <a:cubicBezTo>
                    <a:pt x="13442" y="8764"/>
                    <a:pt x="14809" y="9691"/>
                    <a:pt x="16107" y="10734"/>
                  </a:cubicBezTo>
                  <a:cubicBezTo>
                    <a:pt x="15991" y="10850"/>
                    <a:pt x="15922" y="10989"/>
                    <a:pt x="15945" y="11058"/>
                  </a:cubicBezTo>
                  <a:cubicBezTo>
                    <a:pt x="15991" y="11197"/>
                    <a:pt x="17266" y="12031"/>
                    <a:pt x="16709" y="12541"/>
                  </a:cubicBezTo>
                  <a:cubicBezTo>
                    <a:pt x="16594" y="12647"/>
                    <a:pt x="16475" y="12689"/>
                    <a:pt x="16357" y="12689"/>
                  </a:cubicBezTo>
                  <a:cubicBezTo>
                    <a:pt x="15905" y="12689"/>
                    <a:pt x="15471" y="12073"/>
                    <a:pt x="15342" y="12055"/>
                  </a:cubicBezTo>
                  <a:cubicBezTo>
                    <a:pt x="15336" y="12054"/>
                    <a:pt x="15330" y="12054"/>
                    <a:pt x="15324" y="12054"/>
                  </a:cubicBezTo>
                  <a:cubicBezTo>
                    <a:pt x="15149" y="12054"/>
                    <a:pt x="15041" y="12379"/>
                    <a:pt x="15041" y="12379"/>
                  </a:cubicBezTo>
                  <a:cubicBezTo>
                    <a:pt x="15263" y="12712"/>
                    <a:pt x="15799" y="13316"/>
                    <a:pt x="16420" y="13316"/>
                  </a:cubicBezTo>
                  <a:cubicBezTo>
                    <a:pt x="16707" y="13316"/>
                    <a:pt x="17012" y="13187"/>
                    <a:pt x="17312" y="12843"/>
                  </a:cubicBezTo>
                  <a:cubicBezTo>
                    <a:pt x="18262" y="11753"/>
                    <a:pt x="16478" y="10618"/>
                    <a:pt x="16362" y="10571"/>
                  </a:cubicBezTo>
                  <a:cubicBezTo>
                    <a:pt x="16339" y="10571"/>
                    <a:pt x="16269" y="10571"/>
                    <a:pt x="16223" y="10641"/>
                  </a:cubicBezTo>
                  <a:cubicBezTo>
                    <a:pt x="14832" y="9529"/>
                    <a:pt x="13349" y="8509"/>
                    <a:pt x="11819" y="7605"/>
                  </a:cubicBezTo>
                  <a:cubicBezTo>
                    <a:pt x="10886" y="5147"/>
                    <a:pt x="12726" y="4819"/>
                    <a:pt x="13783" y="4819"/>
                  </a:cubicBezTo>
                  <a:cubicBezTo>
                    <a:pt x="14011" y="4819"/>
                    <a:pt x="14203" y="4835"/>
                    <a:pt x="14322" y="4847"/>
                  </a:cubicBezTo>
                  <a:lnTo>
                    <a:pt x="14415" y="4917"/>
                  </a:lnTo>
                  <a:cubicBezTo>
                    <a:pt x="14415" y="4940"/>
                    <a:pt x="14438" y="4940"/>
                    <a:pt x="14461" y="4940"/>
                  </a:cubicBezTo>
                  <a:cubicBezTo>
                    <a:pt x="14485" y="4940"/>
                    <a:pt x="14508" y="4940"/>
                    <a:pt x="14531" y="4917"/>
                  </a:cubicBezTo>
                  <a:cubicBezTo>
                    <a:pt x="14554" y="4893"/>
                    <a:pt x="14554" y="4824"/>
                    <a:pt x="14531" y="4801"/>
                  </a:cubicBezTo>
                  <a:lnTo>
                    <a:pt x="14415" y="4708"/>
                  </a:lnTo>
                  <a:cubicBezTo>
                    <a:pt x="13511" y="2367"/>
                    <a:pt x="16362" y="2136"/>
                    <a:pt x="16362" y="2136"/>
                  </a:cubicBezTo>
                  <a:cubicBezTo>
                    <a:pt x="16362" y="2136"/>
                    <a:pt x="13425" y="0"/>
                    <a:pt x="9965" y="0"/>
                  </a:cubicBezTo>
                  <a:close/>
                </a:path>
              </a:pathLst>
            </a:custGeom>
            <a:solidFill>
              <a:srgbClr val="E07F95"/>
            </a:solidFill>
            <a:ln cap="flat" cmpd="sng" w="1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48"/>
            <p:cNvSpPr/>
            <p:nvPr/>
          </p:nvSpPr>
          <p:spPr>
            <a:xfrm>
              <a:off x="-1477444" y="-4065077"/>
              <a:ext cx="932032" cy="742214"/>
            </a:xfrm>
            <a:custGeom>
              <a:rect b="b" l="l" r="r" t="t"/>
              <a:pathLst>
                <a:path extrusionOk="0" h="7918" w="9943">
                  <a:moveTo>
                    <a:pt x="83" y="0"/>
                  </a:moveTo>
                  <a:cubicBezTo>
                    <a:pt x="58" y="0"/>
                    <a:pt x="37" y="11"/>
                    <a:pt x="23" y="38"/>
                  </a:cubicBezTo>
                  <a:cubicBezTo>
                    <a:pt x="0" y="85"/>
                    <a:pt x="23" y="131"/>
                    <a:pt x="70" y="154"/>
                  </a:cubicBezTo>
                  <a:cubicBezTo>
                    <a:pt x="162" y="201"/>
                    <a:pt x="9108" y="5160"/>
                    <a:pt x="9548" y="6620"/>
                  </a:cubicBezTo>
                  <a:cubicBezTo>
                    <a:pt x="9711" y="7153"/>
                    <a:pt x="9641" y="7524"/>
                    <a:pt x="9340" y="7686"/>
                  </a:cubicBezTo>
                  <a:cubicBezTo>
                    <a:pt x="9242" y="7735"/>
                    <a:pt x="9127" y="7758"/>
                    <a:pt x="9004" y="7758"/>
                  </a:cubicBezTo>
                  <a:cubicBezTo>
                    <a:pt x="8658" y="7758"/>
                    <a:pt x="8246" y="7577"/>
                    <a:pt x="7972" y="7269"/>
                  </a:cubicBezTo>
                  <a:cubicBezTo>
                    <a:pt x="7955" y="7252"/>
                    <a:pt x="7936" y="7244"/>
                    <a:pt x="7919" y="7244"/>
                  </a:cubicBezTo>
                  <a:cubicBezTo>
                    <a:pt x="7865" y="7244"/>
                    <a:pt x="7822" y="7310"/>
                    <a:pt x="7857" y="7362"/>
                  </a:cubicBezTo>
                  <a:cubicBezTo>
                    <a:pt x="8135" y="7709"/>
                    <a:pt x="8552" y="7895"/>
                    <a:pt x="8992" y="7918"/>
                  </a:cubicBezTo>
                  <a:cubicBezTo>
                    <a:pt x="9131" y="7918"/>
                    <a:pt x="9293" y="7872"/>
                    <a:pt x="9409" y="7825"/>
                  </a:cubicBezTo>
                  <a:cubicBezTo>
                    <a:pt x="9618" y="7709"/>
                    <a:pt x="9942" y="7385"/>
                    <a:pt x="9711" y="6574"/>
                  </a:cubicBezTo>
                  <a:cubicBezTo>
                    <a:pt x="9247" y="5044"/>
                    <a:pt x="510" y="201"/>
                    <a:pt x="139" y="15"/>
                  </a:cubicBezTo>
                  <a:cubicBezTo>
                    <a:pt x="120" y="6"/>
                    <a:pt x="101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48"/>
            <p:cNvSpPr/>
            <p:nvPr/>
          </p:nvSpPr>
          <p:spPr>
            <a:xfrm>
              <a:off x="-2259491" y="-4545291"/>
              <a:ext cx="1620628" cy="1335478"/>
            </a:xfrm>
            <a:custGeom>
              <a:rect b="b" l="l" r="r" t="t"/>
              <a:pathLst>
                <a:path extrusionOk="0" h="14247" w="17289">
                  <a:moveTo>
                    <a:pt x="10892" y="0"/>
                  </a:moveTo>
                  <a:cubicBezTo>
                    <a:pt x="9153" y="0"/>
                    <a:pt x="7283" y="537"/>
                    <a:pt x="5585" y="2149"/>
                  </a:cubicBezTo>
                  <a:cubicBezTo>
                    <a:pt x="0" y="7479"/>
                    <a:pt x="6675" y="14246"/>
                    <a:pt x="6675" y="14246"/>
                  </a:cubicBezTo>
                  <a:cubicBezTo>
                    <a:pt x="6443" y="12238"/>
                    <a:pt x="7905" y="11860"/>
                    <a:pt x="9039" y="11860"/>
                  </a:cubicBezTo>
                  <a:cubicBezTo>
                    <a:pt x="9724" y="11860"/>
                    <a:pt x="10290" y="11998"/>
                    <a:pt x="10290" y="11998"/>
                  </a:cubicBezTo>
                  <a:cubicBezTo>
                    <a:pt x="8691" y="8568"/>
                    <a:pt x="12862" y="7919"/>
                    <a:pt x="12862" y="7919"/>
                  </a:cubicBezTo>
                  <a:cubicBezTo>
                    <a:pt x="11672" y="5198"/>
                    <a:pt x="13590" y="4836"/>
                    <a:pt x="14694" y="4836"/>
                  </a:cubicBezTo>
                  <a:cubicBezTo>
                    <a:pt x="15095" y="4836"/>
                    <a:pt x="15388" y="4883"/>
                    <a:pt x="15388" y="4883"/>
                  </a:cubicBezTo>
                  <a:cubicBezTo>
                    <a:pt x="14299" y="2380"/>
                    <a:pt x="17289" y="2125"/>
                    <a:pt x="17289" y="2125"/>
                  </a:cubicBezTo>
                  <a:cubicBezTo>
                    <a:pt x="17289" y="2125"/>
                    <a:pt x="14352" y="0"/>
                    <a:pt x="108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48"/>
            <p:cNvSpPr/>
            <p:nvPr/>
          </p:nvSpPr>
          <p:spPr>
            <a:xfrm>
              <a:off x="-1807679" y="-4378346"/>
              <a:ext cx="999429" cy="297335"/>
            </a:xfrm>
            <a:custGeom>
              <a:rect b="b" l="l" r="r" t="t"/>
              <a:pathLst>
                <a:path extrusionOk="0" h="3172" w="10662">
                  <a:moveTo>
                    <a:pt x="3590" y="0"/>
                  </a:moveTo>
                  <a:cubicBezTo>
                    <a:pt x="2444" y="0"/>
                    <a:pt x="1246" y="276"/>
                    <a:pt x="70" y="993"/>
                  </a:cubicBezTo>
                  <a:cubicBezTo>
                    <a:pt x="24" y="1017"/>
                    <a:pt x="1" y="1063"/>
                    <a:pt x="24" y="1086"/>
                  </a:cubicBezTo>
                  <a:cubicBezTo>
                    <a:pt x="47" y="1132"/>
                    <a:pt x="93" y="1132"/>
                    <a:pt x="140" y="1132"/>
                  </a:cubicBezTo>
                  <a:cubicBezTo>
                    <a:pt x="1290" y="434"/>
                    <a:pt x="2461" y="165"/>
                    <a:pt x="3583" y="165"/>
                  </a:cubicBezTo>
                  <a:cubicBezTo>
                    <a:pt x="7298" y="165"/>
                    <a:pt x="10469" y="3113"/>
                    <a:pt x="10522" y="3149"/>
                  </a:cubicBezTo>
                  <a:cubicBezTo>
                    <a:pt x="10522" y="3172"/>
                    <a:pt x="10545" y="3172"/>
                    <a:pt x="10568" y="3172"/>
                  </a:cubicBezTo>
                  <a:cubicBezTo>
                    <a:pt x="10592" y="3172"/>
                    <a:pt x="10615" y="3149"/>
                    <a:pt x="10615" y="3125"/>
                  </a:cubicBezTo>
                  <a:cubicBezTo>
                    <a:pt x="10661" y="3102"/>
                    <a:pt x="10661" y="3033"/>
                    <a:pt x="10615" y="3010"/>
                  </a:cubicBezTo>
                  <a:cubicBezTo>
                    <a:pt x="10579" y="2992"/>
                    <a:pt x="7365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48"/>
            <p:cNvSpPr/>
            <p:nvPr/>
          </p:nvSpPr>
          <p:spPr>
            <a:xfrm>
              <a:off x="-1905447" y="-4249551"/>
              <a:ext cx="619230" cy="837638"/>
            </a:xfrm>
            <a:custGeom>
              <a:rect b="b" l="l" r="r" t="t"/>
              <a:pathLst>
                <a:path extrusionOk="0" h="8936" w="6606">
                  <a:moveTo>
                    <a:pt x="911" y="1"/>
                  </a:moveTo>
                  <a:cubicBezTo>
                    <a:pt x="878" y="1"/>
                    <a:pt x="845" y="19"/>
                    <a:pt x="835" y="60"/>
                  </a:cubicBezTo>
                  <a:cubicBezTo>
                    <a:pt x="1" y="6062"/>
                    <a:pt x="6397" y="8889"/>
                    <a:pt x="6467" y="8936"/>
                  </a:cubicBezTo>
                  <a:lnTo>
                    <a:pt x="6513" y="8936"/>
                  </a:lnTo>
                  <a:cubicBezTo>
                    <a:pt x="6582" y="8936"/>
                    <a:pt x="6606" y="8820"/>
                    <a:pt x="6536" y="8774"/>
                  </a:cubicBezTo>
                  <a:cubicBezTo>
                    <a:pt x="6467" y="8750"/>
                    <a:pt x="186" y="5969"/>
                    <a:pt x="997" y="83"/>
                  </a:cubicBezTo>
                  <a:cubicBezTo>
                    <a:pt x="997" y="31"/>
                    <a:pt x="953" y="1"/>
                    <a:pt x="9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48"/>
            <p:cNvSpPr/>
            <p:nvPr/>
          </p:nvSpPr>
          <p:spPr>
            <a:xfrm>
              <a:off x="-1807679" y="-4270642"/>
              <a:ext cx="762648" cy="474218"/>
            </a:xfrm>
            <a:custGeom>
              <a:rect b="b" l="l" r="r" t="t"/>
              <a:pathLst>
                <a:path extrusionOk="0" h="5059" w="8136">
                  <a:moveTo>
                    <a:pt x="91" y="0"/>
                  </a:moveTo>
                  <a:cubicBezTo>
                    <a:pt x="55" y="0"/>
                    <a:pt x="24" y="38"/>
                    <a:pt x="24" y="76"/>
                  </a:cubicBezTo>
                  <a:cubicBezTo>
                    <a:pt x="1" y="99"/>
                    <a:pt x="47" y="146"/>
                    <a:pt x="93" y="169"/>
                  </a:cubicBezTo>
                  <a:cubicBezTo>
                    <a:pt x="2318" y="586"/>
                    <a:pt x="7950" y="4989"/>
                    <a:pt x="7996" y="5036"/>
                  </a:cubicBezTo>
                  <a:cubicBezTo>
                    <a:pt x="8019" y="5059"/>
                    <a:pt x="8019" y="5059"/>
                    <a:pt x="8042" y="5059"/>
                  </a:cubicBezTo>
                  <a:cubicBezTo>
                    <a:pt x="8066" y="5059"/>
                    <a:pt x="8089" y="5059"/>
                    <a:pt x="8089" y="5036"/>
                  </a:cubicBezTo>
                  <a:cubicBezTo>
                    <a:pt x="8135" y="5012"/>
                    <a:pt x="8135" y="4966"/>
                    <a:pt x="8089" y="4920"/>
                  </a:cubicBezTo>
                  <a:cubicBezTo>
                    <a:pt x="7857" y="4734"/>
                    <a:pt x="2388" y="424"/>
                    <a:pt x="116" y="7"/>
                  </a:cubicBezTo>
                  <a:cubicBezTo>
                    <a:pt x="108" y="2"/>
                    <a:pt x="99" y="0"/>
                    <a:pt x="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48"/>
            <p:cNvSpPr/>
            <p:nvPr/>
          </p:nvSpPr>
          <p:spPr>
            <a:xfrm>
              <a:off x="-1453541" y="-4428682"/>
              <a:ext cx="221689" cy="221689"/>
            </a:xfrm>
            <a:custGeom>
              <a:rect b="b" l="l" r="r" t="t"/>
              <a:pathLst>
                <a:path extrusionOk="0" h="2365" w="2365">
                  <a:moveTo>
                    <a:pt x="1182" y="1"/>
                  </a:moveTo>
                  <a:cubicBezTo>
                    <a:pt x="533" y="1"/>
                    <a:pt x="0" y="534"/>
                    <a:pt x="0" y="1183"/>
                  </a:cubicBezTo>
                  <a:cubicBezTo>
                    <a:pt x="0" y="1832"/>
                    <a:pt x="533" y="2365"/>
                    <a:pt x="1182" y="2365"/>
                  </a:cubicBezTo>
                  <a:cubicBezTo>
                    <a:pt x="1831" y="2365"/>
                    <a:pt x="2364" y="1832"/>
                    <a:pt x="2364" y="1183"/>
                  </a:cubicBezTo>
                  <a:cubicBezTo>
                    <a:pt x="2364" y="534"/>
                    <a:pt x="1831" y="1"/>
                    <a:pt x="1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48"/>
            <p:cNvSpPr/>
            <p:nvPr/>
          </p:nvSpPr>
          <p:spPr>
            <a:xfrm>
              <a:off x="-1394018" y="-4381345"/>
              <a:ext cx="114360" cy="109954"/>
            </a:xfrm>
            <a:custGeom>
              <a:rect b="b" l="l" r="r" t="t"/>
              <a:pathLst>
                <a:path extrusionOk="0" h="1173" w="1220">
                  <a:moveTo>
                    <a:pt x="271" y="1"/>
                  </a:moveTo>
                  <a:cubicBezTo>
                    <a:pt x="263" y="1"/>
                    <a:pt x="254" y="2"/>
                    <a:pt x="246" y="6"/>
                  </a:cubicBezTo>
                  <a:cubicBezTo>
                    <a:pt x="153" y="29"/>
                    <a:pt x="315" y="423"/>
                    <a:pt x="315" y="469"/>
                  </a:cubicBezTo>
                  <a:cubicBezTo>
                    <a:pt x="223" y="631"/>
                    <a:pt x="130" y="770"/>
                    <a:pt x="14" y="909"/>
                  </a:cubicBezTo>
                  <a:cubicBezTo>
                    <a:pt x="0" y="966"/>
                    <a:pt x="28" y="986"/>
                    <a:pt x="77" y="986"/>
                  </a:cubicBezTo>
                  <a:cubicBezTo>
                    <a:pt x="188" y="986"/>
                    <a:pt x="406" y="879"/>
                    <a:pt x="454" y="863"/>
                  </a:cubicBezTo>
                  <a:cubicBezTo>
                    <a:pt x="457" y="862"/>
                    <a:pt x="460" y="862"/>
                    <a:pt x="463" y="862"/>
                  </a:cubicBezTo>
                  <a:cubicBezTo>
                    <a:pt x="563" y="862"/>
                    <a:pt x="922" y="1173"/>
                    <a:pt x="1051" y="1173"/>
                  </a:cubicBezTo>
                  <a:cubicBezTo>
                    <a:pt x="1063" y="1173"/>
                    <a:pt x="1073" y="1170"/>
                    <a:pt x="1080" y="1164"/>
                  </a:cubicBezTo>
                  <a:cubicBezTo>
                    <a:pt x="1173" y="1072"/>
                    <a:pt x="895" y="631"/>
                    <a:pt x="941" y="585"/>
                  </a:cubicBezTo>
                  <a:cubicBezTo>
                    <a:pt x="987" y="516"/>
                    <a:pt x="1219" y="237"/>
                    <a:pt x="1173" y="168"/>
                  </a:cubicBezTo>
                  <a:cubicBezTo>
                    <a:pt x="1159" y="149"/>
                    <a:pt x="1137" y="142"/>
                    <a:pt x="1109" y="142"/>
                  </a:cubicBezTo>
                  <a:cubicBezTo>
                    <a:pt x="997" y="142"/>
                    <a:pt x="793" y="261"/>
                    <a:pt x="663" y="261"/>
                  </a:cubicBezTo>
                  <a:cubicBezTo>
                    <a:pt x="534" y="261"/>
                    <a:pt x="385" y="1"/>
                    <a:pt x="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48"/>
            <p:cNvSpPr/>
            <p:nvPr/>
          </p:nvSpPr>
          <p:spPr>
            <a:xfrm>
              <a:off x="-1807679" y="-3970309"/>
              <a:ext cx="223845" cy="221689"/>
            </a:xfrm>
            <a:custGeom>
              <a:rect b="b" l="l" r="r" t="t"/>
              <a:pathLst>
                <a:path extrusionOk="0" h="2365" w="2388">
                  <a:moveTo>
                    <a:pt x="1183" y="1"/>
                  </a:moveTo>
                  <a:cubicBezTo>
                    <a:pt x="534" y="1"/>
                    <a:pt x="1" y="534"/>
                    <a:pt x="1" y="1183"/>
                  </a:cubicBezTo>
                  <a:cubicBezTo>
                    <a:pt x="1" y="1832"/>
                    <a:pt x="534" y="2365"/>
                    <a:pt x="1183" y="2365"/>
                  </a:cubicBezTo>
                  <a:cubicBezTo>
                    <a:pt x="1855" y="2365"/>
                    <a:pt x="2388" y="1832"/>
                    <a:pt x="2388" y="1183"/>
                  </a:cubicBezTo>
                  <a:cubicBezTo>
                    <a:pt x="2388" y="534"/>
                    <a:pt x="1855" y="1"/>
                    <a:pt x="1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48"/>
            <p:cNvSpPr/>
            <p:nvPr/>
          </p:nvSpPr>
          <p:spPr>
            <a:xfrm>
              <a:off x="-1746000" y="-3922597"/>
              <a:ext cx="114360" cy="110048"/>
            </a:xfrm>
            <a:custGeom>
              <a:rect b="b" l="l" r="r" t="t"/>
              <a:pathLst>
                <a:path extrusionOk="0" h="1174" w="1220">
                  <a:moveTo>
                    <a:pt x="260" y="0"/>
                  </a:moveTo>
                  <a:cubicBezTo>
                    <a:pt x="256" y="0"/>
                    <a:pt x="251" y="1"/>
                    <a:pt x="246" y="2"/>
                  </a:cubicBezTo>
                  <a:cubicBezTo>
                    <a:pt x="131" y="25"/>
                    <a:pt x="316" y="442"/>
                    <a:pt x="316" y="488"/>
                  </a:cubicBezTo>
                  <a:cubicBezTo>
                    <a:pt x="223" y="627"/>
                    <a:pt x="107" y="766"/>
                    <a:pt x="15" y="905"/>
                  </a:cubicBezTo>
                  <a:cubicBezTo>
                    <a:pt x="1" y="962"/>
                    <a:pt x="27" y="982"/>
                    <a:pt x="73" y="982"/>
                  </a:cubicBezTo>
                  <a:cubicBezTo>
                    <a:pt x="179" y="982"/>
                    <a:pt x="390" y="875"/>
                    <a:pt x="455" y="859"/>
                  </a:cubicBezTo>
                  <a:cubicBezTo>
                    <a:pt x="457" y="858"/>
                    <a:pt x="459" y="858"/>
                    <a:pt x="462" y="858"/>
                  </a:cubicBezTo>
                  <a:cubicBezTo>
                    <a:pt x="540" y="858"/>
                    <a:pt x="903" y="1174"/>
                    <a:pt x="1026" y="1174"/>
                  </a:cubicBezTo>
                  <a:cubicBezTo>
                    <a:pt x="1040" y="1174"/>
                    <a:pt x="1051" y="1170"/>
                    <a:pt x="1058" y="1160"/>
                  </a:cubicBezTo>
                  <a:cubicBezTo>
                    <a:pt x="1150" y="1068"/>
                    <a:pt x="895" y="651"/>
                    <a:pt x="942" y="581"/>
                  </a:cubicBezTo>
                  <a:cubicBezTo>
                    <a:pt x="965" y="511"/>
                    <a:pt x="1220" y="257"/>
                    <a:pt x="1150" y="164"/>
                  </a:cubicBezTo>
                  <a:cubicBezTo>
                    <a:pt x="1136" y="145"/>
                    <a:pt x="1115" y="138"/>
                    <a:pt x="1089" y="138"/>
                  </a:cubicBezTo>
                  <a:cubicBezTo>
                    <a:pt x="982" y="138"/>
                    <a:pt x="793" y="257"/>
                    <a:pt x="664" y="257"/>
                  </a:cubicBezTo>
                  <a:cubicBezTo>
                    <a:pt x="508" y="257"/>
                    <a:pt x="37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48"/>
            <p:cNvSpPr/>
            <p:nvPr/>
          </p:nvSpPr>
          <p:spPr>
            <a:xfrm>
              <a:off x="-762794" y="-3553555"/>
              <a:ext cx="304272" cy="258715"/>
            </a:xfrm>
            <a:custGeom>
              <a:rect b="b" l="l" r="r" t="t"/>
              <a:pathLst>
                <a:path extrusionOk="0" h="2760" w="3246">
                  <a:moveTo>
                    <a:pt x="1301" y="1"/>
                  </a:moveTo>
                  <a:cubicBezTo>
                    <a:pt x="1169" y="1"/>
                    <a:pt x="861" y="360"/>
                    <a:pt x="905" y="491"/>
                  </a:cubicBezTo>
                  <a:cubicBezTo>
                    <a:pt x="974" y="630"/>
                    <a:pt x="2226" y="1464"/>
                    <a:pt x="1669" y="1974"/>
                  </a:cubicBezTo>
                  <a:cubicBezTo>
                    <a:pt x="1554" y="2080"/>
                    <a:pt x="1435" y="2122"/>
                    <a:pt x="1316" y="2122"/>
                  </a:cubicBezTo>
                  <a:cubicBezTo>
                    <a:pt x="865" y="2122"/>
                    <a:pt x="431" y="1511"/>
                    <a:pt x="302" y="1511"/>
                  </a:cubicBezTo>
                  <a:cubicBezTo>
                    <a:pt x="296" y="1510"/>
                    <a:pt x="290" y="1510"/>
                    <a:pt x="284" y="1510"/>
                  </a:cubicBezTo>
                  <a:cubicBezTo>
                    <a:pt x="109" y="1510"/>
                    <a:pt x="1" y="1835"/>
                    <a:pt x="1" y="1835"/>
                  </a:cubicBezTo>
                  <a:cubicBezTo>
                    <a:pt x="222" y="2152"/>
                    <a:pt x="757" y="2760"/>
                    <a:pt x="1377" y="2760"/>
                  </a:cubicBezTo>
                  <a:cubicBezTo>
                    <a:pt x="1664" y="2760"/>
                    <a:pt x="1971" y="2628"/>
                    <a:pt x="2272" y="2276"/>
                  </a:cubicBezTo>
                  <a:cubicBezTo>
                    <a:pt x="3245" y="1163"/>
                    <a:pt x="1438" y="51"/>
                    <a:pt x="1322" y="4"/>
                  </a:cubicBezTo>
                  <a:cubicBezTo>
                    <a:pt x="1315" y="2"/>
                    <a:pt x="1308" y="1"/>
                    <a:pt x="13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48"/>
            <p:cNvSpPr/>
            <p:nvPr/>
          </p:nvSpPr>
          <p:spPr>
            <a:xfrm>
              <a:off x="-1905447" y="-4348256"/>
              <a:ext cx="136950" cy="130389"/>
            </a:xfrm>
            <a:custGeom>
              <a:rect b="b" l="l" r="r" t="t"/>
              <a:pathLst>
                <a:path extrusionOk="0" h="1391" w="1461">
                  <a:moveTo>
                    <a:pt x="232" y="0"/>
                  </a:moveTo>
                  <a:cubicBezTo>
                    <a:pt x="117" y="93"/>
                    <a:pt x="47" y="209"/>
                    <a:pt x="1" y="348"/>
                  </a:cubicBezTo>
                  <a:cubicBezTo>
                    <a:pt x="1" y="510"/>
                    <a:pt x="1020" y="1391"/>
                    <a:pt x="1020" y="1391"/>
                  </a:cubicBezTo>
                  <a:lnTo>
                    <a:pt x="1461" y="696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48"/>
            <p:cNvSpPr/>
            <p:nvPr/>
          </p:nvSpPr>
          <p:spPr>
            <a:xfrm>
              <a:off x="-1501347" y="-4118694"/>
              <a:ext cx="269495" cy="199286"/>
            </a:xfrm>
            <a:custGeom>
              <a:rect b="b" l="l" r="r" t="t"/>
              <a:pathLst>
                <a:path extrusionOk="0" h="2126" w="2875">
                  <a:moveTo>
                    <a:pt x="1042" y="1"/>
                  </a:moveTo>
                  <a:cubicBezTo>
                    <a:pt x="22" y="1"/>
                    <a:pt x="0" y="1213"/>
                    <a:pt x="0" y="1213"/>
                  </a:cubicBezTo>
                  <a:cubicBezTo>
                    <a:pt x="0" y="1213"/>
                    <a:pt x="17" y="2125"/>
                    <a:pt x="942" y="2125"/>
                  </a:cubicBezTo>
                  <a:cubicBezTo>
                    <a:pt x="1090" y="2125"/>
                    <a:pt x="1262" y="2102"/>
                    <a:pt x="1460" y="2047"/>
                  </a:cubicBezTo>
                  <a:cubicBezTo>
                    <a:pt x="2874" y="1653"/>
                    <a:pt x="2202" y="77"/>
                    <a:pt x="1182" y="8"/>
                  </a:cubicBezTo>
                  <a:cubicBezTo>
                    <a:pt x="1134" y="3"/>
                    <a:pt x="1087" y="1"/>
                    <a:pt x="10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48"/>
            <p:cNvSpPr/>
            <p:nvPr/>
          </p:nvSpPr>
          <p:spPr>
            <a:xfrm>
              <a:off x="-1507909" y="-4127318"/>
              <a:ext cx="228251" cy="215784"/>
            </a:xfrm>
            <a:custGeom>
              <a:rect b="b" l="l" r="r" t="t"/>
              <a:pathLst>
                <a:path extrusionOk="0" h="2302" w="2435">
                  <a:moveTo>
                    <a:pt x="1275" y="169"/>
                  </a:moveTo>
                  <a:cubicBezTo>
                    <a:pt x="1785" y="239"/>
                    <a:pt x="2202" y="656"/>
                    <a:pt x="2272" y="1166"/>
                  </a:cubicBezTo>
                  <a:cubicBezTo>
                    <a:pt x="2295" y="1606"/>
                    <a:pt x="2017" y="1931"/>
                    <a:pt x="1507" y="2070"/>
                  </a:cubicBezTo>
                  <a:cubicBezTo>
                    <a:pt x="1345" y="2116"/>
                    <a:pt x="1183" y="2139"/>
                    <a:pt x="1020" y="2139"/>
                  </a:cubicBezTo>
                  <a:cubicBezTo>
                    <a:pt x="1007" y="2140"/>
                    <a:pt x="993" y="2140"/>
                    <a:pt x="980" y="2140"/>
                  </a:cubicBezTo>
                  <a:cubicBezTo>
                    <a:pt x="513" y="2140"/>
                    <a:pt x="163" y="1755"/>
                    <a:pt x="163" y="1305"/>
                  </a:cubicBezTo>
                  <a:cubicBezTo>
                    <a:pt x="163" y="1259"/>
                    <a:pt x="186" y="169"/>
                    <a:pt x="1160" y="169"/>
                  </a:cubicBezTo>
                  <a:close/>
                  <a:moveTo>
                    <a:pt x="1134" y="0"/>
                  </a:moveTo>
                  <a:cubicBezTo>
                    <a:pt x="43" y="0"/>
                    <a:pt x="1" y="1283"/>
                    <a:pt x="1" y="1305"/>
                  </a:cubicBezTo>
                  <a:cubicBezTo>
                    <a:pt x="1" y="1861"/>
                    <a:pt x="464" y="2301"/>
                    <a:pt x="1020" y="2301"/>
                  </a:cubicBezTo>
                  <a:cubicBezTo>
                    <a:pt x="1206" y="2301"/>
                    <a:pt x="1368" y="2278"/>
                    <a:pt x="1553" y="2209"/>
                  </a:cubicBezTo>
                  <a:cubicBezTo>
                    <a:pt x="2411" y="1977"/>
                    <a:pt x="2434" y="1398"/>
                    <a:pt x="2434" y="1166"/>
                  </a:cubicBezTo>
                  <a:cubicBezTo>
                    <a:pt x="2341" y="563"/>
                    <a:pt x="1878" y="77"/>
                    <a:pt x="1275" y="7"/>
                  </a:cubicBezTo>
                  <a:cubicBezTo>
                    <a:pt x="1226" y="3"/>
                    <a:pt x="1179" y="0"/>
                    <a:pt x="1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48"/>
            <p:cNvSpPr/>
            <p:nvPr/>
          </p:nvSpPr>
          <p:spPr>
            <a:xfrm>
              <a:off x="-1175518" y="-4443868"/>
              <a:ext cx="121765" cy="123921"/>
            </a:xfrm>
            <a:custGeom>
              <a:rect b="b" l="l" r="r" t="t"/>
              <a:pathLst>
                <a:path extrusionOk="0" h="1322" w="1299">
                  <a:moveTo>
                    <a:pt x="649" y="1"/>
                  </a:moveTo>
                  <a:cubicBezTo>
                    <a:pt x="279" y="1"/>
                    <a:pt x="1" y="302"/>
                    <a:pt x="1" y="673"/>
                  </a:cubicBezTo>
                  <a:cubicBezTo>
                    <a:pt x="1" y="1020"/>
                    <a:pt x="279" y="1322"/>
                    <a:pt x="649" y="1322"/>
                  </a:cubicBezTo>
                  <a:cubicBezTo>
                    <a:pt x="997" y="1322"/>
                    <a:pt x="1298" y="1020"/>
                    <a:pt x="1298" y="673"/>
                  </a:cubicBezTo>
                  <a:cubicBezTo>
                    <a:pt x="1298" y="302"/>
                    <a:pt x="997" y="1"/>
                    <a:pt x="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48"/>
            <p:cNvSpPr/>
            <p:nvPr/>
          </p:nvSpPr>
          <p:spPr>
            <a:xfrm>
              <a:off x="-1792494" y="-3690036"/>
              <a:ext cx="121765" cy="123921"/>
            </a:xfrm>
            <a:custGeom>
              <a:rect b="b" l="l" r="r" t="t"/>
              <a:pathLst>
                <a:path extrusionOk="0" h="1322" w="1299">
                  <a:moveTo>
                    <a:pt x="650" y="0"/>
                  </a:moveTo>
                  <a:cubicBezTo>
                    <a:pt x="302" y="0"/>
                    <a:pt x="1" y="302"/>
                    <a:pt x="1" y="672"/>
                  </a:cubicBezTo>
                  <a:cubicBezTo>
                    <a:pt x="1" y="1020"/>
                    <a:pt x="302" y="1321"/>
                    <a:pt x="650" y="1321"/>
                  </a:cubicBezTo>
                  <a:cubicBezTo>
                    <a:pt x="1021" y="1321"/>
                    <a:pt x="1299" y="1020"/>
                    <a:pt x="1299" y="672"/>
                  </a:cubicBezTo>
                  <a:cubicBezTo>
                    <a:pt x="1299" y="302"/>
                    <a:pt x="1021" y="0"/>
                    <a:pt x="6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9" name="Google Shape;769;p48"/>
          <p:cNvGrpSpPr/>
          <p:nvPr/>
        </p:nvGrpSpPr>
        <p:grpSpPr>
          <a:xfrm flipH="1">
            <a:off x="2797032" y="794322"/>
            <a:ext cx="2019725" cy="1195784"/>
            <a:chOff x="-1176462" y="-3481263"/>
            <a:chExt cx="1931088" cy="1143306"/>
          </a:xfrm>
        </p:grpSpPr>
        <p:sp>
          <p:nvSpPr>
            <p:cNvPr id="770" name="Google Shape;770;p48"/>
            <p:cNvSpPr/>
            <p:nvPr/>
          </p:nvSpPr>
          <p:spPr>
            <a:xfrm>
              <a:off x="-1114765" y="-3481263"/>
              <a:ext cx="1824727" cy="1143306"/>
            </a:xfrm>
            <a:custGeom>
              <a:rect b="b" l="l" r="r" t="t"/>
              <a:pathLst>
                <a:path extrusionOk="0" h="15436" w="24636">
                  <a:moveTo>
                    <a:pt x="17266" y="1"/>
                  </a:moveTo>
                  <a:cubicBezTo>
                    <a:pt x="16293" y="1"/>
                    <a:pt x="15482" y="719"/>
                    <a:pt x="15018" y="1368"/>
                  </a:cubicBezTo>
                  <a:cubicBezTo>
                    <a:pt x="14740" y="904"/>
                    <a:pt x="14045" y="256"/>
                    <a:pt x="12585" y="117"/>
                  </a:cubicBezTo>
                  <a:cubicBezTo>
                    <a:pt x="12448" y="97"/>
                    <a:pt x="12311" y="87"/>
                    <a:pt x="12175" y="87"/>
                  </a:cubicBezTo>
                  <a:cubicBezTo>
                    <a:pt x="11211" y="87"/>
                    <a:pt x="10309" y="581"/>
                    <a:pt x="9780" y="1414"/>
                  </a:cubicBezTo>
                  <a:cubicBezTo>
                    <a:pt x="9456" y="951"/>
                    <a:pt x="8738" y="302"/>
                    <a:pt x="7370" y="279"/>
                  </a:cubicBezTo>
                  <a:lnTo>
                    <a:pt x="7324" y="279"/>
                  </a:lnTo>
                  <a:cubicBezTo>
                    <a:pt x="5285" y="279"/>
                    <a:pt x="4728" y="2341"/>
                    <a:pt x="4589" y="3384"/>
                  </a:cubicBezTo>
                  <a:cubicBezTo>
                    <a:pt x="4218" y="3083"/>
                    <a:pt x="3778" y="2944"/>
                    <a:pt x="3338" y="2921"/>
                  </a:cubicBezTo>
                  <a:cubicBezTo>
                    <a:pt x="2550" y="2921"/>
                    <a:pt x="1739" y="3407"/>
                    <a:pt x="951" y="4358"/>
                  </a:cubicBezTo>
                  <a:cubicBezTo>
                    <a:pt x="255" y="5192"/>
                    <a:pt x="1" y="6049"/>
                    <a:pt x="209" y="6884"/>
                  </a:cubicBezTo>
                  <a:cubicBezTo>
                    <a:pt x="441" y="7695"/>
                    <a:pt x="997" y="8390"/>
                    <a:pt x="1762" y="8761"/>
                  </a:cubicBezTo>
                  <a:cubicBezTo>
                    <a:pt x="1414" y="9595"/>
                    <a:pt x="1437" y="10522"/>
                    <a:pt x="1831" y="11333"/>
                  </a:cubicBezTo>
                  <a:cubicBezTo>
                    <a:pt x="2179" y="12029"/>
                    <a:pt x="2851" y="12492"/>
                    <a:pt x="3616" y="12562"/>
                  </a:cubicBezTo>
                  <a:cubicBezTo>
                    <a:pt x="3801" y="12585"/>
                    <a:pt x="3987" y="12596"/>
                    <a:pt x="4172" y="12596"/>
                  </a:cubicBezTo>
                  <a:cubicBezTo>
                    <a:pt x="4357" y="12596"/>
                    <a:pt x="4543" y="12585"/>
                    <a:pt x="4728" y="12562"/>
                  </a:cubicBezTo>
                  <a:cubicBezTo>
                    <a:pt x="5076" y="13836"/>
                    <a:pt x="6212" y="14717"/>
                    <a:pt x="7509" y="14740"/>
                  </a:cubicBezTo>
                  <a:lnTo>
                    <a:pt x="7625" y="14740"/>
                  </a:lnTo>
                  <a:cubicBezTo>
                    <a:pt x="7651" y="14741"/>
                    <a:pt x="7676" y="14741"/>
                    <a:pt x="7701" y="14741"/>
                  </a:cubicBezTo>
                  <a:cubicBezTo>
                    <a:pt x="8486" y="14741"/>
                    <a:pt x="9241" y="14396"/>
                    <a:pt x="9757" y="13790"/>
                  </a:cubicBezTo>
                  <a:cubicBezTo>
                    <a:pt x="10337" y="14810"/>
                    <a:pt x="11449" y="15435"/>
                    <a:pt x="12654" y="15435"/>
                  </a:cubicBezTo>
                  <a:cubicBezTo>
                    <a:pt x="12840" y="15435"/>
                    <a:pt x="13025" y="15412"/>
                    <a:pt x="13210" y="15389"/>
                  </a:cubicBezTo>
                  <a:cubicBezTo>
                    <a:pt x="14694" y="15204"/>
                    <a:pt x="15250" y="14416"/>
                    <a:pt x="15435" y="13906"/>
                  </a:cubicBezTo>
                  <a:cubicBezTo>
                    <a:pt x="16154" y="14323"/>
                    <a:pt x="16965" y="14531"/>
                    <a:pt x="17776" y="14555"/>
                  </a:cubicBezTo>
                  <a:cubicBezTo>
                    <a:pt x="18448" y="14555"/>
                    <a:pt x="19120" y="14369"/>
                    <a:pt x="19699" y="14022"/>
                  </a:cubicBezTo>
                  <a:cubicBezTo>
                    <a:pt x="20719" y="13350"/>
                    <a:pt x="20997" y="12724"/>
                    <a:pt x="21044" y="12283"/>
                  </a:cubicBezTo>
                  <a:cubicBezTo>
                    <a:pt x="21206" y="12307"/>
                    <a:pt x="21391" y="12307"/>
                    <a:pt x="21553" y="12307"/>
                  </a:cubicBezTo>
                  <a:cubicBezTo>
                    <a:pt x="21589" y="12308"/>
                    <a:pt x="21624" y="12309"/>
                    <a:pt x="21659" y="12309"/>
                  </a:cubicBezTo>
                  <a:cubicBezTo>
                    <a:pt x="22179" y="12309"/>
                    <a:pt x="22695" y="12149"/>
                    <a:pt x="23129" y="11866"/>
                  </a:cubicBezTo>
                  <a:cubicBezTo>
                    <a:pt x="23987" y="11171"/>
                    <a:pt x="24474" y="10453"/>
                    <a:pt x="24543" y="9688"/>
                  </a:cubicBezTo>
                  <a:cubicBezTo>
                    <a:pt x="24636" y="8923"/>
                    <a:pt x="24335" y="8205"/>
                    <a:pt x="23709" y="7417"/>
                  </a:cubicBezTo>
                  <a:cubicBezTo>
                    <a:pt x="23477" y="7115"/>
                    <a:pt x="23199" y="6861"/>
                    <a:pt x="22874" y="6675"/>
                  </a:cubicBezTo>
                  <a:cubicBezTo>
                    <a:pt x="23407" y="5493"/>
                    <a:pt x="23083" y="4126"/>
                    <a:pt x="22063" y="3338"/>
                  </a:cubicBezTo>
                  <a:cubicBezTo>
                    <a:pt x="21646" y="2990"/>
                    <a:pt x="21136" y="2782"/>
                    <a:pt x="20603" y="2759"/>
                  </a:cubicBezTo>
                  <a:cubicBezTo>
                    <a:pt x="20395" y="2759"/>
                    <a:pt x="20209" y="2805"/>
                    <a:pt x="20047" y="2851"/>
                  </a:cubicBezTo>
                  <a:cubicBezTo>
                    <a:pt x="19885" y="1785"/>
                    <a:pt x="19236" y="835"/>
                    <a:pt x="18286" y="302"/>
                  </a:cubicBezTo>
                  <a:cubicBezTo>
                    <a:pt x="17961" y="117"/>
                    <a:pt x="17614" y="24"/>
                    <a:pt x="1726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miter lim="2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48"/>
            <p:cNvSpPr/>
            <p:nvPr/>
          </p:nvSpPr>
          <p:spPr>
            <a:xfrm>
              <a:off x="-1176462" y="-3473708"/>
              <a:ext cx="1931088" cy="1129900"/>
            </a:xfrm>
            <a:custGeom>
              <a:rect b="b" l="l" r="r" t="t"/>
              <a:pathLst>
                <a:path extrusionOk="0" h="15255" w="26072">
                  <a:moveTo>
                    <a:pt x="18082" y="1"/>
                  </a:moveTo>
                  <a:cubicBezTo>
                    <a:pt x="17120" y="1"/>
                    <a:pt x="16284" y="727"/>
                    <a:pt x="15842" y="1410"/>
                  </a:cubicBezTo>
                  <a:lnTo>
                    <a:pt x="15842" y="1410"/>
                  </a:lnTo>
                  <a:cubicBezTo>
                    <a:pt x="15503" y="830"/>
                    <a:pt x="14751" y="224"/>
                    <a:pt x="13395" y="84"/>
                  </a:cubicBezTo>
                  <a:cubicBezTo>
                    <a:pt x="13271" y="71"/>
                    <a:pt x="13151" y="65"/>
                    <a:pt x="13035" y="65"/>
                  </a:cubicBezTo>
                  <a:cubicBezTo>
                    <a:pt x="11817" y="65"/>
                    <a:pt x="11030" y="741"/>
                    <a:pt x="10617" y="1457"/>
                  </a:cubicBezTo>
                  <a:lnTo>
                    <a:pt x="10617" y="1457"/>
                  </a:lnTo>
                  <a:cubicBezTo>
                    <a:pt x="10211" y="837"/>
                    <a:pt x="9429" y="280"/>
                    <a:pt x="8180" y="269"/>
                  </a:cubicBezTo>
                  <a:cubicBezTo>
                    <a:pt x="8163" y="269"/>
                    <a:pt x="8146" y="269"/>
                    <a:pt x="8130" y="269"/>
                  </a:cubicBezTo>
                  <a:cubicBezTo>
                    <a:pt x="6089" y="269"/>
                    <a:pt x="5586" y="2377"/>
                    <a:pt x="5463" y="3414"/>
                  </a:cubicBezTo>
                  <a:lnTo>
                    <a:pt x="5463" y="3414"/>
                  </a:lnTo>
                  <a:cubicBezTo>
                    <a:pt x="5142" y="3127"/>
                    <a:pt x="4701" y="2897"/>
                    <a:pt x="4171" y="2897"/>
                  </a:cubicBezTo>
                  <a:cubicBezTo>
                    <a:pt x="3516" y="2897"/>
                    <a:pt x="2723" y="3248"/>
                    <a:pt x="1853" y="4279"/>
                  </a:cubicBezTo>
                  <a:cubicBezTo>
                    <a:pt x="0" y="6482"/>
                    <a:pt x="1750" y="8227"/>
                    <a:pt x="2700" y="8622"/>
                  </a:cubicBezTo>
                  <a:lnTo>
                    <a:pt x="2700" y="8622"/>
                  </a:lnTo>
                  <a:cubicBezTo>
                    <a:pt x="2045" y="9759"/>
                    <a:pt x="2456" y="12163"/>
                    <a:pt x="4449" y="12390"/>
                  </a:cubicBezTo>
                  <a:cubicBezTo>
                    <a:pt x="4628" y="12409"/>
                    <a:pt x="4794" y="12418"/>
                    <a:pt x="4949" y="12418"/>
                  </a:cubicBezTo>
                  <a:cubicBezTo>
                    <a:pt x="5196" y="12418"/>
                    <a:pt x="5413" y="12395"/>
                    <a:pt x="5602" y="12356"/>
                  </a:cubicBezTo>
                  <a:lnTo>
                    <a:pt x="5602" y="12356"/>
                  </a:lnTo>
                  <a:cubicBezTo>
                    <a:pt x="5831" y="13342"/>
                    <a:pt x="6712" y="14504"/>
                    <a:pt x="8342" y="14545"/>
                  </a:cubicBezTo>
                  <a:cubicBezTo>
                    <a:pt x="8375" y="14546"/>
                    <a:pt x="8407" y="14547"/>
                    <a:pt x="8439" y="14547"/>
                  </a:cubicBezTo>
                  <a:cubicBezTo>
                    <a:pt x="9521" y="14547"/>
                    <a:pt x="10209" y="14069"/>
                    <a:pt x="10586" y="13519"/>
                  </a:cubicBezTo>
                  <a:lnTo>
                    <a:pt x="10586" y="13519"/>
                  </a:lnTo>
                  <a:cubicBezTo>
                    <a:pt x="11040" y="14377"/>
                    <a:pt x="11990" y="15255"/>
                    <a:pt x="13477" y="15255"/>
                  </a:cubicBezTo>
                  <a:cubicBezTo>
                    <a:pt x="13651" y="15255"/>
                    <a:pt x="13832" y="15243"/>
                    <a:pt x="14020" y="15217"/>
                  </a:cubicBezTo>
                  <a:cubicBezTo>
                    <a:pt x="15355" y="15038"/>
                    <a:pt x="15994" y="14359"/>
                    <a:pt x="16217" y="13676"/>
                  </a:cubicBezTo>
                  <a:lnTo>
                    <a:pt x="16217" y="13676"/>
                  </a:lnTo>
                  <a:cubicBezTo>
                    <a:pt x="16844" y="14070"/>
                    <a:pt x="17713" y="14373"/>
                    <a:pt x="18609" y="14373"/>
                  </a:cubicBezTo>
                  <a:cubicBezTo>
                    <a:pt x="19238" y="14373"/>
                    <a:pt x="19881" y="14223"/>
                    <a:pt x="20463" y="13850"/>
                  </a:cubicBezTo>
                  <a:cubicBezTo>
                    <a:pt x="21427" y="13228"/>
                    <a:pt x="21768" y="12589"/>
                    <a:pt x="21786" y="12078"/>
                  </a:cubicBezTo>
                  <a:lnTo>
                    <a:pt x="21786" y="12078"/>
                  </a:lnTo>
                  <a:cubicBezTo>
                    <a:pt x="21977" y="12108"/>
                    <a:pt x="22179" y="12124"/>
                    <a:pt x="22383" y="12124"/>
                  </a:cubicBezTo>
                  <a:cubicBezTo>
                    <a:pt x="22936" y="12124"/>
                    <a:pt x="23500" y="12003"/>
                    <a:pt x="23893" y="11695"/>
                  </a:cubicBezTo>
                  <a:cubicBezTo>
                    <a:pt x="25075" y="10745"/>
                    <a:pt x="26071" y="9308"/>
                    <a:pt x="24472" y="7384"/>
                  </a:cubicBezTo>
                  <a:cubicBezTo>
                    <a:pt x="24161" y="7005"/>
                    <a:pt x="23863" y="6756"/>
                    <a:pt x="23591" y="6603"/>
                  </a:cubicBezTo>
                  <a:lnTo>
                    <a:pt x="23591" y="6603"/>
                  </a:lnTo>
                  <a:cubicBezTo>
                    <a:pt x="24039" y="5763"/>
                    <a:pt x="24081" y="4309"/>
                    <a:pt x="22827" y="3305"/>
                  </a:cubicBezTo>
                  <a:cubicBezTo>
                    <a:pt x="22320" y="2895"/>
                    <a:pt x="21838" y="2741"/>
                    <a:pt x="21419" y="2741"/>
                  </a:cubicBezTo>
                  <a:cubicBezTo>
                    <a:pt x="21187" y="2741"/>
                    <a:pt x="20974" y="2788"/>
                    <a:pt x="20787" y="2865"/>
                  </a:cubicBezTo>
                  <a:lnTo>
                    <a:pt x="20787" y="2865"/>
                  </a:lnTo>
                  <a:cubicBezTo>
                    <a:pt x="20694" y="1999"/>
                    <a:pt x="20194" y="903"/>
                    <a:pt x="19072" y="269"/>
                  </a:cubicBezTo>
                  <a:cubicBezTo>
                    <a:pt x="18735" y="81"/>
                    <a:pt x="18402" y="1"/>
                    <a:pt x="18082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48"/>
            <p:cNvSpPr/>
            <p:nvPr/>
          </p:nvSpPr>
          <p:spPr>
            <a:xfrm>
              <a:off x="-1116468" y="-3481263"/>
              <a:ext cx="1823023" cy="1143306"/>
            </a:xfrm>
            <a:custGeom>
              <a:rect b="b" l="l" r="r" t="t"/>
              <a:pathLst>
                <a:path extrusionOk="0" h="15436" w="24613">
                  <a:moveTo>
                    <a:pt x="15041" y="1669"/>
                  </a:moveTo>
                  <a:cubicBezTo>
                    <a:pt x="15180" y="1924"/>
                    <a:pt x="15203" y="2225"/>
                    <a:pt x="15111" y="2527"/>
                  </a:cubicBezTo>
                  <a:cubicBezTo>
                    <a:pt x="15087" y="2573"/>
                    <a:pt x="15018" y="2619"/>
                    <a:pt x="14972" y="2619"/>
                  </a:cubicBezTo>
                  <a:cubicBezTo>
                    <a:pt x="14925" y="2619"/>
                    <a:pt x="14902" y="2596"/>
                    <a:pt x="14879" y="2596"/>
                  </a:cubicBezTo>
                  <a:cubicBezTo>
                    <a:pt x="14833" y="2573"/>
                    <a:pt x="14809" y="2527"/>
                    <a:pt x="14786" y="2480"/>
                  </a:cubicBezTo>
                  <a:cubicBezTo>
                    <a:pt x="14763" y="2202"/>
                    <a:pt x="14833" y="1901"/>
                    <a:pt x="15018" y="1669"/>
                  </a:cubicBezTo>
                  <a:close/>
                  <a:moveTo>
                    <a:pt x="9803" y="1716"/>
                  </a:moveTo>
                  <a:cubicBezTo>
                    <a:pt x="10058" y="2086"/>
                    <a:pt x="10128" y="2527"/>
                    <a:pt x="10012" y="2944"/>
                  </a:cubicBezTo>
                  <a:cubicBezTo>
                    <a:pt x="9966" y="3037"/>
                    <a:pt x="9873" y="3129"/>
                    <a:pt x="9757" y="3129"/>
                  </a:cubicBezTo>
                  <a:cubicBezTo>
                    <a:pt x="9745" y="3133"/>
                    <a:pt x="9733" y="3135"/>
                    <a:pt x="9720" y="3135"/>
                  </a:cubicBezTo>
                  <a:cubicBezTo>
                    <a:pt x="9664" y="3135"/>
                    <a:pt x="9614" y="3094"/>
                    <a:pt x="9595" y="3037"/>
                  </a:cubicBezTo>
                  <a:cubicBezTo>
                    <a:pt x="9456" y="2828"/>
                    <a:pt x="9502" y="2272"/>
                    <a:pt x="9803" y="1716"/>
                  </a:cubicBezTo>
                  <a:close/>
                  <a:moveTo>
                    <a:pt x="19908" y="3083"/>
                  </a:moveTo>
                  <a:cubicBezTo>
                    <a:pt x="19954" y="3431"/>
                    <a:pt x="19885" y="3778"/>
                    <a:pt x="19699" y="4056"/>
                  </a:cubicBezTo>
                  <a:cubicBezTo>
                    <a:pt x="19646" y="4127"/>
                    <a:pt x="19566" y="4157"/>
                    <a:pt x="19479" y="4157"/>
                  </a:cubicBezTo>
                  <a:cubicBezTo>
                    <a:pt x="19453" y="4157"/>
                    <a:pt x="19425" y="4154"/>
                    <a:pt x="19398" y="4149"/>
                  </a:cubicBezTo>
                  <a:cubicBezTo>
                    <a:pt x="19305" y="4149"/>
                    <a:pt x="19213" y="4056"/>
                    <a:pt x="19213" y="3940"/>
                  </a:cubicBezTo>
                  <a:cubicBezTo>
                    <a:pt x="19189" y="3686"/>
                    <a:pt x="19468" y="3292"/>
                    <a:pt x="19908" y="3083"/>
                  </a:cubicBezTo>
                  <a:close/>
                  <a:moveTo>
                    <a:pt x="4705" y="3709"/>
                  </a:moveTo>
                  <a:cubicBezTo>
                    <a:pt x="4937" y="3917"/>
                    <a:pt x="5076" y="4195"/>
                    <a:pt x="5122" y="4520"/>
                  </a:cubicBezTo>
                  <a:cubicBezTo>
                    <a:pt x="5122" y="4520"/>
                    <a:pt x="5122" y="4543"/>
                    <a:pt x="5122" y="4543"/>
                  </a:cubicBezTo>
                  <a:cubicBezTo>
                    <a:pt x="5076" y="4566"/>
                    <a:pt x="5029" y="4566"/>
                    <a:pt x="5006" y="4589"/>
                  </a:cubicBezTo>
                  <a:cubicBezTo>
                    <a:pt x="4774" y="4589"/>
                    <a:pt x="4682" y="4079"/>
                    <a:pt x="4682" y="4079"/>
                  </a:cubicBezTo>
                  <a:cubicBezTo>
                    <a:pt x="4682" y="4079"/>
                    <a:pt x="4682" y="3940"/>
                    <a:pt x="4705" y="3709"/>
                  </a:cubicBezTo>
                  <a:close/>
                  <a:moveTo>
                    <a:pt x="22054" y="6580"/>
                  </a:moveTo>
                  <a:cubicBezTo>
                    <a:pt x="22073" y="6580"/>
                    <a:pt x="22091" y="6581"/>
                    <a:pt x="22110" y="6582"/>
                  </a:cubicBezTo>
                  <a:cubicBezTo>
                    <a:pt x="22295" y="6582"/>
                    <a:pt x="22503" y="6629"/>
                    <a:pt x="22689" y="6721"/>
                  </a:cubicBezTo>
                  <a:cubicBezTo>
                    <a:pt x="22474" y="7093"/>
                    <a:pt x="22209" y="7299"/>
                    <a:pt x="21951" y="7299"/>
                  </a:cubicBezTo>
                  <a:cubicBezTo>
                    <a:pt x="21903" y="7299"/>
                    <a:pt x="21855" y="7292"/>
                    <a:pt x="21808" y="7278"/>
                  </a:cubicBezTo>
                  <a:cubicBezTo>
                    <a:pt x="21600" y="7208"/>
                    <a:pt x="21507" y="7092"/>
                    <a:pt x="21530" y="6930"/>
                  </a:cubicBezTo>
                  <a:cubicBezTo>
                    <a:pt x="21595" y="6715"/>
                    <a:pt x="21819" y="6580"/>
                    <a:pt x="22054" y="6580"/>
                  </a:cubicBezTo>
                  <a:close/>
                  <a:moveTo>
                    <a:pt x="2851" y="8228"/>
                  </a:moveTo>
                  <a:cubicBezTo>
                    <a:pt x="3013" y="8228"/>
                    <a:pt x="3129" y="8274"/>
                    <a:pt x="3129" y="8344"/>
                  </a:cubicBezTo>
                  <a:cubicBezTo>
                    <a:pt x="3129" y="8483"/>
                    <a:pt x="2758" y="8738"/>
                    <a:pt x="2272" y="8738"/>
                  </a:cubicBezTo>
                  <a:lnTo>
                    <a:pt x="2202" y="8738"/>
                  </a:lnTo>
                  <a:cubicBezTo>
                    <a:pt x="2133" y="8738"/>
                    <a:pt x="2063" y="8715"/>
                    <a:pt x="2017" y="8691"/>
                  </a:cubicBezTo>
                  <a:cubicBezTo>
                    <a:pt x="2179" y="8390"/>
                    <a:pt x="2503" y="8228"/>
                    <a:pt x="2851" y="8228"/>
                  </a:cubicBezTo>
                  <a:close/>
                  <a:moveTo>
                    <a:pt x="20186" y="11241"/>
                  </a:moveTo>
                  <a:cubicBezTo>
                    <a:pt x="20348" y="11241"/>
                    <a:pt x="20510" y="11310"/>
                    <a:pt x="20626" y="11449"/>
                  </a:cubicBezTo>
                  <a:cubicBezTo>
                    <a:pt x="20789" y="11635"/>
                    <a:pt x="20881" y="11843"/>
                    <a:pt x="20904" y="12075"/>
                  </a:cubicBezTo>
                  <a:cubicBezTo>
                    <a:pt x="20325" y="11982"/>
                    <a:pt x="19885" y="11774"/>
                    <a:pt x="19815" y="11565"/>
                  </a:cubicBezTo>
                  <a:cubicBezTo>
                    <a:pt x="19792" y="11472"/>
                    <a:pt x="19815" y="11403"/>
                    <a:pt x="19885" y="11356"/>
                  </a:cubicBezTo>
                  <a:cubicBezTo>
                    <a:pt x="19954" y="11287"/>
                    <a:pt x="20070" y="11241"/>
                    <a:pt x="20186" y="11241"/>
                  </a:cubicBezTo>
                  <a:close/>
                  <a:moveTo>
                    <a:pt x="5394" y="11169"/>
                  </a:moveTo>
                  <a:cubicBezTo>
                    <a:pt x="5586" y="11169"/>
                    <a:pt x="5749" y="11323"/>
                    <a:pt x="5771" y="11519"/>
                  </a:cubicBezTo>
                  <a:cubicBezTo>
                    <a:pt x="5794" y="11820"/>
                    <a:pt x="5516" y="12214"/>
                    <a:pt x="4867" y="12376"/>
                  </a:cubicBezTo>
                  <a:cubicBezTo>
                    <a:pt x="4774" y="12052"/>
                    <a:pt x="4798" y="11704"/>
                    <a:pt x="4937" y="11403"/>
                  </a:cubicBezTo>
                  <a:cubicBezTo>
                    <a:pt x="5006" y="11287"/>
                    <a:pt x="5099" y="11217"/>
                    <a:pt x="5215" y="11194"/>
                  </a:cubicBezTo>
                  <a:cubicBezTo>
                    <a:pt x="5261" y="11171"/>
                    <a:pt x="5308" y="11171"/>
                    <a:pt x="5354" y="11171"/>
                  </a:cubicBezTo>
                  <a:cubicBezTo>
                    <a:pt x="5367" y="11170"/>
                    <a:pt x="5380" y="11169"/>
                    <a:pt x="5394" y="11169"/>
                  </a:cubicBezTo>
                  <a:close/>
                  <a:moveTo>
                    <a:pt x="9803" y="12075"/>
                  </a:moveTo>
                  <a:cubicBezTo>
                    <a:pt x="9896" y="12075"/>
                    <a:pt x="9966" y="12144"/>
                    <a:pt x="9989" y="12214"/>
                  </a:cubicBezTo>
                  <a:cubicBezTo>
                    <a:pt x="10128" y="12446"/>
                    <a:pt x="10082" y="12979"/>
                    <a:pt x="9780" y="13465"/>
                  </a:cubicBezTo>
                  <a:cubicBezTo>
                    <a:pt x="9525" y="12909"/>
                    <a:pt x="9502" y="12423"/>
                    <a:pt x="9595" y="12214"/>
                  </a:cubicBezTo>
                  <a:cubicBezTo>
                    <a:pt x="9618" y="12144"/>
                    <a:pt x="9688" y="12098"/>
                    <a:pt x="9757" y="12075"/>
                  </a:cubicBezTo>
                  <a:close/>
                  <a:moveTo>
                    <a:pt x="14925" y="12237"/>
                  </a:moveTo>
                  <a:cubicBezTo>
                    <a:pt x="15041" y="12237"/>
                    <a:pt x="15157" y="12307"/>
                    <a:pt x="15226" y="12423"/>
                  </a:cubicBezTo>
                  <a:cubicBezTo>
                    <a:pt x="15435" y="12793"/>
                    <a:pt x="15481" y="13234"/>
                    <a:pt x="15366" y="13651"/>
                  </a:cubicBezTo>
                  <a:cubicBezTo>
                    <a:pt x="14879" y="13326"/>
                    <a:pt x="14554" y="12956"/>
                    <a:pt x="14531" y="12654"/>
                  </a:cubicBezTo>
                  <a:cubicBezTo>
                    <a:pt x="14531" y="12538"/>
                    <a:pt x="14578" y="12423"/>
                    <a:pt x="14670" y="12353"/>
                  </a:cubicBezTo>
                  <a:cubicBezTo>
                    <a:pt x="14740" y="12283"/>
                    <a:pt x="14833" y="12237"/>
                    <a:pt x="14925" y="12237"/>
                  </a:cubicBezTo>
                  <a:close/>
                  <a:moveTo>
                    <a:pt x="17266" y="186"/>
                  </a:moveTo>
                  <a:cubicBezTo>
                    <a:pt x="17614" y="186"/>
                    <a:pt x="17938" y="279"/>
                    <a:pt x="18216" y="464"/>
                  </a:cubicBezTo>
                  <a:cubicBezTo>
                    <a:pt x="19143" y="974"/>
                    <a:pt x="19746" y="1878"/>
                    <a:pt x="19885" y="2921"/>
                  </a:cubicBezTo>
                  <a:cubicBezTo>
                    <a:pt x="19352" y="3176"/>
                    <a:pt x="19027" y="3662"/>
                    <a:pt x="19050" y="3987"/>
                  </a:cubicBezTo>
                  <a:cubicBezTo>
                    <a:pt x="19074" y="4149"/>
                    <a:pt x="19189" y="4311"/>
                    <a:pt x="19375" y="4334"/>
                  </a:cubicBezTo>
                  <a:lnTo>
                    <a:pt x="19491" y="4334"/>
                  </a:lnTo>
                  <a:cubicBezTo>
                    <a:pt x="19607" y="4334"/>
                    <a:pt x="19746" y="4265"/>
                    <a:pt x="19815" y="4172"/>
                  </a:cubicBezTo>
                  <a:cubicBezTo>
                    <a:pt x="20047" y="3825"/>
                    <a:pt x="20140" y="3407"/>
                    <a:pt x="20070" y="3013"/>
                  </a:cubicBezTo>
                  <a:cubicBezTo>
                    <a:pt x="20232" y="2944"/>
                    <a:pt x="20418" y="2921"/>
                    <a:pt x="20603" y="2921"/>
                  </a:cubicBezTo>
                  <a:cubicBezTo>
                    <a:pt x="21113" y="2944"/>
                    <a:pt x="21600" y="3129"/>
                    <a:pt x="21970" y="3477"/>
                  </a:cubicBezTo>
                  <a:cubicBezTo>
                    <a:pt x="22921" y="4195"/>
                    <a:pt x="23245" y="5493"/>
                    <a:pt x="22735" y="6582"/>
                  </a:cubicBezTo>
                  <a:cubicBezTo>
                    <a:pt x="22550" y="6490"/>
                    <a:pt x="22318" y="6420"/>
                    <a:pt x="22110" y="6420"/>
                  </a:cubicBezTo>
                  <a:cubicBezTo>
                    <a:pt x="22077" y="6416"/>
                    <a:pt x="22045" y="6414"/>
                    <a:pt x="22014" y="6414"/>
                  </a:cubicBezTo>
                  <a:cubicBezTo>
                    <a:pt x="21707" y="6414"/>
                    <a:pt x="21452" y="6613"/>
                    <a:pt x="21368" y="6907"/>
                  </a:cubicBezTo>
                  <a:cubicBezTo>
                    <a:pt x="21345" y="7092"/>
                    <a:pt x="21391" y="7301"/>
                    <a:pt x="21762" y="7417"/>
                  </a:cubicBezTo>
                  <a:cubicBezTo>
                    <a:pt x="21826" y="7442"/>
                    <a:pt x="21892" y="7454"/>
                    <a:pt x="21959" y="7454"/>
                  </a:cubicBezTo>
                  <a:cubicBezTo>
                    <a:pt x="22258" y="7454"/>
                    <a:pt x="22578" y="7212"/>
                    <a:pt x="22805" y="6814"/>
                  </a:cubicBezTo>
                  <a:cubicBezTo>
                    <a:pt x="23106" y="7000"/>
                    <a:pt x="23384" y="7254"/>
                    <a:pt x="23593" y="7533"/>
                  </a:cubicBezTo>
                  <a:cubicBezTo>
                    <a:pt x="24195" y="8251"/>
                    <a:pt x="24473" y="8946"/>
                    <a:pt x="24404" y="9665"/>
                  </a:cubicBezTo>
                  <a:cubicBezTo>
                    <a:pt x="24311" y="10383"/>
                    <a:pt x="23848" y="11078"/>
                    <a:pt x="23037" y="11727"/>
                  </a:cubicBezTo>
                  <a:cubicBezTo>
                    <a:pt x="22628" y="12007"/>
                    <a:pt x="22159" y="12147"/>
                    <a:pt x="21686" y="12147"/>
                  </a:cubicBezTo>
                  <a:cubicBezTo>
                    <a:pt x="21649" y="12147"/>
                    <a:pt x="21613" y="12146"/>
                    <a:pt x="21576" y="12144"/>
                  </a:cubicBezTo>
                  <a:cubicBezTo>
                    <a:pt x="21391" y="12144"/>
                    <a:pt x="21229" y="12144"/>
                    <a:pt x="21067" y="12098"/>
                  </a:cubicBezTo>
                  <a:cubicBezTo>
                    <a:pt x="21043" y="11820"/>
                    <a:pt x="20951" y="11542"/>
                    <a:pt x="20742" y="11333"/>
                  </a:cubicBezTo>
                  <a:cubicBezTo>
                    <a:pt x="20614" y="11166"/>
                    <a:pt x="20421" y="11085"/>
                    <a:pt x="20224" y="11085"/>
                  </a:cubicBezTo>
                  <a:cubicBezTo>
                    <a:pt x="20065" y="11085"/>
                    <a:pt x="19903" y="11137"/>
                    <a:pt x="19769" y="11241"/>
                  </a:cubicBezTo>
                  <a:cubicBezTo>
                    <a:pt x="19676" y="11333"/>
                    <a:pt x="19630" y="11472"/>
                    <a:pt x="19653" y="11611"/>
                  </a:cubicBezTo>
                  <a:cubicBezTo>
                    <a:pt x="19746" y="11890"/>
                    <a:pt x="20232" y="12121"/>
                    <a:pt x="20881" y="12237"/>
                  </a:cubicBezTo>
                  <a:cubicBezTo>
                    <a:pt x="20835" y="12793"/>
                    <a:pt x="20395" y="13373"/>
                    <a:pt x="19607" y="13883"/>
                  </a:cubicBezTo>
                  <a:cubicBezTo>
                    <a:pt x="19074" y="14207"/>
                    <a:pt x="18425" y="14392"/>
                    <a:pt x="17799" y="14392"/>
                  </a:cubicBezTo>
                  <a:cubicBezTo>
                    <a:pt x="16988" y="14369"/>
                    <a:pt x="16200" y="14161"/>
                    <a:pt x="15505" y="13744"/>
                  </a:cubicBezTo>
                  <a:cubicBezTo>
                    <a:pt x="15667" y="13280"/>
                    <a:pt x="15620" y="12747"/>
                    <a:pt x="15366" y="12330"/>
                  </a:cubicBezTo>
                  <a:cubicBezTo>
                    <a:pt x="15256" y="12166"/>
                    <a:pt x="15083" y="12074"/>
                    <a:pt x="14911" y="12074"/>
                  </a:cubicBezTo>
                  <a:cubicBezTo>
                    <a:pt x="14791" y="12074"/>
                    <a:pt x="14673" y="12119"/>
                    <a:pt x="14578" y="12214"/>
                  </a:cubicBezTo>
                  <a:cubicBezTo>
                    <a:pt x="14439" y="12330"/>
                    <a:pt x="14369" y="12492"/>
                    <a:pt x="14392" y="12677"/>
                  </a:cubicBezTo>
                  <a:cubicBezTo>
                    <a:pt x="14415" y="13025"/>
                    <a:pt x="14763" y="13442"/>
                    <a:pt x="15319" y="13813"/>
                  </a:cubicBezTo>
                  <a:cubicBezTo>
                    <a:pt x="15134" y="14277"/>
                    <a:pt x="14647" y="15041"/>
                    <a:pt x="13187" y="15227"/>
                  </a:cubicBezTo>
                  <a:cubicBezTo>
                    <a:pt x="13025" y="15250"/>
                    <a:pt x="12839" y="15273"/>
                    <a:pt x="12654" y="15273"/>
                  </a:cubicBezTo>
                  <a:cubicBezTo>
                    <a:pt x="12634" y="15273"/>
                    <a:pt x="12614" y="15274"/>
                    <a:pt x="12594" y="15274"/>
                  </a:cubicBezTo>
                  <a:cubicBezTo>
                    <a:pt x="11458" y="15274"/>
                    <a:pt x="10397" y="14630"/>
                    <a:pt x="9873" y="13628"/>
                  </a:cubicBezTo>
                  <a:cubicBezTo>
                    <a:pt x="10244" y="13048"/>
                    <a:pt x="10290" y="12446"/>
                    <a:pt x="10151" y="12168"/>
                  </a:cubicBezTo>
                  <a:cubicBezTo>
                    <a:pt x="10094" y="12034"/>
                    <a:pt x="9957" y="11947"/>
                    <a:pt x="9820" y="11947"/>
                  </a:cubicBezTo>
                  <a:cubicBezTo>
                    <a:pt x="9791" y="11947"/>
                    <a:pt x="9762" y="11951"/>
                    <a:pt x="9734" y="11959"/>
                  </a:cubicBezTo>
                  <a:cubicBezTo>
                    <a:pt x="9595" y="11982"/>
                    <a:pt x="9502" y="12075"/>
                    <a:pt x="9456" y="12191"/>
                  </a:cubicBezTo>
                  <a:cubicBezTo>
                    <a:pt x="9317" y="12492"/>
                    <a:pt x="9410" y="13071"/>
                    <a:pt x="9688" y="13628"/>
                  </a:cubicBezTo>
                  <a:cubicBezTo>
                    <a:pt x="9230" y="14238"/>
                    <a:pt x="8526" y="14582"/>
                    <a:pt x="7769" y="14582"/>
                  </a:cubicBezTo>
                  <a:cubicBezTo>
                    <a:pt x="7721" y="14582"/>
                    <a:pt x="7673" y="14581"/>
                    <a:pt x="7625" y="14578"/>
                  </a:cubicBezTo>
                  <a:lnTo>
                    <a:pt x="7532" y="14578"/>
                  </a:lnTo>
                  <a:cubicBezTo>
                    <a:pt x="6304" y="14578"/>
                    <a:pt x="5238" y="13744"/>
                    <a:pt x="4914" y="12562"/>
                  </a:cubicBezTo>
                  <a:cubicBezTo>
                    <a:pt x="5655" y="12376"/>
                    <a:pt x="5956" y="11890"/>
                    <a:pt x="5933" y="11519"/>
                  </a:cubicBezTo>
                  <a:cubicBezTo>
                    <a:pt x="5895" y="11233"/>
                    <a:pt x="5637" y="11025"/>
                    <a:pt x="5366" y="11025"/>
                  </a:cubicBezTo>
                  <a:cubicBezTo>
                    <a:pt x="5308" y="11025"/>
                    <a:pt x="5249" y="11035"/>
                    <a:pt x="5192" y="11055"/>
                  </a:cubicBezTo>
                  <a:cubicBezTo>
                    <a:pt x="5029" y="11102"/>
                    <a:pt x="4890" y="11194"/>
                    <a:pt x="4821" y="11333"/>
                  </a:cubicBezTo>
                  <a:cubicBezTo>
                    <a:pt x="4635" y="11681"/>
                    <a:pt x="4612" y="12075"/>
                    <a:pt x="4705" y="12423"/>
                  </a:cubicBezTo>
                  <a:cubicBezTo>
                    <a:pt x="4514" y="12461"/>
                    <a:pt x="4322" y="12478"/>
                    <a:pt x="4131" y="12478"/>
                  </a:cubicBezTo>
                  <a:cubicBezTo>
                    <a:pt x="3975" y="12478"/>
                    <a:pt x="3818" y="12467"/>
                    <a:pt x="3662" y="12446"/>
                  </a:cubicBezTo>
                  <a:cubicBezTo>
                    <a:pt x="2944" y="12376"/>
                    <a:pt x="2295" y="11936"/>
                    <a:pt x="1993" y="11287"/>
                  </a:cubicBezTo>
                  <a:cubicBezTo>
                    <a:pt x="1623" y="10522"/>
                    <a:pt x="1599" y="9642"/>
                    <a:pt x="1924" y="8854"/>
                  </a:cubicBezTo>
                  <a:lnTo>
                    <a:pt x="1924" y="8854"/>
                  </a:lnTo>
                  <a:cubicBezTo>
                    <a:pt x="2017" y="8900"/>
                    <a:pt x="2109" y="8900"/>
                    <a:pt x="2202" y="8923"/>
                  </a:cubicBezTo>
                  <a:lnTo>
                    <a:pt x="2272" y="8923"/>
                  </a:lnTo>
                  <a:cubicBezTo>
                    <a:pt x="2851" y="8923"/>
                    <a:pt x="3291" y="8622"/>
                    <a:pt x="3291" y="8367"/>
                  </a:cubicBezTo>
                  <a:cubicBezTo>
                    <a:pt x="3291" y="8274"/>
                    <a:pt x="3268" y="8112"/>
                    <a:pt x="2851" y="8089"/>
                  </a:cubicBezTo>
                  <a:cubicBezTo>
                    <a:pt x="2830" y="8088"/>
                    <a:pt x="2809" y="8087"/>
                    <a:pt x="2788" y="8087"/>
                  </a:cubicBezTo>
                  <a:cubicBezTo>
                    <a:pt x="2397" y="8087"/>
                    <a:pt x="2054" y="8293"/>
                    <a:pt x="1878" y="8645"/>
                  </a:cubicBezTo>
                  <a:cubicBezTo>
                    <a:pt x="1136" y="8297"/>
                    <a:pt x="603" y="7648"/>
                    <a:pt x="371" y="6861"/>
                  </a:cubicBezTo>
                  <a:cubicBezTo>
                    <a:pt x="186" y="6073"/>
                    <a:pt x="418" y="5261"/>
                    <a:pt x="1090" y="4473"/>
                  </a:cubicBezTo>
                  <a:cubicBezTo>
                    <a:pt x="1854" y="3570"/>
                    <a:pt x="2619" y="3106"/>
                    <a:pt x="3361" y="3106"/>
                  </a:cubicBezTo>
                  <a:cubicBezTo>
                    <a:pt x="3801" y="3106"/>
                    <a:pt x="4241" y="3292"/>
                    <a:pt x="4566" y="3593"/>
                  </a:cubicBezTo>
                  <a:cubicBezTo>
                    <a:pt x="4543" y="3755"/>
                    <a:pt x="4543" y="3917"/>
                    <a:pt x="4543" y="4103"/>
                  </a:cubicBezTo>
                  <a:cubicBezTo>
                    <a:pt x="4543" y="4126"/>
                    <a:pt x="4635" y="4752"/>
                    <a:pt x="5006" y="4752"/>
                  </a:cubicBezTo>
                  <a:cubicBezTo>
                    <a:pt x="5076" y="4752"/>
                    <a:pt x="5145" y="4728"/>
                    <a:pt x="5192" y="4705"/>
                  </a:cubicBezTo>
                  <a:cubicBezTo>
                    <a:pt x="5261" y="4682"/>
                    <a:pt x="5284" y="4613"/>
                    <a:pt x="5308" y="4543"/>
                  </a:cubicBezTo>
                  <a:cubicBezTo>
                    <a:pt x="5331" y="4334"/>
                    <a:pt x="5122" y="3894"/>
                    <a:pt x="4751" y="3523"/>
                  </a:cubicBezTo>
                  <a:cubicBezTo>
                    <a:pt x="4867" y="2573"/>
                    <a:pt x="5354" y="441"/>
                    <a:pt x="7347" y="441"/>
                  </a:cubicBezTo>
                  <a:lnTo>
                    <a:pt x="7393" y="441"/>
                  </a:lnTo>
                  <a:cubicBezTo>
                    <a:pt x="8737" y="464"/>
                    <a:pt x="9433" y="1136"/>
                    <a:pt x="9711" y="1577"/>
                  </a:cubicBezTo>
                  <a:cubicBezTo>
                    <a:pt x="9386" y="2156"/>
                    <a:pt x="9294" y="2805"/>
                    <a:pt x="9456" y="3129"/>
                  </a:cubicBezTo>
                  <a:cubicBezTo>
                    <a:pt x="9516" y="3230"/>
                    <a:pt x="9630" y="3296"/>
                    <a:pt x="9734" y="3296"/>
                  </a:cubicBezTo>
                  <a:cubicBezTo>
                    <a:pt x="9750" y="3296"/>
                    <a:pt x="9765" y="3295"/>
                    <a:pt x="9780" y="3292"/>
                  </a:cubicBezTo>
                  <a:cubicBezTo>
                    <a:pt x="9943" y="3292"/>
                    <a:pt x="10082" y="3176"/>
                    <a:pt x="10151" y="3013"/>
                  </a:cubicBezTo>
                  <a:cubicBezTo>
                    <a:pt x="10313" y="2689"/>
                    <a:pt x="10221" y="2086"/>
                    <a:pt x="9896" y="1577"/>
                  </a:cubicBezTo>
                  <a:cubicBezTo>
                    <a:pt x="10372" y="761"/>
                    <a:pt x="11224" y="278"/>
                    <a:pt x="12149" y="278"/>
                  </a:cubicBezTo>
                  <a:cubicBezTo>
                    <a:pt x="12170" y="278"/>
                    <a:pt x="12192" y="278"/>
                    <a:pt x="12214" y="279"/>
                  </a:cubicBezTo>
                  <a:lnTo>
                    <a:pt x="12561" y="279"/>
                  </a:lnTo>
                  <a:cubicBezTo>
                    <a:pt x="14045" y="441"/>
                    <a:pt x="14670" y="1113"/>
                    <a:pt x="14925" y="1530"/>
                  </a:cubicBezTo>
                  <a:cubicBezTo>
                    <a:pt x="14670" y="1947"/>
                    <a:pt x="14554" y="2318"/>
                    <a:pt x="14647" y="2573"/>
                  </a:cubicBezTo>
                  <a:cubicBezTo>
                    <a:pt x="14670" y="2643"/>
                    <a:pt x="14740" y="2735"/>
                    <a:pt x="14833" y="2759"/>
                  </a:cubicBezTo>
                  <a:cubicBezTo>
                    <a:pt x="14879" y="2782"/>
                    <a:pt x="14925" y="2782"/>
                    <a:pt x="14972" y="2782"/>
                  </a:cubicBezTo>
                  <a:cubicBezTo>
                    <a:pt x="15087" y="2782"/>
                    <a:pt x="15203" y="2712"/>
                    <a:pt x="15273" y="2619"/>
                  </a:cubicBezTo>
                  <a:cubicBezTo>
                    <a:pt x="15389" y="2249"/>
                    <a:pt x="15342" y="1855"/>
                    <a:pt x="15134" y="1530"/>
                  </a:cubicBezTo>
                  <a:cubicBezTo>
                    <a:pt x="15528" y="904"/>
                    <a:pt x="16339" y="186"/>
                    <a:pt x="17266" y="186"/>
                  </a:cubicBezTo>
                  <a:close/>
                  <a:moveTo>
                    <a:pt x="17266" y="1"/>
                  </a:moveTo>
                  <a:cubicBezTo>
                    <a:pt x="16293" y="1"/>
                    <a:pt x="15481" y="719"/>
                    <a:pt x="15018" y="1345"/>
                  </a:cubicBezTo>
                  <a:cubicBezTo>
                    <a:pt x="14740" y="904"/>
                    <a:pt x="14045" y="256"/>
                    <a:pt x="12585" y="93"/>
                  </a:cubicBezTo>
                  <a:cubicBezTo>
                    <a:pt x="12463" y="78"/>
                    <a:pt x="12342" y="71"/>
                    <a:pt x="12221" y="71"/>
                  </a:cubicBezTo>
                  <a:cubicBezTo>
                    <a:pt x="11240" y="71"/>
                    <a:pt x="10320" y="565"/>
                    <a:pt x="9803" y="1391"/>
                  </a:cubicBezTo>
                  <a:cubicBezTo>
                    <a:pt x="9456" y="951"/>
                    <a:pt x="8737" y="279"/>
                    <a:pt x="7370" y="279"/>
                  </a:cubicBezTo>
                  <a:lnTo>
                    <a:pt x="7347" y="279"/>
                  </a:lnTo>
                  <a:cubicBezTo>
                    <a:pt x="5284" y="279"/>
                    <a:pt x="4728" y="2341"/>
                    <a:pt x="4589" y="3384"/>
                  </a:cubicBezTo>
                  <a:cubicBezTo>
                    <a:pt x="4241" y="3083"/>
                    <a:pt x="3801" y="2921"/>
                    <a:pt x="3338" y="2921"/>
                  </a:cubicBezTo>
                  <a:cubicBezTo>
                    <a:pt x="2550" y="2921"/>
                    <a:pt x="1762" y="3407"/>
                    <a:pt x="951" y="4334"/>
                  </a:cubicBezTo>
                  <a:cubicBezTo>
                    <a:pt x="255" y="5192"/>
                    <a:pt x="0" y="6026"/>
                    <a:pt x="209" y="6884"/>
                  </a:cubicBezTo>
                  <a:cubicBezTo>
                    <a:pt x="441" y="7695"/>
                    <a:pt x="1020" y="8367"/>
                    <a:pt x="1762" y="8761"/>
                  </a:cubicBezTo>
                  <a:cubicBezTo>
                    <a:pt x="1414" y="9572"/>
                    <a:pt x="1437" y="10522"/>
                    <a:pt x="1831" y="11310"/>
                  </a:cubicBezTo>
                  <a:cubicBezTo>
                    <a:pt x="2179" y="12005"/>
                    <a:pt x="2851" y="12492"/>
                    <a:pt x="3616" y="12562"/>
                  </a:cubicBezTo>
                  <a:cubicBezTo>
                    <a:pt x="3801" y="12585"/>
                    <a:pt x="3987" y="12596"/>
                    <a:pt x="4172" y="12596"/>
                  </a:cubicBezTo>
                  <a:cubicBezTo>
                    <a:pt x="4357" y="12596"/>
                    <a:pt x="4543" y="12585"/>
                    <a:pt x="4728" y="12562"/>
                  </a:cubicBezTo>
                  <a:cubicBezTo>
                    <a:pt x="5076" y="13836"/>
                    <a:pt x="6211" y="14717"/>
                    <a:pt x="7532" y="14717"/>
                  </a:cubicBezTo>
                  <a:lnTo>
                    <a:pt x="7625" y="14717"/>
                  </a:lnTo>
                  <a:cubicBezTo>
                    <a:pt x="7673" y="14720"/>
                    <a:pt x="7721" y="14721"/>
                    <a:pt x="7769" y="14721"/>
                  </a:cubicBezTo>
                  <a:cubicBezTo>
                    <a:pt x="8531" y="14721"/>
                    <a:pt x="9277" y="14377"/>
                    <a:pt x="9757" y="13767"/>
                  </a:cubicBezTo>
                  <a:cubicBezTo>
                    <a:pt x="10360" y="14810"/>
                    <a:pt x="11472" y="15435"/>
                    <a:pt x="12654" y="15435"/>
                  </a:cubicBezTo>
                  <a:lnTo>
                    <a:pt x="12654" y="15412"/>
                  </a:lnTo>
                  <a:cubicBezTo>
                    <a:pt x="12839" y="15412"/>
                    <a:pt x="13025" y="15412"/>
                    <a:pt x="13210" y="15389"/>
                  </a:cubicBezTo>
                  <a:cubicBezTo>
                    <a:pt x="14693" y="15180"/>
                    <a:pt x="15250" y="14392"/>
                    <a:pt x="15435" y="13883"/>
                  </a:cubicBezTo>
                  <a:cubicBezTo>
                    <a:pt x="16153" y="14300"/>
                    <a:pt x="16965" y="14531"/>
                    <a:pt x="17776" y="14531"/>
                  </a:cubicBezTo>
                  <a:cubicBezTo>
                    <a:pt x="17813" y="14533"/>
                    <a:pt x="17851" y="14533"/>
                    <a:pt x="17888" y="14533"/>
                  </a:cubicBezTo>
                  <a:cubicBezTo>
                    <a:pt x="18522" y="14533"/>
                    <a:pt x="19152" y="14349"/>
                    <a:pt x="19699" y="13998"/>
                  </a:cubicBezTo>
                  <a:cubicBezTo>
                    <a:pt x="20719" y="13350"/>
                    <a:pt x="20997" y="12701"/>
                    <a:pt x="21043" y="12260"/>
                  </a:cubicBezTo>
                  <a:cubicBezTo>
                    <a:pt x="21206" y="12283"/>
                    <a:pt x="21391" y="12307"/>
                    <a:pt x="21553" y="12307"/>
                  </a:cubicBezTo>
                  <a:cubicBezTo>
                    <a:pt x="21588" y="12308"/>
                    <a:pt x="21623" y="12309"/>
                    <a:pt x="21658" y="12309"/>
                  </a:cubicBezTo>
                  <a:cubicBezTo>
                    <a:pt x="22179" y="12309"/>
                    <a:pt x="22695" y="12147"/>
                    <a:pt x="23129" y="11843"/>
                  </a:cubicBezTo>
                  <a:cubicBezTo>
                    <a:pt x="23987" y="11171"/>
                    <a:pt x="24473" y="10383"/>
                    <a:pt x="24543" y="9665"/>
                  </a:cubicBezTo>
                  <a:cubicBezTo>
                    <a:pt x="24612" y="8946"/>
                    <a:pt x="24334" y="8181"/>
                    <a:pt x="23709" y="7417"/>
                  </a:cubicBezTo>
                  <a:cubicBezTo>
                    <a:pt x="23477" y="7115"/>
                    <a:pt x="23199" y="6861"/>
                    <a:pt x="22874" y="6652"/>
                  </a:cubicBezTo>
                  <a:cubicBezTo>
                    <a:pt x="23430" y="5493"/>
                    <a:pt x="23083" y="4126"/>
                    <a:pt x="22063" y="3338"/>
                  </a:cubicBezTo>
                  <a:cubicBezTo>
                    <a:pt x="21669" y="2990"/>
                    <a:pt x="21136" y="2782"/>
                    <a:pt x="20603" y="2759"/>
                  </a:cubicBezTo>
                  <a:cubicBezTo>
                    <a:pt x="20418" y="2759"/>
                    <a:pt x="20232" y="2782"/>
                    <a:pt x="20047" y="2851"/>
                  </a:cubicBezTo>
                  <a:cubicBezTo>
                    <a:pt x="19885" y="1762"/>
                    <a:pt x="19236" y="835"/>
                    <a:pt x="18286" y="302"/>
                  </a:cubicBezTo>
                  <a:cubicBezTo>
                    <a:pt x="17984" y="117"/>
                    <a:pt x="17614" y="1"/>
                    <a:pt x="17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48"/>
            <p:cNvSpPr/>
            <p:nvPr/>
          </p:nvSpPr>
          <p:spPr>
            <a:xfrm>
              <a:off x="-750873" y="-2935388"/>
              <a:ext cx="168281" cy="169985"/>
            </a:xfrm>
            <a:custGeom>
              <a:rect b="b" l="l" r="r" t="t"/>
              <a:pathLst>
                <a:path extrusionOk="0" h="2295" w="2272">
                  <a:moveTo>
                    <a:pt x="1136" y="0"/>
                  </a:moveTo>
                  <a:cubicBezTo>
                    <a:pt x="511" y="0"/>
                    <a:pt x="1" y="510"/>
                    <a:pt x="1" y="1159"/>
                  </a:cubicBezTo>
                  <a:cubicBezTo>
                    <a:pt x="1" y="1785"/>
                    <a:pt x="511" y="2295"/>
                    <a:pt x="1136" y="2295"/>
                  </a:cubicBezTo>
                  <a:cubicBezTo>
                    <a:pt x="1762" y="2295"/>
                    <a:pt x="2272" y="1785"/>
                    <a:pt x="2272" y="1159"/>
                  </a:cubicBezTo>
                  <a:cubicBezTo>
                    <a:pt x="2272" y="510"/>
                    <a:pt x="1762" y="0"/>
                    <a:pt x="11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48"/>
            <p:cNvSpPr/>
            <p:nvPr/>
          </p:nvSpPr>
          <p:spPr>
            <a:xfrm>
              <a:off x="217258" y="-2914798"/>
              <a:ext cx="169985" cy="169985"/>
            </a:xfrm>
            <a:custGeom>
              <a:rect b="b" l="l" r="r" t="t"/>
              <a:pathLst>
                <a:path extrusionOk="0" h="2295" w="2295">
                  <a:moveTo>
                    <a:pt x="1159" y="0"/>
                  </a:moveTo>
                  <a:cubicBezTo>
                    <a:pt x="510" y="0"/>
                    <a:pt x="1" y="510"/>
                    <a:pt x="1" y="1159"/>
                  </a:cubicBezTo>
                  <a:cubicBezTo>
                    <a:pt x="1" y="1785"/>
                    <a:pt x="510" y="2295"/>
                    <a:pt x="1159" y="2295"/>
                  </a:cubicBezTo>
                  <a:cubicBezTo>
                    <a:pt x="1785" y="2295"/>
                    <a:pt x="2295" y="1785"/>
                    <a:pt x="2295" y="1159"/>
                  </a:cubicBezTo>
                  <a:cubicBezTo>
                    <a:pt x="2295" y="510"/>
                    <a:pt x="1785" y="0"/>
                    <a:pt x="11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48"/>
            <p:cNvSpPr/>
            <p:nvPr/>
          </p:nvSpPr>
          <p:spPr>
            <a:xfrm>
              <a:off x="-208405" y="-2985235"/>
              <a:ext cx="164800" cy="237016"/>
            </a:xfrm>
            <a:custGeom>
              <a:rect b="b" l="l" r="r" t="t"/>
              <a:pathLst>
                <a:path extrusionOk="0" h="3200" w="2225">
                  <a:moveTo>
                    <a:pt x="1189" y="1"/>
                  </a:moveTo>
                  <a:cubicBezTo>
                    <a:pt x="882" y="1"/>
                    <a:pt x="328" y="215"/>
                    <a:pt x="70" y="326"/>
                  </a:cubicBezTo>
                  <a:cubicBezTo>
                    <a:pt x="23" y="326"/>
                    <a:pt x="0" y="372"/>
                    <a:pt x="23" y="418"/>
                  </a:cubicBezTo>
                  <a:cubicBezTo>
                    <a:pt x="23" y="452"/>
                    <a:pt x="60" y="474"/>
                    <a:pt x="90" y="474"/>
                  </a:cubicBezTo>
                  <a:cubicBezTo>
                    <a:pt x="100" y="474"/>
                    <a:pt x="110" y="471"/>
                    <a:pt x="116" y="465"/>
                  </a:cubicBezTo>
                  <a:cubicBezTo>
                    <a:pt x="553" y="301"/>
                    <a:pt x="991" y="151"/>
                    <a:pt x="1180" y="151"/>
                  </a:cubicBezTo>
                  <a:cubicBezTo>
                    <a:pt x="1232" y="151"/>
                    <a:pt x="1265" y="162"/>
                    <a:pt x="1275" y="187"/>
                  </a:cubicBezTo>
                  <a:cubicBezTo>
                    <a:pt x="1321" y="279"/>
                    <a:pt x="973" y="882"/>
                    <a:pt x="533" y="1508"/>
                  </a:cubicBezTo>
                  <a:cubicBezTo>
                    <a:pt x="510" y="1531"/>
                    <a:pt x="510" y="1554"/>
                    <a:pt x="533" y="1577"/>
                  </a:cubicBezTo>
                  <a:cubicBezTo>
                    <a:pt x="533" y="1600"/>
                    <a:pt x="556" y="1624"/>
                    <a:pt x="579" y="1624"/>
                  </a:cubicBezTo>
                  <a:cubicBezTo>
                    <a:pt x="1252" y="1763"/>
                    <a:pt x="2016" y="2018"/>
                    <a:pt x="2063" y="2180"/>
                  </a:cubicBezTo>
                  <a:cubicBezTo>
                    <a:pt x="2063" y="2296"/>
                    <a:pt x="1182" y="2713"/>
                    <a:pt x="139" y="3037"/>
                  </a:cubicBezTo>
                  <a:cubicBezTo>
                    <a:pt x="116" y="3060"/>
                    <a:pt x="93" y="3107"/>
                    <a:pt x="93" y="3130"/>
                  </a:cubicBezTo>
                  <a:cubicBezTo>
                    <a:pt x="116" y="3176"/>
                    <a:pt x="139" y="3199"/>
                    <a:pt x="185" y="3199"/>
                  </a:cubicBezTo>
                  <a:lnTo>
                    <a:pt x="185" y="3176"/>
                  </a:lnTo>
                  <a:cubicBezTo>
                    <a:pt x="487" y="3084"/>
                    <a:pt x="2039" y="2574"/>
                    <a:pt x="2202" y="2226"/>
                  </a:cubicBezTo>
                  <a:cubicBezTo>
                    <a:pt x="2225" y="2203"/>
                    <a:pt x="2225" y="2157"/>
                    <a:pt x="2202" y="2110"/>
                  </a:cubicBezTo>
                  <a:cubicBezTo>
                    <a:pt x="2109" y="1832"/>
                    <a:pt x="1112" y="1577"/>
                    <a:pt x="718" y="1484"/>
                  </a:cubicBezTo>
                  <a:cubicBezTo>
                    <a:pt x="1136" y="905"/>
                    <a:pt x="1576" y="233"/>
                    <a:pt x="1367" y="48"/>
                  </a:cubicBezTo>
                  <a:cubicBezTo>
                    <a:pt x="1330" y="15"/>
                    <a:pt x="1267" y="1"/>
                    <a:pt x="1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48"/>
            <p:cNvSpPr/>
            <p:nvPr/>
          </p:nvSpPr>
          <p:spPr>
            <a:xfrm>
              <a:off x="-543189" y="-3076116"/>
              <a:ext cx="199242" cy="199168"/>
            </a:xfrm>
            <a:custGeom>
              <a:rect b="b" l="l" r="r" t="t"/>
              <a:pathLst>
                <a:path extrusionOk="0" h="2689" w="2690">
                  <a:moveTo>
                    <a:pt x="1345" y="0"/>
                  </a:moveTo>
                  <a:cubicBezTo>
                    <a:pt x="603" y="0"/>
                    <a:pt x="1" y="603"/>
                    <a:pt x="1" y="1344"/>
                  </a:cubicBezTo>
                  <a:cubicBezTo>
                    <a:pt x="1" y="2086"/>
                    <a:pt x="603" y="2688"/>
                    <a:pt x="1345" y="2688"/>
                  </a:cubicBezTo>
                  <a:cubicBezTo>
                    <a:pt x="2087" y="2688"/>
                    <a:pt x="2689" y="2086"/>
                    <a:pt x="2689" y="1344"/>
                  </a:cubicBezTo>
                  <a:cubicBezTo>
                    <a:pt x="2689" y="603"/>
                    <a:pt x="2087" y="0"/>
                    <a:pt x="1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48"/>
            <p:cNvSpPr/>
            <p:nvPr/>
          </p:nvSpPr>
          <p:spPr>
            <a:xfrm>
              <a:off x="-501933" y="-3033749"/>
              <a:ext cx="125322" cy="115619"/>
            </a:xfrm>
            <a:custGeom>
              <a:rect b="b" l="l" r="r" t="t"/>
              <a:pathLst>
                <a:path extrusionOk="0" h="1561" w="1692">
                  <a:moveTo>
                    <a:pt x="1087" y="0"/>
                  </a:moveTo>
                  <a:cubicBezTo>
                    <a:pt x="971" y="0"/>
                    <a:pt x="808" y="403"/>
                    <a:pt x="765" y="425"/>
                  </a:cubicBezTo>
                  <a:cubicBezTo>
                    <a:pt x="579" y="471"/>
                    <a:pt x="371" y="494"/>
                    <a:pt x="186" y="494"/>
                  </a:cubicBezTo>
                  <a:cubicBezTo>
                    <a:pt x="0" y="610"/>
                    <a:pt x="510" y="772"/>
                    <a:pt x="579" y="819"/>
                  </a:cubicBezTo>
                  <a:cubicBezTo>
                    <a:pt x="649" y="888"/>
                    <a:pt x="672" y="1560"/>
                    <a:pt x="811" y="1560"/>
                  </a:cubicBezTo>
                  <a:cubicBezTo>
                    <a:pt x="814" y="1561"/>
                    <a:pt x="816" y="1561"/>
                    <a:pt x="818" y="1561"/>
                  </a:cubicBezTo>
                  <a:cubicBezTo>
                    <a:pt x="934" y="1561"/>
                    <a:pt x="1091" y="1027"/>
                    <a:pt x="1159" y="1027"/>
                  </a:cubicBezTo>
                  <a:cubicBezTo>
                    <a:pt x="1252" y="1004"/>
                    <a:pt x="1669" y="981"/>
                    <a:pt x="1669" y="865"/>
                  </a:cubicBezTo>
                  <a:cubicBezTo>
                    <a:pt x="1692" y="772"/>
                    <a:pt x="1321" y="656"/>
                    <a:pt x="1228" y="540"/>
                  </a:cubicBezTo>
                  <a:cubicBezTo>
                    <a:pt x="1113" y="425"/>
                    <a:pt x="1205" y="77"/>
                    <a:pt x="1113" y="7"/>
                  </a:cubicBezTo>
                  <a:cubicBezTo>
                    <a:pt x="1104" y="3"/>
                    <a:pt x="1096" y="0"/>
                    <a:pt x="1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48"/>
            <p:cNvSpPr/>
            <p:nvPr/>
          </p:nvSpPr>
          <p:spPr>
            <a:xfrm>
              <a:off x="16462" y="-3065820"/>
              <a:ext cx="199168" cy="197464"/>
            </a:xfrm>
            <a:custGeom>
              <a:rect b="b" l="l" r="r" t="t"/>
              <a:pathLst>
                <a:path extrusionOk="0" h="2666" w="2689">
                  <a:moveTo>
                    <a:pt x="1344" y="0"/>
                  </a:moveTo>
                  <a:cubicBezTo>
                    <a:pt x="603" y="0"/>
                    <a:pt x="0" y="603"/>
                    <a:pt x="0" y="1344"/>
                  </a:cubicBezTo>
                  <a:cubicBezTo>
                    <a:pt x="0" y="2086"/>
                    <a:pt x="603" y="2665"/>
                    <a:pt x="1344" y="2665"/>
                  </a:cubicBezTo>
                  <a:cubicBezTo>
                    <a:pt x="2086" y="2665"/>
                    <a:pt x="2688" y="2086"/>
                    <a:pt x="2688" y="1344"/>
                  </a:cubicBezTo>
                  <a:cubicBezTo>
                    <a:pt x="2688" y="603"/>
                    <a:pt x="2086" y="0"/>
                    <a:pt x="1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48"/>
            <p:cNvSpPr/>
            <p:nvPr/>
          </p:nvSpPr>
          <p:spPr>
            <a:xfrm>
              <a:off x="57644" y="-3025158"/>
              <a:ext cx="127100" cy="117323"/>
            </a:xfrm>
            <a:custGeom>
              <a:rect b="b" l="l" r="r" t="t"/>
              <a:pathLst>
                <a:path extrusionOk="0" h="1584" w="1716">
                  <a:moveTo>
                    <a:pt x="1092" y="0"/>
                  </a:moveTo>
                  <a:cubicBezTo>
                    <a:pt x="992" y="0"/>
                    <a:pt x="810" y="404"/>
                    <a:pt x="788" y="448"/>
                  </a:cubicBezTo>
                  <a:cubicBezTo>
                    <a:pt x="580" y="494"/>
                    <a:pt x="394" y="517"/>
                    <a:pt x="209" y="517"/>
                  </a:cubicBezTo>
                  <a:cubicBezTo>
                    <a:pt x="0" y="633"/>
                    <a:pt x="510" y="795"/>
                    <a:pt x="580" y="842"/>
                  </a:cubicBezTo>
                  <a:cubicBezTo>
                    <a:pt x="649" y="888"/>
                    <a:pt x="672" y="1560"/>
                    <a:pt x="811" y="1583"/>
                  </a:cubicBezTo>
                  <a:cubicBezTo>
                    <a:pt x="814" y="1584"/>
                    <a:pt x="817" y="1584"/>
                    <a:pt x="820" y="1584"/>
                  </a:cubicBezTo>
                  <a:cubicBezTo>
                    <a:pt x="956" y="1584"/>
                    <a:pt x="1091" y="1050"/>
                    <a:pt x="1182" y="1027"/>
                  </a:cubicBezTo>
                  <a:cubicBezTo>
                    <a:pt x="1252" y="1027"/>
                    <a:pt x="1669" y="1004"/>
                    <a:pt x="1692" y="888"/>
                  </a:cubicBezTo>
                  <a:cubicBezTo>
                    <a:pt x="1715" y="772"/>
                    <a:pt x="1344" y="679"/>
                    <a:pt x="1228" y="563"/>
                  </a:cubicBezTo>
                  <a:cubicBezTo>
                    <a:pt x="1113" y="424"/>
                    <a:pt x="1228" y="77"/>
                    <a:pt x="1113" y="7"/>
                  </a:cubicBezTo>
                  <a:cubicBezTo>
                    <a:pt x="1106" y="2"/>
                    <a:pt x="1099" y="0"/>
                    <a:pt x="10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p48"/>
          <p:cNvGrpSpPr/>
          <p:nvPr/>
        </p:nvGrpSpPr>
        <p:grpSpPr>
          <a:xfrm flipH="1" rot="-2294087">
            <a:off x="3301022" y="3698489"/>
            <a:ext cx="595401" cy="520410"/>
            <a:chOff x="15257378" y="1257889"/>
            <a:chExt cx="595387" cy="520397"/>
          </a:xfrm>
        </p:grpSpPr>
        <p:sp>
          <p:nvSpPr>
            <p:cNvPr id="781" name="Google Shape;781;p48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48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48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48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48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48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48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48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48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48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48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7" name="Google Shape;797;p49"/>
          <p:cNvGrpSpPr/>
          <p:nvPr/>
        </p:nvGrpSpPr>
        <p:grpSpPr>
          <a:xfrm>
            <a:off x="5666353" y="1638224"/>
            <a:ext cx="871200" cy="871200"/>
            <a:chOff x="2519259" y="1707430"/>
            <a:chExt cx="871200" cy="871200"/>
          </a:xfrm>
        </p:grpSpPr>
        <p:sp>
          <p:nvSpPr>
            <p:cNvPr id="798" name="Google Shape;798;p49"/>
            <p:cNvSpPr/>
            <p:nvPr/>
          </p:nvSpPr>
          <p:spPr>
            <a:xfrm>
              <a:off x="2519259" y="1707430"/>
              <a:ext cx="871200" cy="871200"/>
            </a:xfrm>
            <a:prstGeom prst="ellipse">
              <a:avLst/>
            </a:prstGeom>
            <a:solidFill>
              <a:schemeClr val="accent5"/>
            </a:solidFill>
            <a:ln cap="flat" cmpd="sng" w="1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49"/>
            <p:cNvSpPr/>
            <p:nvPr/>
          </p:nvSpPr>
          <p:spPr>
            <a:xfrm>
              <a:off x="2519259" y="1707430"/>
              <a:ext cx="871200" cy="871200"/>
            </a:xfrm>
            <a:prstGeom prst="ellipse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0" name="Google Shape;800;p49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Region, range and API</a:t>
            </a:r>
            <a:endParaRPr/>
          </a:p>
        </p:txBody>
      </p:sp>
      <p:sp>
        <p:nvSpPr>
          <p:cNvPr id="801" name="Google Shape;801;p49"/>
          <p:cNvSpPr txBox="1"/>
          <p:nvPr>
            <p:ph idx="1" type="subTitle"/>
          </p:nvPr>
        </p:nvSpPr>
        <p:spPr>
          <a:xfrm>
            <a:off x="1841825" y="3209652"/>
            <a:ext cx="2400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Alexandria, Egypt. </a:t>
            </a:r>
            <a:r>
              <a:rPr b="1" lang="en-GB"/>
              <a:t>1,826 daily records</a:t>
            </a:r>
            <a:r>
              <a:rPr lang="en-GB"/>
              <a:t> from Jan 2021 to Dec 2025</a:t>
            </a:r>
            <a:endParaRPr/>
          </a:p>
        </p:txBody>
      </p:sp>
      <p:sp>
        <p:nvSpPr>
          <p:cNvPr id="802" name="Google Shape;802;p49"/>
          <p:cNvSpPr txBox="1"/>
          <p:nvPr>
            <p:ph idx="2" type="subTitle"/>
          </p:nvPr>
        </p:nvSpPr>
        <p:spPr>
          <a:xfrm>
            <a:off x="1841825" y="263422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Region &amp; range</a:t>
            </a:r>
            <a:endParaRPr/>
          </a:p>
        </p:txBody>
      </p:sp>
      <p:sp>
        <p:nvSpPr>
          <p:cNvPr id="803" name="Google Shape;803;p49"/>
          <p:cNvSpPr txBox="1"/>
          <p:nvPr>
            <p:ph idx="3" type="subTitle"/>
          </p:nvPr>
        </p:nvSpPr>
        <p:spPr>
          <a:xfrm>
            <a:off x="4901875" y="3209652"/>
            <a:ext cx="2400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Free with </a:t>
            </a:r>
            <a:r>
              <a:rPr b="1" lang="en-GB"/>
              <a:t>no API key</a:t>
            </a:r>
            <a:r>
              <a:rPr lang="en-GB"/>
              <a:t>, queried by coordinates, so anyone can </a:t>
            </a:r>
            <a:r>
              <a:rPr b="1" lang="en-GB"/>
              <a:t>reproduce</a:t>
            </a:r>
            <a:r>
              <a:rPr lang="en-GB"/>
              <a:t> the call</a:t>
            </a:r>
            <a:endParaRPr/>
          </a:p>
        </p:txBody>
      </p:sp>
      <p:sp>
        <p:nvSpPr>
          <p:cNvPr id="804" name="Google Shape;804;p49"/>
          <p:cNvSpPr txBox="1"/>
          <p:nvPr>
            <p:ph idx="4" type="subTitle"/>
          </p:nvPr>
        </p:nvSpPr>
        <p:spPr>
          <a:xfrm>
            <a:off x="4901875" y="263422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NASA POWER</a:t>
            </a:r>
            <a:endParaRPr/>
          </a:p>
        </p:txBody>
      </p:sp>
      <p:grpSp>
        <p:nvGrpSpPr>
          <p:cNvPr id="805" name="Google Shape;805;p49"/>
          <p:cNvGrpSpPr/>
          <p:nvPr/>
        </p:nvGrpSpPr>
        <p:grpSpPr>
          <a:xfrm>
            <a:off x="2606303" y="1638155"/>
            <a:ext cx="871338" cy="871338"/>
            <a:chOff x="2519259" y="1707430"/>
            <a:chExt cx="871338" cy="871338"/>
          </a:xfrm>
        </p:grpSpPr>
        <p:sp>
          <p:nvSpPr>
            <p:cNvPr id="806" name="Google Shape;806;p49"/>
            <p:cNvSpPr/>
            <p:nvPr/>
          </p:nvSpPr>
          <p:spPr>
            <a:xfrm>
              <a:off x="2519259" y="1707430"/>
              <a:ext cx="871338" cy="871338"/>
            </a:xfrm>
            <a:prstGeom prst="ellipse">
              <a:avLst/>
            </a:prstGeom>
            <a:solidFill>
              <a:schemeClr val="accent5"/>
            </a:solidFill>
            <a:ln cap="flat" cmpd="sng" w="1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49"/>
            <p:cNvSpPr/>
            <p:nvPr/>
          </p:nvSpPr>
          <p:spPr>
            <a:xfrm>
              <a:off x="2519259" y="1707430"/>
              <a:ext cx="871338" cy="871338"/>
            </a:xfrm>
            <a:prstGeom prst="ellipse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8" name="Google Shape;808;p49"/>
          <p:cNvSpPr/>
          <p:nvPr/>
        </p:nvSpPr>
        <p:spPr>
          <a:xfrm rot="-403375">
            <a:off x="-618751" y="3148749"/>
            <a:ext cx="3663138" cy="3925368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9" name="Google Shape;809;p49"/>
          <p:cNvGrpSpPr/>
          <p:nvPr/>
        </p:nvGrpSpPr>
        <p:grpSpPr>
          <a:xfrm rot="-2552886">
            <a:off x="577584" y="2490645"/>
            <a:ext cx="759447" cy="520390"/>
            <a:chOff x="15093307" y="1257889"/>
            <a:chExt cx="759458" cy="520397"/>
          </a:xfrm>
        </p:grpSpPr>
        <p:sp>
          <p:nvSpPr>
            <p:cNvPr id="810" name="Google Shape;810;p49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49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49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49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49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49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49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49"/>
            <p:cNvSpPr/>
            <p:nvPr/>
          </p:nvSpPr>
          <p:spPr>
            <a:xfrm>
              <a:off x="15093307" y="1519199"/>
              <a:ext cx="68142" cy="63823"/>
            </a:xfrm>
            <a:custGeom>
              <a:rect b="b" l="l" r="r" t="t"/>
              <a:pathLst>
                <a:path extrusionOk="0" h="1463" w="1562">
                  <a:moveTo>
                    <a:pt x="698" y="1"/>
                  </a:moveTo>
                  <a:cubicBezTo>
                    <a:pt x="513" y="1"/>
                    <a:pt x="331" y="75"/>
                    <a:pt x="198" y="215"/>
                  </a:cubicBezTo>
                  <a:cubicBezTo>
                    <a:pt x="0" y="490"/>
                    <a:pt x="11" y="864"/>
                    <a:pt x="231" y="1117"/>
                  </a:cubicBezTo>
                  <a:cubicBezTo>
                    <a:pt x="396" y="1310"/>
                    <a:pt x="735" y="1462"/>
                    <a:pt x="1026" y="1462"/>
                  </a:cubicBezTo>
                  <a:cubicBezTo>
                    <a:pt x="1298" y="1462"/>
                    <a:pt x="1529" y="1330"/>
                    <a:pt x="1540" y="974"/>
                  </a:cubicBezTo>
                  <a:cubicBezTo>
                    <a:pt x="1562" y="567"/>
                    <a:pt x="1309" y="182"/>
                    <a:pt x="924" y="39"/>
                  </a:cubicBezTo>
                  <a:cubicBezTo>
                    <a:pt x="850" y="13"/>
                    <a:pt x="774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49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49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49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49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49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3" name="Google Shape;823;p49"/>
          <p:cNvGrpSpPr/>
          <p:nvPr/>
        </p:nvGrpSpPr>
        <p:grpSpPr>
          <a:xfrm>
            <a:off x="5881974" y="1855922"/>
            <a:ext cx="439957" cy="435803"/>
            <a:chOff x="1140050" y="238125"/>
            <a:chExt cx="5268950" cy="5219200"/>
          </a:xfrm>
        </p:grpSpPr>
        <p:sp>
          <p:nvSpPr>
            <p:cNvPr id="824" name="Google Shape;824;p49"/>
            <p:cNvSpPr/>
            <p:nvPr/>
          </p:nvSpPr>
          <p:spPr>
            <a:xfrm>
              <a:off x="1960100" y="242300"/>
              <a:ext cx="3024575" cy="5215025"/>
            </a:xfrm>
            <a:custGeom>
              <a:rect b="b" l="l" r="r" t="t"/>
              <a:pathLst>
                <a:path extrusionOk="0" h="208601" w="120983">
                  <a:moveTo>
                    <a:pt x="60487" y="26068"/>
                  </a:moveTo>
                  <a:cubicBezTo>
                    <a:pt x="63468" y="26068"/>
                    <a:pt x="66445" y="28098"/>
                    <a:pt x="66591" y="32159"/>
                  </a:cubicBezTo>
                  <a:lnTo>
                    <a:pt x="66591" y="144959"/>
                  </a:lnTo>
                  <a:cubicBezTo>
                    <a:pt x="86946" y="152135"/>
                    <a:pt x="82314" y="181982"/>
                    <a:pt x="60491" y="182406"/>
                  </a:cubicBezTo>
                  <a:cubicBezTo>
                    <a:pt x="38636" y="181950"/>
                    <a:pt x="34037" y="152135"/>
                    <a:pt x="54359" y="144959"/>
                  </a:cubicBezTo>
                  <a:lnTo>
                    <a:pt x="54359" y="32159"/>
                  </a:lnTo>
                  <a:cubicBezTo>
                    <a:pt x="54522" y="28098"/>
                    <a:pt x="57507" y="26068"/>
                    <a:pt x="60487" y="26068"/>
                  </a:cubicBezTo>
                  <a:close/>
                  <a:moveTo>
                    <a:pt x="60488" y="0"/>
                  </a:moveTo>
                  <a:cubicBezTo>
                    <a:pt x="44766" y="0"/>
                    <a:pt x="29046" y="10724"/>
                    <a:pt x="28165" y="32159"/>
                  </a:cubicBezTo>
                  <a:lnTo>
                    <a:pt x="28165" y="131291"/>
                  </a:lnTo>
                  <a:cubicBezTo>
                    <a:pt x="0" y="159651"/>
                    <a:pt x="20407" y="208600"/>
                    <a:pt x="60411" y="208600"/>
                  </a:cubicBezTo>
                  <a:cubicBezTo>
                    <a:pt x="60438" y="208600"/>
                    <a:pt x="60465" y="208600"/>
                    <a:pt x="60491" y="208600"/>
                  </a:cubicBezTo>
                  <a:cubicBezTo>
                    <a:pt x="60518" y="208600"/>
                    <a:pt x="60545" y="208600"/>
                    <a:pt x="60571" y="208600"/>
                  </a:cubicBezTo>
                  <a:cubicBezTo>
                    <a:pt x="100576" y="208600"/>
                    <a:pt x="120982" y="159651"/>
                    <a:pt x="92818" y="131291"/>
                  </a:cubicBezTo>
                  <a:lnTo>
                    <a:pt x="92818" y="32159"/>
                  </a:lnTo>
                  <a:cubicBezTo>
                    <a:pt x="91921" y="10716"/>
                    <a:pt x="76204" y="0"/>
                    <a:pt x="604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49"/>
            <p:cNvSpPr/>
            <p:nvPr/>
          </p:nvSpPr>
          <p:spPr>
            <a:xfrm>
              <a:off x="3297850" y="4146800"/>
              <a:ext cx="349075" cy="348850"/>
            </a:xfrm>
            <a:custGeom>
              <a:rect b="b" l="l" r="r" t="t"/>
              <a:pathLst>
                <a:path extrusionOk="0" h="13954" w="13963">
                  <a:moveTo>
                    <a:pt x="6981" y="0"/>
                  </a:moveTo>
                  <a:cubicBezTo>
                    <a:pt x="3132" y="0"/>
                    <a:pt x="1" y="3132"/>
                    <a:pt x="1" y="6981"/>
                  </a:cubicBezTo>
                  <a:cubicBezTo>
                    <a:pt x="180" y="11629"/>
                    <a:pt x="3573" y="13953"/>
                    <a:pt x="6969" y="13953"/>
                  </a:cubicBezTo>
                  <a:cubicBezTo>
                    <a:pt x="10366" y="13953"/>
                    <a:pt x="13766" y="11629"/>
                    <a:pt x="13962" y="6981"/>
                  </a:cubicBezTo>
                  <a:cubicBezTo>
                    <a:pt x="13962" y="3132"/>
                    <a:pt x="10831" y="0"/>
                    <a:pt x="69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49"/>
            <p:cNvSpPr/>
            <p:nvPr/>
          </p:nvSpPr>
          <p:spPr>
            <a:xfrm>
              <a:off x="1140050" y="4168800"/>
              <a:ext cx="733150" cy="305850"/>
            </a:xfrm>
            <a:custGeom>
              <a:rect b="b" l="l" r="r" t="t"/>
              <a:pathLst>
                <a:path extrusionOk="0" h="12234" w="29326">
                  <a:moveTo>
                    <a:pt x="8123" y="1"/>
                  </a:moveTo>
                  <a:cubicBezTo>
                    <a:pt x="1" y="327"/>
                    <a:pt x="1" y="11907"/>
                    <a:pt x="8123" y="12233"/>
                  </a:cubicBezTo>
                  <a:lnTo>
                    <a:pt x="21236" y="12233"/>
                  </a:lnTo>
                  <a:cubicBezTo>
                    <a:pt x="29326" y="11907"/>
                    <a:pt x="29326" y="327"/>
                    <a:pt x="212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49"/>
            <p:cNvSpPr/>
            <p:nvPr/>
          </p:nvSpPr>
          <p:spPr>
            <a:xfrm>
              <a:off x="1140050" y="1548625"/>
              <a:ext cx="733150" cy="305825"/>
            </a:xfrm>
            <a:custGeom>
              <a:rect b="b" l="l" r="r" t="t"/>
              <a:pathLst>
                <a:path extrusionOk="0" h="12233" w="29326">
                  <a:moveTo>
                    <a:pt x="8123" y="0"/>
                  </a:moveTo>
                  <a:cubicBezTo>
                    <a:pt x="1" y="326"/>
                    <a:pt x="1" y="11906"/>
                    <a:pt x="8123" y="12233"/>
                  </a:cubicBezTo>
                  <a:lnTo>
                    <a:pt x="21236" y="12233"/>
                  </a:lnTo>
                  <a:cubicBezTo>
                    <a:pt x="29326" y="11906"/>
                    <a:pt x="29326" y="294"/>
                    <a:pt x="21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49"/>
            <p:cNvSpPr/>
            <p:nvPr/>
          </p:nvSpPr>
          <p:spPr>
            <a:xfrm>
              <a:off x="1140050" y="2858300"/>
              <a:ext cx="733150" cy="305850"/>
            </a:xfrm>
            <a:custGeom>
              <a:rect b="b" l="l" r="r" t="t"/>
              <a:pathLst>
                <a:path extrusionOk="0" h="12234" w="29326">
                  <a:moveTo>
                    <a:pt x="8123" y="1"/>
                  </a:moveTo>
                  <a:cubicBezTo>
                    <a:pt x="1" y="327"/>
                    <a:pt x="1" y="11939"/>
                    <a:pt x="8123" y="12233"/>
                  </a:cubicBezTo>
                  <a:lnTo>
                    <a:pt x="21236" y="12233"/>
                  </a:lnTo>
                  <a:cubicBezTo>
                    <a:pt x="29326" y="11907"/>
                    <a:pt x="29326" y="327"/>
                    <a:pt x="212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49"/>
            <p:cNvSpPr/>
            <p:nvPr/>
          </p:nvSpPr>
          <p:spPr>
            <a:xfrm>
              <a:off x="1140050" y="3513950"/>
              <a:ext cx="1061000" cy="305850"/>
            </a:xfrm>
            <a:custGeom>
              <a:rect b="b" l="l" r="r" t="t"/>
              <a:pathLst>
                <a:path extrusionOk="0" h="12234" w="42440">
                  <a:moveTo>
                    <a:pt x="8123" y="1"/>
                  </a:moveTo>
                  <a:cubicBezTo>
                    <a:pt x="1" y="327"/>
                    <a:pt x="1" y="11907"/>
                    <a:pt x="8123" y="12233"/>
                  </a:cubicBezTo>
                  <a:lnTo>
                    <a:pt x="34317" y="12233"/>
                  </a:lnTo>
                  <a:cubicBezTo>
                    <a:pt x="42439" y="11907"/>
                    <a:pt x="42439" y="327"/>
                    <a:pt x="34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49"/>
            <p:cNvSpPr/>
            <p:nvPr/>
          </p:nvSpPr>
          <p:spPr>
            <a:xfrm>
              <a:off x="1140050" y="892950"/>
              <a:ext cx="1061000" cy="305850"/>
            </a:xfrm>
            <a:custGeom>
              <a:rect b="b" l="l" r="r" t="t"/>
              <a:pathLst>
                <a:path extrusionOk="0" h="12234" w="42440">
                  <a:moveTo>
                    <a:pt x="8123" y="1"/>
                  </a:moveTo>
                  <a:cubicBezTo>
                    <a:pt x="1" y="327"/>
                    <a:pt x="1" y="11940"/>
                    <a:pt x="8123" y="12233"/>
                  </a:cubicBezTo>
                  <a:lnTo>
                    <a:pt x="34317" y="12233"/>
                  </a:lnTo>
                  <a:cubicBezTo>
                    <a:pt x="42439" y="11907"/>
                    <a:pt x="42439" y="327"/>
                    <a:pt x="34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49"/>
            <p:cNvSpPr/>
            <p:nvPr/>
          </p:nvSpPr>
          <p:spPr>
            <a:xfrm>
              <a:off x="1140050" y="2203450"/>
              <a:ext cx="1061000" cy="305850"/>
            </a:xfrm>
            <a:custGeom>
              <a:rect b="b" l="l" r="r" t="t"/>
              <a:pathLst>
                <a:path extrusionOk="0" h="12234" w="42440">
                  <a:moveTo>
                    <a:pt x="8123" y="1"/>
                  </a:moveTo>
                  <a:cubicBezTo>
                    <a:pt x="1" y="327"/>
                    <a:pt x="1" y="11907"/>
                    <a:pt x="8123" y="12233"/>
                  </a:cubicBezTo>
                  <a:lnTo>
                    <a:pt x="34317" y="12233"/>
                  </a:lnTo>
                  <a:cubicBezTo>
                    <a:pt x="42439" y="11907"/>
                    <a:pt x="42439" y="327"/>
                    <a:pt x="34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49"/>
            <p:cNvSpPr/>
            <p:nvPr/>
          </p:nvSpPr>
          <p:spPr>
            <a:xfrm>
              <a:off x="4579825" y="1548625"/>
              <a:ext cx="519475" cy="468925"/>
            </a:xfrm>
            <a:custGeom>
              <a:rect b="b" l="l" r="r" t="t"/>
              <a:pathLst>
                <a:path extrusionOk="0" h="18757" w="20779">
                  <a:moveTo>
                    <a:pt x="8090" y="0"/>
                  </a:moveTo>
                  <a:cubicBezTo>
                    <a:pt x="0" y="326"/>
                    <a:pt x="0" y="11906"/>
                    <a:pt x="8090" y="12233"/>
                  </a:cubicBezTo>
                  <a:cubicBezTo>
                    <a:pt x="8351" y="12233"/>
                    <a:pt x="8547" y="12428"/>
                    <a:pt x="8547" y="12657"/>
                  </a:cubicBezTo>
                  <a:cubicBezTo>
                    <a:pt x="8547" y="16049"/>
                    <a:pt x="11287" y="18757"/>
                    <a:pt x="14646" y="18757"/>
                  </a:cubicBezTo>
                  <a:cubicBezTo>
                    <a:pt x="18039" y="18757"/>
                    <a:pt x="20779" y="16049"/>
                    <a:pt x="20779" y="12657"/>
                  </a:cubicBezTo>
                  <a:cubicBezTo>
                    <a:pt x="20779" y="5676"/>
                    <a:pt x="15103" y="0"/>
                    <a:pt x="8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49"/>
            <p:cNvSpPr/>
            <p:nvPr/>
          </p:nvSpPr>
          <p:spPr>
            <a:xfrm>
              <a:off x="4579825" y="892950"/>
              <a:ext cx="1174325" cy="1124600"/>
            </a:xfrm>
            <a:custGeom>
              <a:rect b="b" l="l" r="r" t="t"/>
              <a:pathLst>
                <a:path extrusionOk="0" h="44984" w="46973">
                  <a:moveTo>
                    <a:pt x="8090" y="1"/>
                  </a:moveTo>
                  <a:cubicBezTo>
                    <a:pt x="0" y="327"/>
                    <a:pt x="0" y="11907"/>
                    <a:pt x="8090" y="12233"/>
                  </a:cubicBezTo>
                  <a:cubicBezTo>
                    <a:pt x="22801" y="12233"/>
                    <a:pt x="34740" y="24205"/>
                    <a:pt x="34740" y="38884"/>
                  </a:cubicBezTo>
                  <a:cubicBezTo>
                    <a:pt x="34740" y="42276"/>
                    <a:pt x="37480" y="44984"/>
                    <a:pt x="40873" y="44984"/>
                  </a:cubicBezTo>
                  <a:cubicBezTo>
                    <a:pt x="44233" y="44984"/>
                    <a:pt x="46973" y="42276"/>
                    <a:pt x="46973" y="38884"/>
                  </a:cubicBezTo>
                  <a:cubicBezTo>
                    <a:pt x="46973" y="17452"/>
                    <a:pt x="29554" y="1"/>
                    <a:pt x="80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49"/>
            <p:cNvSpPr/>
            <p:nvPr/>
          </p:nvSpPr>
          <p:spPr>
            <a:xfrm>
              <a:off x="4579825" y="238125"/>
              <a:ext cx="1829175" cy="1779425"/>
            </a:xfrm>
            <a:custGeom>
              <a:rect b="b" l="l" r="r" t="t"/>
              <a:pathLst>
                <a:path extrusionOk="0" h="71177" w="73167">
                  <a:moveTo>
                    <a:pt x="8090" y="0"/>
                  </a:moveTo>
                  <a:cubicBezTo>
                    <a:pt x="0" y="326"/>
                    <a:pt x="0" y="11906"/>
                    <a:pt x="8090" y="12232"/>
                  </a:cubicBezTo>
                  <a:cubicBezTo>
                    <a:pt x="37252" y="12232"/>
                    <a:pt x="60934" y="35947"/>
                    <a:pt x="60934" y="65077"/>
                  </a:cubicBezTo>
                  <a:cubicBezTo>
                    <a:pt x="60934" y="68469"/>
                    <a:pt x="63674" y="71177"/>
                    <a:pt x="67067" y="71177"/>
                  </a:cubicBezTo>
                  <a:cubicBezTo>
                    <a:pt x="70459" y="71177"/>
                    <a:pt x="73167" y="68469"/>
                    <a:pt x="73167" y="65077"/>
                  </a:cubicBezTo>
                  <a:cubicBezTo>
                    <a:pt x="73167" y="29195"/>
                    <a:pt x="44004" y="0"/>
                    <a:pt x="8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5" name="Google Shape;835;p49"/>
          <p:cNvGrpSpPr/>
          <p:nvPr/>
        </p:nvGrpSpPr>
        <p:grpSpPr>
          <a:xfrm>
            <a:off x="2822388" y="1886354"/>
            <a:ext cx="439175" cy="374940"/>
            <a:chOff x="723500" y="241875"/>
            <a:chExt cx="6082750" cy="5193075"/>
          </a:xfrm>
        </p:grpSpPr>
        <p:sp>
          <p:nvSpPr>
            <p:cNvPr id="836" name="Google Shape;836;p49"/>
            <p:cNvSpPr/>
            <p:nvPr/>
          </p:nvSpPr>
          <p:spPr>
            <a:xfrm>
              <a:off x="2785525" y="241875"/>
              <a:ext cx="352475" cy="706800"/>
            </a:xfrm>
            <a:custGeom>
              <a:rect b="b" l="l" r="r" t="t"/>
              <a:pathLst>
                <a:path extrusionOk="0" h="28272" w="14099">
                  <a:moveTo>
                    <a:pt x="7031" y="0"/>
                  </a:moveTo>
                  <a:cubicBezTo>
                    <a:pt x="3159" y="0"/>
                    <a:pt x="1" y="3158"/>
                    <a:pt x="1" y="7030"/>
                  </a:cubicBezTo>
                  <a:lnTo>
                    <a:pt x="1" y="21241"/>
                  </a:lnTo>
                  <a:cubicBezTo>
                    <a:pt x="1" y="25113"/>
                    <a:pt x="3159" y="28271"/>
                    <a:pt x="7031" y="28271"/>
                  </a:cubicBezTo>
                  <a:cubicBezTo>
                    <a:pt x="10941" y="28271"/>
                    <a:pt x="14099" y="25113"/>
                    <a:pt x="14099" y="21241"/>
                  </a:cubicBezTo>
                  <a:lnTo>
                    <a:pt x="14099" y="7030"/>
                  </a:lnTo>
                  <a:cubicBezTo>
                    <a:pt x="14099" y="3158"/>
                    <a:pt x="10941" y="0"/>
                    <a:pt x="70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49"/>
            <p:cNvSpPr/>
            <p:nvPr/>
          </p:nvSpPr>
          <p:spPr>
            <a:xfrm>
              <a:off x="765775" y="1392975"/>
              <a:ext cx="710575" cy="530125"/>
            </a:xfrm>
            <a:custGeom>
              <a:rect b="b" l="l" r="r" t="t"/>
              <a:pathLst>
                <a:path extrusionOk="0" h="21205" w="28423">
                  <a:moveTo>
                    <a:pt x="8081" y="1"/>
                  </a:moveTo>
                  <a:cubicBezTo>
                    <a:pt x="5646" y="1"/>
                    <a:pt x="3268" y="1272"/>
                    <a:pt x="1956" y="3543"/>
                  </a:cubicBezTo>
                  <a:cubicBezTo>
                    <a:pt x="1" y="6889"/>
                    <a:pt x="1166" y="11212"/>
                    <a:pt x="4550" y="13167"/>
                  </a:cubicBezTo>
                  <a:lnTo>
                    <a:pt x="16843" y="20273"/>
                  </a:lnTo>
                  <a:cubicBezTo>
                    <a:pt x="17943" y="20903"/>
                    <a:pt x="19149" y="21204"/>
                    <a:pt x="20342" y="21204"/>
                  </a:cubicBezTo>
                  <a:cubicBezTo>
                    <a:pt x="22776" y="21204"/>
                    <a:pt x="25155" y="19949"/>
                    <a:pt x="26467" y="17679"/>
                  </a:cubicBezTo>
                  <a:cubicBezTo>
                    <a:pt x="28422" y="14295"/>
                    <a:pt x="27257" y="10009"/>
                    <a:pt x="23873" y="8054"/>
                  </a:cubicBezTo>
                  <a:lnTo>
                    <a:pt x="11580" y="949"/>
                  </a:lnTo>
                  <a:cubicBezTo>
                    <a:pt x="10480" y="306"/>
                    <a:pt x="9273" y="1"/>
                    <a:pt x="80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49"/>
            <p:cNvSpPr/>
            <p:nvPr/>
          </p:nvSpPr>
          <p:spPr>
            <a:xfrm>
              <a:off x="723500" y="3518000"/>
              <a:ext cx="752850" cy="530300"/>
            </a:xfrm>
            <a:custGeom>
              <a:rect b="b" l="l" r="r" t="t"/>
              <a:pathLst>
                <a:path extrusionOk="0" h="21212" w="30114">
                  <a:moveTo>
                    <a:pt x="22034" y="0"/>
                  </a:moveTo>
                  <a:cubicBezTo>
                    <a:pt x="20841" y="0"/>
                    <a:pt x="19635" y="306"/>
                    <a:pt x="18534" y="949"/>
                  </a:cubicBezTo>
                  <a:lnTo>
                    <a:pt x="6241" y="8054"/>
                  </a:lnTo>
                  <a:cubicBezTo>
                    <a:pt x="0" y="11625"/>
                    <a:pt x="2557" y="21212"/>
                    <a:pt x="9775" y="21212"/>
                  </a:cubicBezTo>
                  <a:cubicBezTo>
                    <a:pt x="12970" y="21212"/>
                    <a:pt x="13760" y="19670"/>
                    <a:pt x="25564" y="13167"/>
                  </a:cubicBezTo>
                  <a:cubicBezTo>
                    <a:pt x="28948" y="11212"/>
                    <a:pt x="30113" y="6926"/>
                    <a:pt x="28158" y="3543"/>
                  </a:cubicBezTo>
                  <a:cubicBezTo>
                    <a:pt x="26846" y="1272"/>
                    <a:pt x="24468" y="0"/>
                    <a:pt x="22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49"/>
            <p:cNvSpPr/>
            <p:nvPr/>
          </p:nvSpPr>
          <p:spPr>
            <a:xfrm>
              <a:off x="4447200" y="1392975"/>
              <a:ext cx="709600" cy="530125"/>
            </a:xfrm>
            <a:custGeom>
              <a:rect b="b" l="l" r="r" t="t"/>
              <a:pathLst>
                <a:path extrusionOk="0" h="21205" w="28384">
                  <a:moveTo>
                    <a:pt x="20329" y="1"/>
                  </a:moveTo>
                  <a:cubicBezTo>
                    <a:pt x="19132" y="1"/>
                    <a:pt x="17918" y="306"/>
                    <a:pt x="16805" y="949"/>
                  </a:cubicBezTo>
                  <a:lnTo>
                    <a:pt x="4512" y="8054"/>
                  </a:lnTo>
                  <a:cubicBezTo>
                    <a:pt x="1166" y="10009"/>
                    <a:pt x="0" y="14295"/>
                    <a:pt x="1955" y="17679"/>
                  </a:cubicBezTo>
                  <a:cubicBezTo>
                    <a:pt x="3267" y="19949"/>
                    <a:pt x="5646" y="21204"/>
                    <a:pt x="8081" y="21204"/>
                  </a:cubicBezTo>
                  <a:cubicBezTo>
                    <a:pt x="9273" y="21204"/>
                    <a:pt x="10479" y="20903"/>
                    <a:pt x="11579" y="20273"/>
                  </a:cubicBezTo>
                  <a:lnTo>
                    <a:pt x="23873" y="13167"/>
                  </a:lnTo>
                  <a:cubicBezTo>
                    <a:pt x="27219" y="11212"/>
                    <a:pt x="28384" y="6889"/>
                    <a:pt x="26429" y="3543"/>
                  </a:cubicBezTo>
                  <a:cubicBezTo>
                    <a:pt x="25142" y="1272"/>
                    <a:pt x="22772" y="1"/>
                    <a:pt x="203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49"/>
            <p:cNvSpPr/>
            <p:nvPr/>
          </p:nvSpPr>
          <p:spPr>
            <a:xfrm>
              <a:off x="1551500" y="1310475"/>
              <a:ext cx="2483125" cy="2371300"/>
            </a:xfrm>
            <a:custGeom>
              <a:rect b="b" l="l" r="r" t="t"/>
              <a:pathLst>
                <a:path extrusionOk="0" h="94852" w="99325">
                  <a:moveTo>
                    <a:pt x="56392" y="1"/>
                  </a:moveTo>
                  <a:cubicBezTo>
                    <a:pt x="25302" y="1"/>
                    <a:pt x="1" y="25302"/>
                    <a:pt x="1" y="56392"/>
                  </a:cubicBezTo>
                  <a:cubicBezTo>
                    <a:pt x="1" y="71242"/>
                    <a:pt x="5790" y="84776"/>
                    <a:pt x="15189" y="94851"/>
                  </a:cubicBezTo>
                  <a:cubicBezTo>
                    <a:pt x="21730" y="85302"/>
                    <a:pt x="31241" y="78009"/>
                    <a:pt x="42144" y="74249"/>
                  </a:cubicBezTo>
                  <a:cubicBezTo>
                    <a:pt x="47369" y="45603"/>
                    <a:pt x="70490" y="23648"/>
                    <a:pt x="99325" y="19851"/>
                  </a:cubicBezTo>
                  <a:cubicBezTo>
                    <a:pt x="88949" y="7708"/>
                    <a:pt x="73573" y="1"/>
                    <a:pt x="56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49"/>
            <p:cNvSpPr/>
            <p:nvPr/>
          </p:nvSpPr>
          <p:spPr>
            <a:xfrm>
              <a:off x="2049625" y="2145075"/>
              <a:ext cx="4756625" cy="3289875"/>
            </a:xfrm>
            <a:custGeom>
              <a:rect b="b" l="l" r="r" t="t"/>
              <a:pathLst>
                <a:path extrusionOk="0" h="131595" w="190265">
                  <a:moveTo>
                    <a:pt x="88084" y="1"/>
                  </a:moveTo>
                  <a:cubicBezTo>
                    <a:pt x="59023" y="1"/>
                    <a:pt x="35565" y="23422"/>
                    <a:pt x="35226" y="52332"/>
                  </a:cubicBezTo>
                  <a:cubicBezTo>
                    <a:pt x="15226" y="54512"/>
                    <a:pt x="1" y="71693"/>
                    <a:pt x="1" y="91843"/>
                  </a:cubicBezTo>
                  <a:cubicBezTo>
                    <a:pt x="1" y="113761"/>
                    <a:pt x="17820" y="131580"/>
                    <a:pt x="39738" y="131580"/>
                  </a:cubicBezTo>
                  <a:cubicBezTo>
                    <a:pt x="56199" y="131564"/>
                    <a:pt x="70084" y="131558"/>
                    <a:pt x="81801" y="131558"/>
                  </a:cubicBezTo>
                  <a:cubicBezTo>
                    <a:pt x="110991" y="131558"/>
                    <a:pt x="126723" y="131595"/>
                    <a:pt x="135315" y="131595"/>
                  </a:cubicBezTo>
                  <a:cubicBezTo>
                    <a:pt x="146508" y="131595"/>
                    <a:pt x="145581" y="131532"/>
                    <a:pt x="146505" y="131242"/>
                  </a:cubicBezTo>
                  <a:cubicBezTo>
                    <a:pt x="171129" y="128460"/>
                    <a:pt x="190265" y="107595"/>
                    <a:pt x="190265" y="82219"/>
                  </a:cubicBezTo>
                  <a:cubicBezTo>
                    <a:pt x="190265" y="54594"/>
                    <a:pt x="167736" y="32857"/>
                    <a:pt x="140976" y="32857"/>
                  </a:cubicBezTo>
                  <a:cubicBezTo>
                    <a:pt x="139695" y="32857"/>
                    <a:pt x="138405" y="32907"/>
                    <a:pt x="137107" y="33008"/>
                  </a:cubicBezTo>
                  <a:cubicBezTo>
                    <a:pt x="129137" y="13309"/>
                    <a:pt x="109776" y="1"/>
                    <a:pt x="880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2" name="Google Shape;842;p49"/>
          <p:cNvGrpSpPr/>
          <p:nvPr/>
        </p:nvGrpSpPr>
        <p:grpSpPr>
          <a:xfrm flipH="1">
            <a:off x="7494400" y="1368207"/>
            <a:ext cx="1122215" cy="1143286"/>
            <a:chOff x="207976" y="-4845843"/>
            <a:chExt cx="1122215" cy="1143286"/>
          </a:xfrm>
        </p:grpSpPr>
        <p:grpSp>
          <p:nvGrpSpPr>
            <p:cNvPr id="843" name="Google Shape;843;p49"/>
            <p:cNvGrpSpPr/>
            <p:nvPr/>
          </p:nvGrpSpPr>
          <p:grpSpPr>
            <a:xfrm>
              <a:off x="207976" y="-4845843"/>
              <a:ext cx="1122214" cy="1143027"/>
              <a:chOff x="-1436649" y="-4845843"/>
              <a:chExt cx="1122214" cy="1143027"/>
            </a:xfrm>
          </p:grpSpPr>
          <p:grpSp>
            <p:nvGrpSpPr>
              <p:cNvPr id="844" name="Google Shape;844;p49"/>
              <p:cNvGrpSpPr/>
              <p:nvPr/>
            </p:nvGrpSpPr>
            <p:grpSpPr>
              <a:xfrm>
                <a:off x="-1436649" y="-4845843"/>
                <a:ext cx="1122214" cy="1143027"/>
                <a:chOff x="-2191775" y="-4892976"/>
                <a:chExt cx="1481080" cy="1505568"/>
              </a:xfrm>
            </p:grpSpPr>
            <p:sp>
              <p:nvSpPr>
                <p:cNvPr id="845" name="Google Shape;845;p49"/>
                <p:cNvSpPr/>
                <p:nvPr/>
              </p:nvSpPr>
              <p:spPr>
                <a:xfrm>
                  <a:off x="-1228886" y="-3935304"/>
                  <a:ext cx="128557" cy="116136"/>
                </a:xfrm>
                <a:custGeom>
                  <a:rect b="b" l="l" r="r" t="t"/>
                  <a:pathLst>
                    <a:path extrusionOk="0" h="1870" w="2070">
                      <a:moveTo>
                        <a:pt x="1067" y="1"/>
                      </a:moveTo>
                      <a:cubicBezTo>
                        <a:pt x="1041" y="1"/>
                        <a:pt x="1018" y="13"/>
                        <a:pt x="997" y="38"/>
                      </a:cubicBezTo>
                      <a:cubicBezTo>
                        <a:pt x="997" y="38"/>
                        <a:pt x="1" y="1869"/>
                        <a:pt x="1275" y="1869"/>
                      </a:cubicBezTo>
                      <a:cubicBezTo>
                        <a:pt x="2069" y="1869"/>
                        <a:pt x="1393" y="1"/>
                        <a:pt x="10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6" name="Google Shape;846;p49"/>
                <p:cNvSpPr/>
                <p:nvPr/>
              </p:nvSpPr>
              <p:spPr>
                <a:xfrm>
                  <a:off x="-1457746" y="-3901022"/>
                  <a:ext cx="126943" cy="116385"/>
                </a:xfrm>
                <a:custGeom>
                  <a:rect b="b" l="l" r="r" t="t"/>
                  <a:pathLst>
                    <a:path extrusionOk="0" h="1874" w="2044">
                      <a:moveTo>
                        <a:pt x="1066" y="0"/>
                      </a:moveTo>
                      <a:cubicBezTo>
                        <a:pt x="1040" y="0"/>
                        <a:pt x="1017" y="14"/>
                        <a:pt x="997" y="43"/>
                      </a:cubicBezTo>
                      <a:cubicBezTo>
                        <a:pt x="997" y="43"/>
                        <a:pt x="1" y="1873"/>
                        <a:pt x="1252" y="1873"/>
                      </a:cubicBezTo>
                      <a:cubicBezTo>
                        <a:pt x="2043" y="1873"/>
                        <a:pt x="1375" y="0"/>
                        <a:pt x="106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7" name="Google Shape;847;p49"/>
                <p:cNvSpPr/>
                <p:nvPr/>
              </p:nvSpPr>
              <p:spPr>
                <a:xfrm>
                  <a:off x="-1699524" y="-3903879"/>
                  <a:ext cx="128309" cy="116385"/>
                </a:xfrm>
                <a:custGeom>
                  <a:rect b="b" l="l" r="r" t="t"/>
                  <a:pathLst>
                    <a:path extrusionOk="0" h="1874" w="2066">
                      <a:moveTo>
                        <a:pt x="1071" y="0"/>
                      </a:moveTo>
                      <a:cubicBezTo>
                        <a:pt x="1043" y="0"/>
                        <a:pt x="1018" y="13"/>
                        <a:pt x="997" y="42"/>
                      </a:cubicBezTo>
                      <a:cubicBezTo>
                        <a:pt x="997" y="42"/>
                        <a:pt x="0" y="1873"/>
                        <a:pt x="1275" y="1873"/>
                      </a:cubicBezTo>
                      <a:cubicBezTo>
                        <a:pt x="2066" y="1873"/>
                        <a:pt x="1398" y="0"/>
                        <a:pt x="107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8" name="Google Shape;848;p49"/>
                <p:cNvSpPr/>
                <p:nvPr/>
              </p:nvSpPr>
              <p:spPr>
                <a:xfrm>
                  <a:off x="-1926956" y="-3948533"/>
                  <a:ext cx="128371" cy="116385"/>
                </a:xfrm>
                <a:custGeom>
                  <a:rect b="b" l="l" r="r" t="t"/>
                  <a:pathLst>
                    <a:path extrusionOk="0" h="1874" w="2067">
                      <a:moveTo>
                        <a:pt x="1071" y="1"/>
                      </a:moveTo>
                      <a:cubicBezTo>
                        <a:pt x="1044" y="1"/>
                        <a:pt x="1019" y="14"/>
                        <a:pt x="997" y="43"/>
                      </a:cubicBezTo>
                      <a:cubicBezTo>
                        <a:pt x="997" y="43"/>
                        <a:pt x="1" y="1874"/>
                        <a:pt x="1275" y="1874"/>
                      </a:cubicBezTo>
                      <a:cubicBezTo>
                        <a:pt x="2066" y="1874"/>
                        <a:pt x="1398" y="1"/>
                        <a:pt x="107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9" name="Google Shape;849;p49"/>
                <p:cNvSpPr/>
                <p:nvPr/>
              </p:nvSpPr>
              <p:spPr>
                <a:xfrm>
                  <a:off x="-2047876" y="-3805751"/>
                  <a:ext cx="128557" cy="116074"/>
                </a:xfrm>
                <a:custGeom>
                  <a:rect b="b" l="l" r="r" t="t"/>
                  <a:pathLst>
                    <a:path extrusionOk="0" h="1869" w="2070">
                      <a:moveTo>
                        <a:pt x="1068" y="1"/>
                      </a:moveTo>
                      <a:cubicBezTo>
                        <a:pt x="1042" y="1"/>
                        <a:pt x="1018" y="12"/>
                        <a:pt x="997" y="38"/>
                      </a:cubicBezTo>
                      <a:cubicBezTo>
                        <a:pt x="997" y="38"/>
                        <a:pt x="1" y="1869"/>
                        <a:pt x="1276" y="1869"/>
                      </a:cubicBezTo>
                      <a:cubicBezTo>
                        <a:pt x="2070" y="1869"/>
                        <a:pt x="1393" y="1"/>
                        <a:pt x="106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0" name="Google Shape;850;p49"/>
                <p:cNvSpPr/>
                <p:nvPr/>
              </p:nvSpPr>
              <p:spPr>
                <a:xfrm>
                  <a:off x="-1780138" y="-3711040"/>
                  <a:ext cx="128309" cy="116385"/>
                </a:xfrm>
                <a:custGeom>
                  <a:rect b="b" l="l" r="r" t="t"/>
                  <a:pathLst>
                    <a:path extrusionOk="0" h="1874" w="2066">
                      <a:moveTo>
                        <a:pt x="1071" y="1"/>
                      </a:moveTo>
                      <a:cubicBezTo>
                        <a:pt x="1044" y="1"/>
                        <a:pt x="1019" y="14"/>
                        <a:pt x="997" y="43"/>
                      </a:cubicBezTo>
                      <a:cubicBezTo>
                        <a:pt x="997" y="43"/>
                        <a:pt x="0" y="1874"/>
                        <a:pt x="1275" y="1874"/>
                      </a:cubicBezTo>
                      <a:cubicBezTo>
                        <a:pt x="2066" y="1874"/>
                        <a:pt x="1398" y="1"/>
                        <a:pt x="107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1" name="Google Shape;851;p49"/>
                <p:cNvSpPr/>
                <p:nvPr/>
              </p:nvSpPr>
              <p:spPr>
                <a:xfrm>
                  <a:off x="-1938445" y="-3611733"/>
                  <a:ext cx="126881" cy="116385"/>
                </a:xfrm>
                <a:custGeom>
                  <a:rect b="b" l="l" r="r" t="t"/>
                  <a:pathLst>
                    <a:path extrusionOk="0" h="1874" w="2043">
                      <a:moveTo>
                        <a:pt x="1048" y="1"/>
                      </a:moveTo>
                      <a:cubicBezTo>
                        <a:pt x="1020" y="1"/>
                        <a:pt x="995" y="14"/>
                        <a:pt x="974" y="43"/>
                      </a:cubicBezTo>
                      <a:cubicBezTo>
                        <a:pt x="974" y="43"/>
                        <a:pt x="0" y="1874"/>
                        <a:pt x="1252" y="1874"/>
                      </a:cubicBezTo>
                      <a:cubicBezTo>
                        <a:pt x="2043" y="1874"/>
                        <a:pt x="1374" y="1"/>
                        <a:pt x="104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2" name="Google Shape;852;p49"/>
                <p:cNvSpPr/>
                <p:nvPr/>
              </p:nvSpPr>
              <p:spPr>
                <a:xfrm>
                  <a:off x="-1535441" y="-3709301"/>
                  <a:ext cx="127067" cy="116074"/>
                </a:xfrm>
                <a:custGeom>
                  <a:rect b="b" l="l" r="r" t="t"/>
                  <a:pathLst>
                    <a:path extrusionOk="0" h="1869" w="2046">
                      <a:moveTo>
                        <a:pt x="1062" y="0"/>
                      </a:moveTo>
                      <a:cubicBezTo>
                        <a:pt x="1038" y="0"/>
                        <a:pt x="1016" y="12"/>
                        <a:pt x="997" y="38"/>
                      </a:cubicBezTo>
                      <a:cubicBezTo>
                        <a:pt x="997" y="38"/>
                        <a:pt x="0" y="1869"/>
                        <a:pt x="1252" y="1869"/>
                      </a:cubicBezTo>
                      <a:cubicBezTo>
                        <a:pt x="2046" y="1869"/>
                        <a:pt x="1369" y="0"/>
                        <a:pt x="106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3" name="Google Shape;853;p49"/>
                <p:cNvSpPr/>
                <p:nvPr/>
              </p:nvSpPr>
              <p:spPr>
                <a:xfrm>
                  <a:off x="-1279254" y="-3716505"/>
                  <a:ext cx="128557" cy="116074"/>
                </a:xfrm>
                <a:custGeom>
                  <a:rect b="b" l="l" r="r" t="t"/>
                  <a:pathLst>
                    <a:path extrusionOk="0" h="1869" w="2070">
                      <a:moveTo>
                        <a:pt x="1067" y="0"/>
                      </a:moveTo>
                      <a:cubicBezTo>
                        <a:pt x="1041" y="0"/>
                        <a:pt x="1017" y="12"/>
                        <a:pt x="997" y="38"/>
                      </a:cubicBezTo>
                      <a:cubicBezTo>
                        <a:pt x="997" y="38"/>
                        <a:pt x="0" y="1869"/>
                        <a:pt x="1275" y="1869"/>
                      </a:cubicBezTo>
                      <a:cubicBezTo>
                        <a:pt x="2069" y="1869"/>
                        <a:pt x="1392" y="0"/>
                        <a:pt x="106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4" name="Google Shape;854;p49"/>
                <p:cNvSpPr/>
                <p:nvPr/>
              </p:nvSpPr>
              <p:spPr>
                <a:xfrm>
                  <a:off x="-1051822" y="-3837674"/>
                  <a:ext cx="128309" cy="116385"/>
                </a:xfrm>
                <a:custGeom>
                  <a:rect b="b" l="l" r="r" t="t"/>
                  <a:pathLst>
                    <a:path extrusionOk="0" h="1874" w="2066">
                      <a:moveTo>
                        <a:pt x="1071" y="0"/>
                      </a:moveTo>
                      <a:cubicBezTo>
                        <a:pt x="1043" y="0"/>
                        <a:pt x="1018" y="13"/>
                        <a:pt x="997" y="42"/>
                      </a:cubicBezTo>
                      <a:cubicBezTo>
                        <a:pt x="997" y="42"/>
                        <a:pt x="0" y="1873"/>
                        <a:pt x="1275" y="1873"/>
                      </a:cubicBezTo>
                      <a:cubicBezTo>
                        <a:pt x="2066" y="1873"/>
                        <a:pt x="1398" y="0"/>
                        <a:pt x="107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5" name="Google Shape;855;p49"/>
                <p:cNvSpPr/>
                <p:nvPr/>
              </p:nvSpPr>
              <p:spPr>
                <a:xfrm>
                  <a:off x="-1092129" y="-3640488"/>
                  <a:ext cx="128185" cy="116385"/>
                </a:xfrm>
                <a:custGeom>
                  <a:rect b="b" l="l" r="r" t="t"/>
                  <a:pathLst>
                    <a:path extrusionOk="0" h="1874" w="2064">
                      <a:moveTo>
                        <a:pt x="1066" y="0"/>
                      </a:moveTo>
                      <a:cubicBezTo>
                        <a:pt x="1040" y="0"/>
                        <a:pt x="1017" y="13"/>
                        <a:pt x="997" y="42"/>
                      </a:cubicBezTo>
                      <a:cubicBezTo>
                        <a:pt x="997" y="42"/>
                        <a:pt x="0" y="1873"/>
                        <a:pt x="1252" y="1873"/>
                      </a:cubicBezTo>
                      <a:cubicBezTo>
                        <a:pt x="2064" y="1873"/>
                        <a:pt x="1378" y="0"/>
                        <a:pt x="106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6" name="Google Shape;856;p49"/>
                <p:cNvSpPr/>
                <p:nvPr/>
              </p:nvSpPr>
              <p:spPr>
                <a:xfrm>
                  <a:off x="-1354091" y="-3503482"/>
                  <a:ext cx="129737" cy="116074"/>
                </a:xfrm>
                <a:custGeom>
                  <a:rect b="b" l="l" r="r" t="t"/>
                  <a:pathLst>
                    <a:path extrusionOk="0" h="1869" w="2089">
                      <a:moveTo>
                        <a:pt x="1067" y="0"/>
                      </a:moveTo>
                      <a:cubicBezTo>
                        <a:pt x="1041" y="0"/>
                        <a:pt x="1017" y="12"/>
                        <a:pt x="997" y="38"/>
                      </a:cubicBezTo>
                      <a:cubicBezTo>
                        <a:pt x="997" y="38"/>
                        <a:pt x="0" y="1869"/>
                        <a:pt x="1252" y="1869"/>
                      </a:cubicBezTo>
                      <a:cubicBezTo>
                        <a:pt x="2089" y="1869"/>
                        <a:pt x="1395" y="0"/>
                        <a:pt x="106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7" name="Google Shape;857;p49"/>
                <p:cNvSpPr/>
                <p:nvPr/>
              </p:nvSpPr>
              <p:spPr>
                <a:xfrm>
                  <a:off x="-1663565" y="-3508078"/>
                  <a:ext cx="128247" cy="116385"/>
                </a:xfrm>
                <a:custGeom>
                  <a:rect b="b" l="l" r="r" t="t"/>
                  <a:pathLst>
                    <a:path extrusionOk="0" h="1874" w="2065">
                      <a:moveTo>
                        <a:pt x="1067" y="0"/>
                      </a:moveTo>
                      <a:cubicBezTo>
                        <a:pt x="1041" y="0"/>
                        <a:pt x="1017" y="14"/>
                        <a:pt x="997" y="42"/>
                      </a:cubicBezTo>
                      <a:cubicBezTo>
                        <a:pt x="997" y="42"/>
                        <a:pt x="1" y="1873"/>
                        <a:pt x="1252" y="1873"/>
                      </a:cubicBezTo>
                      <a:cubicBezTo>
                        <a:pt x="2064" y="1873"/>
                        <a:pt x="1378" y="0"/>
                        <a:pt x="106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8" name="Google Shape;858;p49"/>
                <p:cNvSpPr/>
                <p:nvPr/>
              </p:nvSpPr>
              <p:spPr>
                <a:xfrm>
                  <a:off x="-2191775" y="-4892976"/>
                  <a:ext cx="1481080" cy="954305"/>
                </a:xfrm>
                <a:custGeom>
                  <a:rect b="b" l="l" r="r" t="t"/>
                  <a:pathLst>
                    <a:path extrusionOk="0" h="15366" w="23848">
                      <a:moveTo>
                        <a:pt x="9386" y="1669"/>
                      </a:moveTo>
                      <a:lnTo>
                        <a:pt x="9433" y="1808"/>
                      </a:lnTo>
                      <a:lnTo>
                        <a:pt x="9363" y="1715"/>
                      </a:lnTo>
                      <a:cubicBezTo>
                        <a:pt x="9363" y="1692"/>
                        <a:pt x="9386" y="1669"/>
                        <a:pt x="9386" y="1669"/>
                      </a:cubicBezTo>
                      <a:close/>
                      <a:moveTo>
                        <a:pt x="14323" y="1669"/>
                      </a:moveTo>
                      <a:cubicBezTo>
                        <a:pt x="14346" y="1692"/>
                        <a:pt x="14346" y="1715"/>
                        <a:pt x="14369" y="1739"/>
                      </a:cubicBezTo>
                      <a:cubicBezTo>
                        <a:pt x="14299" y="1831"/>
                        <a:pt x="14253" y="1901"/>
                        <a:pt x="14184" y="1970"/>
                      </a:cubicBezTo>
                      <a:cubicBezTo>
                        <a:pt x="14230" y="1878"/>
                        <a:pt x="14276" y="1762"/>
                        <a:pt x="14323" y="1669"/>
                      </a:cubicBezTo>
                      <a:close/>
                      <a:moveTo>
                        <a:pt x="11596" y="255"/>
                      </a:moveTo>
                      <a:cubicBezTo>
                        <a:pt x="11616" y="255"/>
                        <a:pt x="11637" y="255"/>
                        <a:pt x="11657" y="255"/>
                      </a:cubicBezTo>
                      <a:lnTo>
                        <a:pt x="12005" y="255"/>
                      </a:lnTo>
                      <a:cubicBezTo>
                        <a:pt x="13396" y="418"/>
                        <a:pt x="13998" y="1090"/>
                        <a:pt x="14253" y="1507"/>
                      </a:cubicBezTo>
                      <a:cubicBezTo>
                        <a:pt x="14160" y="1646"/>
                        <a:pt x="14091" y="1808"/>
                        <a:pt x="14021" y="1970"/>
                      </a:cubicBezTo>
                      <a:cubicBezTo>
                        <a:pt x="13697" y="1484"/>
                        <a:pt x="13071" y="1020"/>
                        <a:pt x="12005" y="904"/>
                      </a:cubicBezTo>
                      <a:cubicBezTo>
                        <a:pt x="11907" y="892"/>
                        <a:pt x="11808" y="886"/>
                        <a:pt x="11710" y="886"/>
                      </a:cubicBezTo>
                      <a:cubicBezTo>
                        <a:pt x="10886" y="886"/>
                        <a:pt x="10102" y="1313"/>
                        <a:pt x="9688" y="2017"/>
                      </a:cubicBezTo>
                      <a:cubicBezTo>
                        <a:pt x="9618" y="1831"/>
                        <a:pt x="9549" y="1669"/>
                        <a:pt x="9479" y="1507"/>
                      </a:cubicBezTo>
                      <a:cubicBezTo>
                        <a:pt x="9909" y="737"/>
                        <a:pt x="10716" y="255"/>
                        <a:pt x="11596" y="255"/>
                      </a:cubicBezTo>
                      <a:close/>
                      <a:moveTo>
                        <a:pt x="18981" y="3060"/>
                      </a:moveTo>
                      <a:cubicBezTo>
                        <a:pt x="19004" y="3152"/>
                        <a:pt x="19004" y="3222"/>
                        <a:pt x="19004" y="3291"/>
                      </a:cubicBezTo>
                      <a:cubicBezTo>
                        <a:pt x="18865" y="3291"/>
                        <a:pt x="18749" y="3291"/>
                        <a:pt x="18633" y="3315"/>
                      </a:cubicBezTo>
                      <a:cubicBezTo>
                        <a:pt x="18726" y="3222"/>
                        <a:pt x="18865" y="3129"/>
                        <a:pt x="18981" y="3060"/>
                      </a:cubicBezTo>
                      <a:close/>
                      <a:moveTo>
                        <a:pt x="16478" y="163"/>
                      </a:moveTo>
                      <a:cubicBezTo>
                        <a:pt x="16779" y="163"/>
                        <a:pt x="17104" y="255"/>
                        <a:pt x="17382" y="418"/>
                      </a:cubicBezTo>
                      <a:cubicBezTo>
                        <a:pt x="18262" y="951"/>
                        <a:pt x="18842" y="1878"/>
                        <a:pt x="18981" y="2897"/>
                      </a:cubicBezTo>
                      <a:cubicBezTo>
                        <a:pt x="18726" y="3013"/>
                        <a:pt x="18517" y="3176"/>
                        <a:pt x="18378" y="3384"/>
                      </a:cubicBezTo>
                      <a:cubicBezTo>
                        <a:pt x="18262" y="2434"/>
                        <a:pt x="17706" y="1576"/>
                        <a:pt x="16895" y="1067"/>
                      </a:cubicBezTo>
                      <a:cubicBezTo>
                        <a:pt x="16611" y="903"/>
                        <a:pt x="16328" y="833"/>
                        <a:pt x="16057" y="833"/>
                      </a:cubicBezTo>
                      <a:cubicBezTo>
                        <a:pt x="15444" y="833"/>
                        <a:pt x="14886" y="1189"/>
                        <a:pt x="14485" y="1623"/>
                      </a:cubicBezTo>
                      <a:cubicBezTo>
                        <a:pt x="14462" y="1576"/>
                        <a:pt x="14438" y="1530"/>
                        <a:pt x="14438" y="1507"/>
                      </a:cubicBezTo>
                      <a:cubicBezTo>
                        <a:pt x="14832" y="881"/>
                        <a:pt x="15597" y="163"/>
                        <a:pt x="16478" y="163"/>
                      </a:cubicBezTo>
                      <a:close/>
                      <a:moveTo>
                        <a:pt x="7456" y="417"/>
                      </a:moveTo>
                      <a:cubicBezTo>
                        <a:pt x="8219" y="417"/>
                        <a:pt x="8910" y="830"/>
                        <a:pt x="9294" y="1507"/>
                      </a:cubicBezTo>
                      <a:cubicBezTo>
                        <a:pt x="9270" y="1530"/>
                        <a:pt x="9270" y="1553"/>
                        <a:pt x="9247" y="1600"/>
                      </a:cubicBezTo>
                      <a:cubicBezTo>
                        <a:pt x="8862" y="1233"/>
                        <a:pt x="8347" y="1043"/>
                        <a:pt x="7825" y="1043"/>
                      </a:cubicBezTo>
                      <a:cubicBezTo>
                        <a:pt x="7720" y="1043"/>
                        <a:pt x="7614" y="1051"/>
                        <a:pt x="7509" y="1067"/>
                      </a:cubicBezTo>
                      <a:cubicBezTo>
                        <a:pt x="5354" y="1322"/>
                        <a:pt x="5076" y="2990"/>
                        <a:pt x="5076" y="3871"/>
                      </a:cubicBezTo>
                      <a:cubicBezTo>
                        <a:pt x="4913" y="3732"/>
                        <a:pt x="4751" y="3639"/>
                        <a:pt x="4543" y="3569"/>
                      </a:cubicBezTo>
                      <a:cubicBezTo>
                        <a:pt x="4520" y="3523"/>
                        <a:pt x="4473" y="3477"/>
                        <a:pt x="4427" y="3430"/>
                      </a:cubicBezTo>
                      <a:cubicBezTo>
                        <a:pt x="4427" y="2411"/>
                        <a:pt x="4774" y="696"/>
                        <a:pt x="7046" y="441"/>
                      </a:cubicBezTo>
                      <a:cubicBezTo>
                        <a:pt x="7161" y="418"/>
                        <a:pt x="7277" y="418"/>
                        <a:pt x="7393" y="418"/>
                      </a:cubicBezTo>
                      <a:cubicBezTo>
                        <a:pt x="7414" y="417"/>
                        <a:pt x="7435" y="417"/>
                        <a:pt x="7456" y="417"/>
                      </a:cubicBezTo>
                      <a:close/>
                      <a:moveTo>
                        <a:pt x="19653" y="2897"/>
                      </a:moveTo>
                      <a:cubicBezTo>
                        <a:pt x="20140" y="2921"/>
                        <a:pt x="20603" y="3106"/>
                        <a:pt x="20951" y="3454"/>
                      </a:cubicBezTo>
                      <a:cubicBezTo>
                        <a:pt x="21878" y="4195"/>
                        <a:pt x="22179" y="5470"/>
                        <a:pt x="21692" y="6559"/>
                      </a:cubicBezTo>
                      <a:cubicBezTo>
                        <a:pt x="21507" y="6443"/>
                        <a:pt x="21298" y="6397"/>
                        <a:pt x="21067" y="6397"/>
                      </a:cubicBezTo>
                      <a:lnTo>
                        <a:pt x="20904" y="6397"/>
                      </a:lnTo>
                      <a:cubicBezTo>
                        <a:pt x="21206" y="5447"/>
                        <a:pt x="20904" y="4427"/>
                        <a:pt x="20140" y="3801"/>
                      </a:cubicBezTo>
                      <a:cubicBezTo>
                        <a:pt x="19861" y="3546"/>
                        <a:pt x="19514" y="3384"/>
                        <a:pt x="19143" y="3315"/>
                      </a:cubicBezTo>
                      <a:cubicBezTo>
                        <a:pt x="19166" y="3199"/>
                        <a:pt x="19166" y="3106"/>
                        <a:pt x="19143" y="2990"/>
                      </a:cubicBezTo>
                      <a:cubicBezTo>
                        <a:pt x="19305" y="2944"/>
                        <a:pt x="19491" y="2897"/>
                        <a:pt x="19653" y="2897"/>
                      </a:cubicBezTo>
                      <a:close/>
                      <a:moveTo>
                        <a:pt x="21006" y="6549"/>
                      </a:moveTo>
                      <a:cubicBezTo>
                        <a:pt x="21026" y="6549"/>
                        <a:pt x="21046" y="6552"/>
                        <a:pt x="21067" y="6559"/>
                      </a:cubicBezTo>
                      <a:cubicBezTo>
                        <a:pt x="21275" y="6559"/>
                        <a:pt x="21461" y="6605"/>
                        <a:pt x="21623" y="6698"/>
                      </a:cubicBezTo>
                      <a:cubicBezTo>
                        <a:pt x="21530" y="6860"/>
                        <a:pt x="21391" y="7023"/>
                        <a:pt x="21252" y="7138"/>
                      </a:cubicBezTo>
                      <a:cubicBezTo>
                        <a:pt x="21113" y="6999"/>
                        <a:pt x="20951" y="6860"/>
                        <a:pt x="20765" y="6768"/>
                      </a:cubicBezTo>
                      <a:cubicBezTo>
                        <a:pt x="20812" y="6698"/>
                        <a:pt x="20835" y="6652"/>
                        <a:pt x="20858" y="6582"/>
                      </a:cubicBezTo>
                      <a:cubicBezTo>
                        <a:pt x="20907" y="6566"/>
                        <a:pt x="20956" y="6549"/>
                        <a:pt x="21006" y="6549"/>
                      </a:cubicBezTo>
                      <a:close/>
                      <a:moveTo>
                        <a:pt x="3199" y="3106"/>
                      </a:moveTo>
                      <a:cubicBezTo>
                        <a:pt x="3569" y="3106"/>
                        <a:pt x="3940" y="3245"/>
                        <a:pt x="4241" y="3477"/>
                      </a:cubicBezTo>
                      <a:cubicBezTo>
                        <a:pt x="4181" y="3470"/>
                        <a:pt x="4120" y="3466"/>
                        <a:pt x="4056" y="3466"/>
                      </a:cubicBezTo>
                      <a:cubicBezTo>
                        <a:pt x="3486" y="3466"/>
                        <a:pt x="2791" y="3768"/>
                        <a:pt x="2040" y="4728"/>
                      </a:cubicBezTo>
                      <a:cubicBezTo>
                        <a:pt x="811" y="6235"/>
                        <a:pt x="1437" y="7532"/>
                        <a:pt x="2156" y="8205"/>
                      </a:cubicBezTo>
                      <a:cubicBezTo>
                        <a:pt x="1993" y="8297"/>
                        <a:pt x="1854" y="8436"/>
                        <a:pt x="1762" y="8622"/>
                      </a:cubicBezTo>
                      <a:cubicBezTo>
                        <a:pt x="1066" y="8251"/>
                        <a:pt x="557" y="7625"/>
                        <a:pt x="348" y="6884"/>
                      </a:cubicBezTo>
                      <a:cubicBezTo>
                        <a:pt x="163" y="6072"/>
                        <a:pt x="394" y="5261"/>
                        <a:pt x="1043" y="4450"/>
                      </a:cubicBezTo>
                      <a:cubicBezTo>
                        <a:pt x="1762" y="3546"/>
                        <a:pt x="2480" y="3106"/>
                        <a:pt x="3199" y="3106"/>
                      </a:cubicBezTo>
                      <a:close/>
                      <a:moveTo>
                        <a:pt x="2295" y="8297"/>
                      </a:moveTo>
                      <a:cubicBezTo>
                        <a:pt x="2411" y="8413"/>
                        <a:pt x="2573" y="8506"/>
                        <a:pt x="2712" y="8599"/>
                      </a:cubicBezTo>
                      <a:cubicBezTo>
                        <a:pt x="2558" y="8675"/>
                        <a:pt x="2373" y="8720"/>
                        <a:pt x="2195" y="8720"/>
                      </a:cubicBezTo>
                      <a:cubicBezTo>
                        <a:pt x="2158" y="8720"/>
                        <a:pt x="2122" y="8718"/>
                        <a:pt x="2086" y="8714"/>
                      </a:cubicBezTo>
                      <a:cubicBezTo>
                        <a:pt x="2017" y="8714"/>
                        <a:pt x="1970" y="8691"/>
                        <a:pt x="1901" y="8691"/>
                      </a:cubicBezTo>
                      <a:cubicBezTo>
                        <a:pt x="1993" y="8529"/>
                        <a:pt x="2132" y="8390"/>
                        <a:pt x="2295" y="8297"/>
                      </a:cubicBezTo>
                      <a:close/>
                      <a:moveTo>
                        <a:pt x="21739" y="6768"/>
                      </a:moveTo>
                      <a:cubicBezTo>
                        <a:pt x="22040" y="6976"/>
                        <a:pt x="22295" y="7208"/>
                        <a:pt x="22503" y="7486"/>
                      </a:cubicBezTo>
                      <a:cubicBezTo>
                        <a:pt x="23662" y="8992"/>
                        <a:pt x="23477" y="10406"/>
                        <a:pt x="21947" y="11681"/>
                      </a:cubicBezTo>
                      <a:cubicBezTo>
                        <a:pt x="21808" y="11774"/>
                        <a:pt x="21669" y="11866"/>
                        <a:pt x="21507" y="11913"/>
                      </a:cubicBezTo>
                      <a:cubicBezTo>
                        <a:pt x="21600" y="11634"/>
                        <a:pt x="21484" y="11310"/>
                        <a:pt x="21252" y="11148"/>
                      </a:cubicBezTo>
                      <a:cubicBezTo>
                        <a:pt x="22156" y="10290"/>
                        <a:pt x="22782" y="9062"/>
                        <a:pt x="21530" y="7463"/>
                      </a:cubicBezTo>
                      <a:cubicBezTo>
                        <a:pt x="21461" y="7393"/>
                        <a:pt x="21414" y="7324"/>
                        <a:pt x="21345" y="7254"/>
                      </a:cubicBezTo>
                      <a:cubicBezTo>
                        <a:pt x="21507" y="7115"/>
                        <a:pt x="21646" y="6953"/>
                        <a:pt x="21739" y="6768"/>
                      </a:cubicBezTo>
                      <a:close/>
                      <a:moveTo>
                        <a:pt x="2712" y="8761"/>
                      </a:moveTo>
                      <a:lnTo>
                        <a:pt x="2712" y="8761"/>
                      </a:lnTo>
                      <a:cubicBezTo>
                        <a:pt x="2411" y="9572"/>
                        <a:pt x="2503" y="10453"/>
                        <a:pt x="2944" y="11171"/>
                      </a:cubicBezTo>
                      <a:cubicBezTo>
                        <a:pt x="2642" y="11310"/>
                        <a:pt x="2457" y="11634"/>
                        <a:pt x="2457" y="11959"/>
                      </a:cubicBezTo>
                      <a:cubicBezTo>
                        <a:pt x="2225" y="11774"/>
                        <a:pt x="2040" y="11542"/>
                        <a:pt x="1924" y="11287"/>
                      </a:cubicBezTo>
                      <a:cubicBezTo>
                        <a:pt x="1530" y="10522"/>
                        <a:pt x="1484" y="9618"/>
                        <a:pt x="1831" y="8830"/>
                      </a:cubicBezTo>
                      <a:lnTo>
                        <a:pt x="1831" y="8830"/>
                      </a:lnTo>
                      <a:cubicBezTo>
                        <a:pt x="1901" y="8853"/>
                        <a:pt x="1993" y="8877"/>
                        <a:pt x="2086" y="8877"/>
                      </a:cubicBezTo>
                      <a:cubicBezTo>
                        <a:pt x="2295" y="8877"/>
                        <a:pt x="2503" y="8853"/>
                        <a:pt x="2712" y="8761"/>
                      </a:cubicBezTo>
                      <a:close/>
                      <a:moveTo>
                        <a:pt x="9433" y="13187"/>
                      </a:moveTo>
                      <a:lnTo>
                        <a:pt x="9433" y="13187"/>
                      </a:lnTo>
                      <a:cubicBezTo>
                        <a:pt x="9386" y="13280"/>
                        <a:pt x="9363" y="13349"/>
                        <a:pt x="9317" y="13419"/>
                      </a:cubicBezTo>
                      <a:lnTo>
                        <a:pt x="9294" y="13349"/>
                      </a:lnTo>
                      <a:cubicBezTo>
                        <a:pt x="9340" y="13303"/>
                        <a:pt x="9386" y="13234"/>
                        <a:pt x="9433" y="13187"/>
                      </a:cubicBezTo>
                      <a:close/>
                      <a:moveTo>
                        <a:pt x="14415" y="13141"/>
                      </a:moveTo>
                      <a:cubicBezTo>
                        <a:pt x="14508" y="13210"/>
                        <a:pt x="14601" y="13257"/>
                        <a:pt x="14693" y="13303"/>
                      </a:cubicBezTo>
                      <a:cubicBezTo>
                        <a:pt x="14670" y="13396"/>
                        <a:pt x="14670" y="13512"/>
                        <a:pt x="14647" y="13604"/>
                      </a:cubicBezTo>
                      <a:cubicBezTo>
                        <a:pt x="14531" y="13535"/>
                        <a:pt x="14438" y="13442"/>
                        <a:pt x="14323" y="13373"/>
                      </a:cubicBezTo>
                      <a:cubicBezTo>
                        <a:pt x="14369" y="13303"/>
                        <a:pt x="14392" y="13210"/>
                        <a:pt x="14415" y="13141"/>
                      </a:cubicBezTo>
                      <a:close/>
                      <a:moveTo>
                        <a:pt x="18170" y="13210"/>
                      </a:moveTo>
                      <a:cubicBezTo>
                        <a:pt x="18378" y="13419"/>
                        <a:pt x="18633" y="13558"/>
                        <a:pt x="18934" y="13651"/>
                      </a:cubicBezTo>
                      <a:cubicBezTo>
                        <a:pt x="18865" y="13720"/>
                        <a:pt x="18772" y="13767"/>
                        <a:pt x="18680" y="13836"/>
                      </a:cubicBezTo>
                      <a:lnTo>
                        <a:pt x="18680" y="13813"/>
                      </a:lnTo>
                      <a:cubicBezTo>
                        <a:pt x="18170" y="14161"/>
                        <a:pt x="17567" y="14346"/>
                        <a:pt x="16941" y="14346"/>
                      </a:cubicBezTo>
                      <a:cubicBezTo>
                        <a:pt x="16177" y="14323"/>
                        <a:pt x="15412" y="14114"/>
                        <a:pt x="14763" y="13697"/>
                      </a:cubicBezTo>
                      <a:cubicBezTo>
                        <a:pt x="14786" y="13581"/>
                        <a:pt x="14809" y="13488"/>
                        <a:pt x="14832" y="13373"/>
                      </a:cubicBezTo>
                      <a:cubicBezTo>
                        <a:pt x="15314" y="13601"/>
                        <a:pt x="15884" y="13761"/>
                        <a:pt x="16469" y="13761"/>
                      </a:cubicBezTo>
                      <a:cubicBezTo>
                        <a:pt x="17010" y="13761"/>
                        <a:pt x="17565" y="13625"/>
                        <a:pt x="18077" y="13280"/>
                      </a:cubicBezTo>
                      <a:lnTo>
                        <a:pt x="18170" y="13210"/>
                      </a:lnTo>
                      <a:close/>
                      <a:moveTo>
                        <a:pt x="6188" y="13419"/>
                      </a:moveTo>
                      <a:cubicBezTo>
                        <a:pt x="6605" y="13743"/>
                        <a:pt x="7115" y="13929"/>
                        <a:pt x="7625" y="13929"/>
                      </a:cubicBezTo>
                      <a:cubicBezTo>
                        <a:pt x="7682" y="13934"/>
                        <a:pt x="7738" y="13936"/>
                        <a:pt x="7795" y="13936"/>
                      </a:cubicBezTo>
                      <a:cubicBezTo>
                        <a:pt x="8289" y="13936"/>
                        <a:pt x="8759" y="13757"/>
                        <a:pt x="9155" y="13465"/>
                      </a:cubicBezTo>
                      <a:lnTo>
                        <a:pt x="9224" y="13581"/>
                      </a:lnTo>
                      <a:cubicBezTo>
                        <a:pt x="8776" y="14178"/>
                        <a:pt x="8093" y="14540"/>
                        <a:pt x="7355" y="14540"/>
                      </a:cubicBezTo>
                      <a:cubicBezTo>
                        <a:pt x="7291" y="14540"/>
                        <a:pt x="7226" y="14537"/>
                        <a:pt x="7161" y="14531"/>
                      </a:cubicBezTo>
                      <a:cubicBezTo>
                        <a:pt x="6513" y="14508"/>
                        <a:pt x="5887" y="14276"/>
                        <a:pt x="5423" y="13813"/>
                      </a:cubicBezTo>
                      <a:cubicBezTo>
                        <a:pt x="5701" y="13743"/>
                        <a:pt x="5956" y="13604"/>
                        <a:pt x="6188" y="13419"/>
                      </a:cubicBezTo>
                      <a:close/>
                      <a:moveTo>
                        <a:pt x="9618" y="13118"/>
                      </a:moveTo>
                      <a:cubicBezTo>
                        <a:pt x="10119" y="14019"/>
                        <a:pt x="11051" y="14574"/>
                        <a:pt x="12043" y="14574"/>
                      </a:cubicBezTo>
                      <a:cubicBezTo>
                        <a:pt x="12199" y="14574"/>
                        <a:pt x="12357" y="14560"/>
                        <a:pt x="12515" y="14531"/>
                      </a:cubicBezTo>
                      <a:cubicBezTo>
                        <a:pt x="13442" y="14392"/>
                        <a:pt x="13975" y="13975"/>
                        <a:pt x="14253" y="13512"/>
                      </a:cubicBezTo>
                      <a:cubicBezTo>
                        <a:pt x="14369" y="13604"/>
                        <a:pt x="14485" y="13697"/>
                        <a:pt x="14601" y="13767"/>
                      </a:cubicBezTo>
                      <a:cubicBezTo>
                        <a:pt x="14415" y="14230"/>
                        <a:pt x="13929" y="14995"/>
                        <a:pt x="12561" y="15180"/>
                      </a:cubicBezTo>
                      <a:cubicBezTo>
                        <a:pt x="12399" y="15203"/>
                        <a:pt x="12214" y="15227"/>
                        <a:pt x="12051" y="15227"/>
                      </a:cubicBezTo>
                      <a:cubicBezTo>
                        <a:pt x="10939" y="15227"/>
                        <a:pt x="9896" y="14601"/>
                        <a:pt x="9409" y="13581"/>
                      </a:cubicBezTo>
                      <a:cubicBezTo>
                        <a:pt x="9502" y="13442"/>
                        <a:pt x="9572" y="13280"/>
                        <a:pt x="9618" y="13118"/>
                      </a:cubicBezTo>
                      <a:close/>
                      <a:moveTo>
                        <a:pt x="16478" y="1"/>
                      </a:moveTo>
                      <a:cubicBezTo>
                        <a:pt x="15551" y="1"/>
                        <a:pt x="14763" y="696"/>
                        <a:pt x="14346" y="1345"/>
                      </a:cubicBezTo>
                      <a:cubicBezTo>
                        <a:pt x="14045" y="904"/>
                        <a:pt x="13396" y="255"/>
                        <a:pt x="12028" y="93"/>
                      </a:cubicBezTo>
                      <a:lnTo>
                        <a:pt x="11681" y="93"/>
                      </a:lnTo>
                      <a:cubicBezTo>
                        <a:pt x="11658" y="93"/>
                        <a:pt x="11636" y="92"/>
                        <a:pt x="11614" y="92"/>
                      </a:cubicBezTo>
                      <a:cubicBezTo>
                        <a:pt x="10712" y="92"/>
                        <a:pt x="9861" y="553"/>
                        <a:pt x="9386" y="1345"/>
                      </a:cubicBezTo>
                      <a:cubicBezTo>
                        <a:pt x="8980" y="668"/>
                        <a:pt x="8245" y="255"/>
                        <a:pt x="7457" y="255"/>
                      </a:cubicBezTo>
                      <a:cubicBezTo>
                        <a:pt x="7436" y="255"/>
                        <a:pt x="7415" y="255"/>
                        <a:pt x="7393" y="255"/>
                      </a:cubicBezTo>
                      <a:cubicBezTo>
                        <a:pt x="7277" y="255"/>
                        <a:pt x="7161" y="255"/>
                        <a:pt x="7046" y="279"/>
                      </a:cubicBezTo>
                      <a:cubicBezTo>
                        <a:pt x="4728" y="534"/>
                        <a:pt x="4311" y="2202"/>
                        <a:pt x="4288" y="3291"/>
                      </a:cubicBezTo>
                      <a:cubicBezTo>
                        <a:pt x="3963" y="3060"/>
                        <a:pt x="3593" y="2921"/>
                        <a:pt x="3199" y="2921"/>
                      </a:cubicBezTo>
                      <a:cubicBezTo>
                        <a:pt x="2457" y="2921"/>
                        <a:pt x="1669" y="3407"/>
                        <a:pt x="927" y="4357"/>
                      </a:cubicBezTo>
                      <a:cubicBezTo>
                        <a:pt x="255" y="5192"/>
                        <a:pt x="0" y="6072"/>
                        <a:pt x="209" y="6907"/>
                      </a:cubicBezTo>
                      <a:cubicBezTo>
                        <a:pt x="441" y="7695"/>
                        <a:pt x="974" y="8367"/>
                        <a:pt x="1692" y="8738"/>
                      </a:cubicBezTo>
                      <a:cubicBezTo>
                        <a:pt x="1345" y="9595"/>
                        <a:pt x="1368" y="10545"/>
                        <a:pt x="1785" y="11356"/>
                      </a:cubicBezTo>
                      <a:cubicBezTo>
                        <a:pt x="1947" y="11704"/>
                        <a:pt x="2225" y="11982"/>
                        <a:pt x="2526" y="12214"/>
                      </a:cubicBezTo>
                      <a:cubicBezTo>
                        <a:pt x="2824" y="12873"/>
                        <a:pt x="4079" y="13884"/>
                        <a:pt x="5018" y="13884"/>
                      </a:cubicBezTo>
                      <a:cubicBezTo>
                        <a:pt x="5102" y="13884"/>
                        <a:pt x="5183" y="13876"/>
                        <a:pt x="5261" y="13859"/>
                      </a:cubicBezTo>
                      <a:cubicBezTo>
                        <a:pt x="5771" y="14369"/>
                        <a:pt x="6466" y="14670"/>
                        <a:pt x="7185" y="14670"/>
                      </a:cubicBezTo>
                      <a:cubicBezTo>
                        <a:pt x="7250" y="14676"/>
                        <a:pt x="7315" y="14679"/>
                        <a:pt x="7379" y="14679"/>
                      </a:cubicBezTo>
                      <a:cubicBezTo>
                        <a:pt x="8124" y="14679"/>
                        <a:pt x="8848" y="14317"/>
                        <a:pt x="9317" y="13720"/>
                      </a:cubicBezTo>
                      <a:cubicBezTo>
                        <a:pt x="9850" y="14740"/>
                        <a:pt x="10916" y="15366"/>
                        <a:pt x="12075" y="15366"/>
                      </a:cubicBezTo>
                      <a:cubicBezTo>
                        <a:pt x="12237" y="15366"/>
                        <a:pt x="12422" y="15342"/>
                        <a:pt x="12608" y="15319"/>
                      </a:cubicBezTo>
                      <a:cubicBezTo>
                        <a:pt x="14021" y="15134"/>
                        <a:pt x="14554" y="14346"/>
                        <a:pt x="14740" y="13836"/>
                      </a:cubicBezTo>
                      <a:cubicBezTo>
                        <a:pt x="15412" y="14253"/>
                        <a:pt x="16177" y="14462"/>
                        <a:pt x="16965" y="14485"/>
                      </a:cubicBezTo>
                      <a:cubicBezTo>
                        <a:pt x="17613" y="14485"/>
                        <a:pt x="18239" y="14300"/>
                        <a:pt x="18795" y="13952"/>
                      </a:cubicBezTo>
                      <a:cubicBezTo>
                        <a:pt x="18911" y="13859"/>
                        <a:pt x="19050" y="13767"/>
                        <a:pt x="19143" y="13674"/>
                      </a:cubicBezTo>
                      <a:cubicBezTo>
                        <a:pt x="19197" y="13680"/>
                        <a:pt x="19251" y="13683"/>
                        <a:pt x="19306" y="13683"/>
                      </a:cubicBezTo>
                      <a:cubicBezTo>
                        <a:pt x="20301" y="13683"/>
                        <a:pt x="21331" y="12713"/>
                        <a:pt x="21507" y="12098"/>
                      </a:cubicBezTo>
                      <a:cubicBezTo>
                        <a:pt x="21715" y="12028"/>
                        <a:pt x="21901" y="11913"/>
                        <a:pt x="22063" y="11797"/>
                      </a:cubicBezTo>
                      <a:cubicBezTo>
                        <a:pt x="23662" y="10476"/>
                        <a:pt x="23848" y="8969"/>
                        <a:pt x="22619" y="7393"/>
                      </a:cubicBezTo>
                      <a:cubicBezTo>
                        <a:pt x="22411" y="7092"/>
                        <a:pt x="22133" y="6837"/>
                        <a:pt x="21831" y="6629"/>
                      </a:cubicBezTo>
                      <a:cubicBezTo>
                        <a:pt x="22341" y="5493"/>
                        <a:pt x="22040" y="4126"/>
                        <a:pt x="21043" y="3315"/>
                      </a:cubicBezTo>
                      <a:cubicBezTo>
                        <a:pt x="20673" y="2967"/>
                        <a:pt x="20163" y="2758"/>
                        <a:pt x="19653" y="2735"/>
                      </a:cubicBezTo>
                      <a:cubicBezTo>
                        <a:pt x="19468" y="2735"/>
                        <a:pt x="19282" y="2782"/>
                        <a:pt x="19120" y="2828"/>
                      </a:cubicBezTo>
                      <a:cubicBezTo>
                        <a:pt x="18981" y="1785"/>
                        <a:pt x="18378" y="835"/>
                        <a:pt x="17451" y="302"/>
                      </a:cubicBezTo>
                      <a:cubicBezTo>
                        <a:pt x="17150" y="116"/>
                        <a:pt x="16826" y="1"/>
                        <a:pt x="1647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59" name="Google Shape;859;p49"/>
              <p:cNvGrpSpPr/>
              <p:nvPr/>
            </p:nvGrpSpPr>
            <p:grpSpPr>
              <a:xfrm>
                <a:off x="-1436649" y="-4845843"/>
                <a:ext cx="1122214" cy="1143027"/>
                <a:chOff x="-2191775" y="-4892976"/>
                <a:chExt cx="1481080" cy="1505568"/>
              </a:xfrm>
            </p:grpSpPr>
            <p:sp>
              <p:nvSpPr>
                <p:cNvPr id="860" name="Google Shape;860;p49"/>
                <p:cNvSpPr/>
                <p:nvPr/>
              </p:nvSpPr>
              <p:spPr>
                <a:xfrm>
                  <a:off x="-1228886" y="-3935304"/>
                  <a:ext cx="128557" cy="116136"/>
                </a:xfrm>
                <a:custGeom>
                  <a:rect b="b" l="l" r="r" t="t"/>
                  <a:pathLst>
                    <a:path extrusionOk="0" h="1870" w="2070">
                      <a:moveTo>
                        <a:pt x="1067" y="1"/>
                      </a:moveTo>
                      <a:cubicBezTo>
                        <a:pt x="1041" y="1"/>
                        <a:pt x="1018" y="13"/>
                        <a:pt x="997" y="38"/>
                      </a:cubicBezTo>
                      <a:cubicBezTo>
                        <a:pt x="997" y="38"/>
                        <a:pt x="1" y="1869"/>
                        <a:pt x="1275" y="1869"/>
                      </a:cubicBezTo>
                      <a:cubicBezTo>
                        <a:pt x="2069" y="1869"/>
                        <a:pt x="1393" y="1"/>
                        <a:pt x="10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" name="Google Shape;861;p49"/>
                <p:cNvSpPr/>
                <p:nvPr/>
              </p:nvSpPr>
              <p:spPr>
                <a:xfrm>
                  <a:off x="-1457746" y="-3901022"/>
                  <a:ext cx="126943" cy="116385"/>
                </a:xfrm>
                <a:custGeom>
                  <a:rect b="b" l="l" r="r" t="t"/>
                  <a:pathLst>
                    <a:path extrusionOk="0" h="1874" w="2044">
                      <a:moveTo>
                        <a:pt x="1066" y="0"/>
                      </a:moveTo>
                      <a:cubicBezTo>
                        <a:pt x="1040" y="0"/>
                        <a:pt x="1017" y="14"/>
                        <a:pt x="997" y="43"/>
                      </a:cubicBezTo>
                      <a:cubicBezTo>
                        <a:pt x="997" y="43"/>
                        <a:pt x="1" y="1873"/>
                        <a:pt x="1252" y="1873"/>
                      </a:cubicBezTo>
                      <a:cubicBezTo>
                        <a:pt x="2043" y="1873"/>
                        <a:pt x="1375" y="0"/>
                        <a:pt x="106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" name="Google Shape;862;p49"/>
                <p:cNvSpPr/>
                <p:nvPr/>
              </p:nvSpPr>
              <p:spPr>
                <a:xfrm>
                  <a:off x="-1699524" y="-3903879"/>
                  <a:ext cx="128309" cy="116385"/>
                </a:xfrm>
                <a:custGeom>
                  <a:rect b="b" l="l" r="r" t="t"/>
                  <a:pathLst>
                    <a:path extrusionOk="0" h="1874" w="2066">
                      <a:moveTo>
                        <a:pt x="1071" y="0"/>
                      </a:moveTo>
                      <a:cubicBezTo>
                        <a:pt x="1043" y="0"/>
                        <a:pt x="1018" y="13"/>
                        <a:pt x="997" y="42"/>
                      </a:cubicBezTo>
                      <a:cubicBezTo>
                        <a:pt x="997" y="42"/>
                        <a:pt x="0" y="1873"/>
                        <a:pt x="1275" y="1873"/>
                      </a:cubicBezTo>
                      <a:cubicBezTo>
                        <a:pt x="2066" y="1873"/>
                        <a:pt x="1398" y="0"/>
                        <a:pt x="107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3" name="Google Shape;863;p49"/>
                <p:cNvSpPr/>
                <p:nvPr/>
              </p:nvSpPr>
              <p:spPr>
                <a:xfrm>
                  <a:off x="-1926956" y="-3948533"/>
                  <a:ext cx="128371" cy="116385"/>
                </a:xfrm>
                <a:custGeom>
                  <a:rect b="b" l="l" r="r" t="t"/>
                  <a:pathLst>
                    <a:path extrusionOk="0" h="1874" w="2067">
                      <a:moveTo>
                        <a:pt x="1071" y="1"/>
                      </a:moveTo>
                      <a:cubicBezTo>
                        <a:pt x="1044" y="1"/>
                        <a:pt x="1019" y="14"/>
                        <a:pt x="997" y="43"/>
                      </a:cubicBezTo>
                      <a:cubicBezTo>
                        <a:pt x="997" y="43"/>
                        <a:pt x="1" y="1874"/>
                        <a:pt x="1275" y="1874"/>
                      </a:cubicBezTo>
                      <a:cubicBezTo>
                        <a:pt x="2066" y="1874"/>
                        <a:pt x="1398" y="1"/>
                        <a:pt x="107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" name="Google Shape;864;p49"/>
                <p:cNvSpPr/>
                <p:nvPr/>
              </p:nvSpPr>
              <p:spPr>
                <a:xfrm>
                  <a:off x="-2047876" y="-3805751"/>
                  <a:ext cx="128557" cy="116074"/>
                </a:xfrm>
                <a:custGeom>
                  <a:rect b="b" l="l" r="r" t="t"/>
                  <a:pathLst>
                    <a:path extrusionOk="0" h="1869" w="2070">
                      <a:moveTo>
                        <a:pt x="1068" y="1"/>
                      </a:moveTo>
                      <a:cubicBezTo>
                        <a:pt x="1042" y="1"/>
                        <a:pt x="1018" y="12"/>
                        <a:pt x="997" y="38"/>
                      </a:cubicBezTo>
                      <a:cubicBezTo>
                        <a:pt x="997" y="38"/>
                        <a:pt x="1" y="1869"/>
                        <a:pt x="1276" y="1869"/>
                      </a:cubicBezTo>
                      <a:cubicBezTo>
                        <a:pt x="2070" y="1869"/>
                        <a:pt x="1393" y="1"/>
                        <a:pt x="106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" name="Google Shape;865;p49"/>
                <p:cNvSpPr/>
                <p:nvPr/>
              </p:nvSpPr>
              <p:spPr>
                <a:xfrm>
                  <a:off x="-1780138" y="-3711040"/>
                  <a:ext cx="128309" cy="116385"/>
                </a:xfrm>
                <a:custGeom>
                  <a:rect b="b" l="l" r="r" t="t"/>
                  <a:pathLst>
                    <a:path extrusionOk="0" h="1874" w="2066">
                      <a:moveTo>
                        <a:pt x="1071" y="1"/>
                      </a:moveTo>
                      <a:cubicBezTo>
                        <a:pt x="1044" y="1"/>
                        <a:pt x="1019" y="14"/>
                        <a:pt x="997" y="43"/>
                      </a:cubicBezTo>
                      <a:cubicBezTo>
                        <a:pt x="997" y="43"/>
                        <a:pt x="0" y="1874"/>
                        <a:pt x="1275" y="1874"/>
                      </a:cubicBezTo>
                      <a:cubicBezTo>
                        <a:pt x="2066" y="1874"/>
                        <a:pt x="1398" y="1"/>
                        <a:pt x="107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6" name="Google Shape;866;p49"/>
                <p:cNvSpPr/>
                <p:nvPr/>
              </p:nvSpPr>
              <p:spPr>
                <a:xfrm>
                  <a:off x="-1938445" y="-3611733"/>
                  <a:ext cx="126881" cy="116385"/>
                </a:xfrm>
                <a:custGeom>
                  <a:rect b="b" l="l" r="r" t="t"/>
                  <a:pathLst>
                    <a:path extrusionOk="0" h="1874" w="2043">
                      <a:moveTo>
                        <a:pt x="1048" y="1"/>
                      </a:moveTo>
                      <a:cubicBezTo>
                        <a:pt x="1020" y="1"/>
                        <a:pt x="995" y="14"/>
                        <a:pt x="974" y="43"/>
                      </a:cubicBezTo>
                      <a:cubicBezTo>
                        <a:pt x="974" y="43"/>
                        <a:pt x="0" y="1874"/>
                        <a:pt x="1252" y="1874"/>
                      </a:cubicBezTo>
                      <a:cubicBezTo>
                        <a:pt x="2043" y="1874"/>
                        <a:pt x="1374" y="1"/>
                        <a:pt x="104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7" name="Google Shape;867;p49"/>
                <p:cNvSpPr/>
                <p:nvPr/>
              </p:nvSpPr>
              <p:spPr>
                <a:xfrm>
                  <a:off x="-1535441" y="-3709301"/>
                  <a:ext cx="127067" cy="116074"/>
                </a:xfrm>
                <a:custGeom>
                  <a:rect b="b" l="l" r="r" t="t"/>
                  <a:pathLst>
                    <a:path extrusionOk="0" h="1869" w="2046">
                      <a:moveTo>
                        <a:pt x="1062" y="0"/>
                      </a:moveTo>
                      <a:cubicBezTo>
                        <a:pt x="1038" y="0"/>
                        <a:pt x="1016" y="12"/>
                        <a:pt x="997" y="38"/>
                      </a:cubicBezTo>
                      <a:cubicBezTo>
                        <a:pt x="997" y="38"/>
                        <a:pt x="0" y="1869"/>
                        <a:pt x="1252" y="1869"/>
                      </a:cubicBezTo>
                      <a:cubicBezTo>
                        <a:pt x="2046" y="1869"/>
                        <a:pt x="1369" y="0"/>
                        <a:pt x="106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8" name="Google Shape;868;p49"/>
                <p:cNvSpPr/>
                <p:nvPr/>
              </p:nvSpPr>
              <p:spPr>
                <a:xfrm>
                  <a:off x="-1279254" y="-3716505"/>
                  <a:ext cx="128557" cy="116074"/>
                </a:xfrm>
                <a:custGeom>
                  <a:rect b="b" l="l" r="r" t="t"/>
                  <a:pathLst>
                    <a:path extrusionOk="0" h="1869" w="2070">
                      <a:moveTo>
                        <a:pt x="1067" y="0"/>
                      </a:moveTo>
                      <a:cubicBezTo>
                        <a:pt x="1041" y="0"/>
                        <a:pt x="1017" y="12"/>
                        <a:pt x="997" y="38"/>
                      </a:cubicBezTo>
                      <a:cubicBezTo>
                        <a:pt x="997" y="38"/>
                        <a:pt x="0" y="1869"/>
                        <a:pt x="1275" y="1869"/>
                      </a:cubicBezTo>
                      <a:cubicBezTo>
                        <a:pt x="2069" y="1869"/>
                        <a:pt x="1392" y="0"/>
                        <a:pt x="106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9" name="Google Shape;869;p49"/>
                <p:cNvSpPr/>
                <p:nvPr/>
              </p:nvSpPr>
              <p:spPr>
                <a:xfrm>
                  <a:off x="-1051822" y="-3837674"/>
                  <a:ext cx="128309" cy="116385"/>
                </a:xfrm>
                <a:custGeom>
                  <a:rect b="b" l="l" r="r" t="t"/>
                  <a:pathLst>
                    <a:path extrusionOk="0" h="1874" w="2066">
                      <a:moveTo>
                        <a:pt x="1071" y="0"/>
                      </a:moveTo>
                      <a:cubicBezTo>
                        <a:pt x="1043" y="0"/>
                        <a:pt x="1018" y="13"/>
                        <a:pt x="997" y="42"/>
                      </a:cubicBezTo>
                      <a:cubicBezTo>
                        <a:pt x="997" y="42"/>
                        <a:pt x="0" y="1873"/>
                        <a:pt x="1275" y="1873"/>
                      </a:cubicBezTo>
                      <a:cubicBezTo>
                        <a:pt x="2066" y="1873"/>
                        <a:pt x="1398" y="0"/>
                        <a:pt x="107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0" name="Google Shape;870;p49"/>
                <p:cNvSpPr/>
                <p:nvPr/>
              </p:nvSpPr>
              <p:spPr>
                <a:xfrm>
                  <a:off x="-1092129" y="-3640488"/>
                  <a:ext cx="128185" cy="116385"/>
                </a:xfrm>
                <a:custGeom>
                  <a:rect b="b" l="l" r="r" t="t"/>
                  <a:pathLst>
                    <a:path extrusionOk="0" h="1874" w="2064">
                      <a:moveTo>
                        <a:pt x="1066" y="0"/>
                      </a:moveTo>
                      <a:cubicBezTo>
                        <a:pt x="1040" y="0"/>
                        <a:pt x="1017" y="13"/>
                        <a:pt x="997" y="42"/>
                      </a:cubicBezTo>
                      <a:cubicBezTo>
                        <a:pt x="997" y="42"/>
                        <a:pt x="0" y="1873"/>
                        <a:pt x="1252" y="1873"/>
                      </a:cubicBezTo>
                      <a:cubicBezTo>
                        <a:pt x="2064" y="1873"/>
                        <a:pt x="1378" y="0"/>
                        <a:pt x="106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1" name="Google Shape;871;p49"/>
                <p:cNvSpPr/>
                <p:nvPr/>
              </p:nvSpPr>
              <p:spPr>
                <a:xfrm>
                  <a:off x="-1354091" y="-3503482"/>
                  <a:ext cx="129737" cy="116074"/>
                </a:xfrm>
                <a:custGeom>
                  <a:rect b="b" l="l" r="r" t="t"/>
                  <a:pathLst>
                    <a:path extrusionOk="0" h="1869" w="2089">
                      <a:moveTo>
                        <a:pt x="1067" y="0"/>
                      </a:moveTo>
                      <a:cubicBezTo>
                        <a:pt x="1041" y="0"/>
                        <a:pt x="1017" y="12"/>
                        <a:pt x="997" y="38"/>
                      </a:cubicBezTo>
                      <a:cubicBezTo>
                        <a:pt x="997" y="38"/>
                        <a:pt x="0" y="1869"/>
                        <a:pt x="1252" y="1869"/>
                      </a:cubicBezTo>
                      <a:cubicBezTo>
                        <a:pt x="2089" y="1869"/>
                        <a:pt x="1395" y="0"/>
                        <a:pt x="106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2" name="Google Shape;872;p49"/>
                <p:cNvSpPr/>
                <p:nvPr/>
              </p:nvSpPr>
              <p:spPr>
                <a:xfrm>
                  <a:off x="-1663565" y="-3508078"/>
                  <a:ext cx="128247" cy="116385"/>
                </a:xfrm>
                <a:custGeom>
                  <a:rect b="b" l="l" r="r" t="t"/>
                  <a:pathLst>
                    <a:path extrusionOk="0" h="1874" w="2065">
                      <a:moveTo>
                        <a:pt x="1067" y="0"/>
                      </a:moveTo>
                      <a:cubicBezTo>
                        <a:pt x="1041" y="0"/>
                        <a:pt x="1017" y="14"/>
                        <a:pt x="997" y="42"/>
                      </a:cubicBezTo>
                      <a:cubicBezTo>
                        <a:pt x="997" y="42"/>
                        <a:pt x="1" y="1873"/>
                        <a:pt x="1252" y="1873"/>
                      </a:cubicBezTo>
                      <a:cubicBezTo>
                        <a:pt x="2064" y="1873"/>
                        <a:pt x="1378" y="0"/>
                        <a:pt x="106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3" name="Google Shape;873;p49"/>
                <p:cNvSpPr/>
                <p:nvPr/>
              </p:nvSpPr>
              <p:spPr>
                <a:xfrm>
                  <a:off x="-2191775" y="-4892976"/>
                  <a:ext cx="1481080" cy="954305"/>
                </a:xfrm>
                <a:custGeom>
                  <a:rect b="b" l="l" r="r" t="t"/>
                  <a:pathLst>
                    <a:path extrusionOk="0" h="15366" w="23848">
                      <a:moveTo>
                        <a:pt x="9386" y="1669"/>
                      </a:moveTo>
                      <a:lnTo>
                        <a:pt x="9433" y="1808"/>
                      </a:lnTo>
                      <a:lnTo>
                        <a:pt x="9363" y="1715"/>
                      </a:lnTo>
                      <a:cubicBezTo>
                        <a:pt x="9363" y="1692"/>
                        <a:pt x="9386" y="1669"/>
                        <a:pt x="9386" y="1669"/>
                      </a:cubicBezTo>
                      <a:close/>
                      <a:moveTo>
                        <a:pt x="14323" y="1669"/>
                      </a:moveTo>
                      <a:cubicBezTo>
                        <a:pt x="14346" y="1692"/>
                        <a:pt x="14346" y="1715"/>
                        <a:pt x="14369" y="1739"/>
                      </a:cubicBezTo>
                      <a:cubicBezTo>
                        <a:pt x="14299" y="1831"/>
                        <a:pt x="14253" y="1901"/>
                        <a:pt x="14184" y="1970"/>
                      </a:cubicBezTo>
                      <a:cubicBezTo>
                        <a:pt x="14230" y="1878"/>
                        <a:pt x="14276" y="1762"/>
                        <a:pt x="14323" y="1669"/>
                      </a:cubicBezTo>
                      <a:close/>
                      <a:moveTo>
                        <a:pt x="11596" y="255"/>
                      </a:moveTo>
                      <a:cubicBezTo>
                        <a:pt x="11616" y="255"/>
                        <a:pt x="11637" y="255"/>
                        <a:pt x="11657" y="255"/>
                      </a:cubicBezTo>
                      <a:lnTo>
                        <a:pt x="12005" y="255"/>
                      </a:lnTo>
                      <a:cubicBezTo>
                        <a:pt x="13396" y="418"/>
                        <a:pt x="13998" y="1090"/>
                        <a:pt x="14253" y="1507"/>
                      </a:cubicBezTo>
                      <a:cubicBezTo>
                        <a:pt x="14160" y="1646"/>
                        <a:pt x="14091" y="1808"/>
                        <a:pt x="14021" y="1970"/>
                      </a:cubicBezTo>
                      <a:cubicBezTo>
                        <a:pt x="13697" y="1484"/>
                        <a:pt x="13071" y="1020"/>
                        <a:pt x="12005" y="904"/>
                      </a:cubicBezTo>
                      <a:cubicBezTo>
                        <a:pt x="11907" y="892"/>
                        <a:pt x="11808" y="886"/>
                        <a:pt x="11710" y="886"/>
                      </a:cubicBezTo>
                      <a:cubicBezTo>
                        <a:pt x="10886" y="886"/>
                        <a:pt x="10102" y="1313"/>
                        <a:pt x="9688" y="2017"/>
                      </a:cubicBezTo>
                      <a:cubicBezTo>
                        <a:pt x="9618" y="1831"/>
                        <a:pt x="9549" y="1669"/>
                        <a:pt x="9479" y="1507"/>
                      </a:cubicBezTo>
                      <a:cubicBezTo>
                        <a:pt x="9909" y="737"/>
                        <a:pt x="10716" y="255"/>
                        <a:pt x="11596" y="255"/>
                      </a:cubicBezTo>
                      <a:close/>
                      <a:moveTo>
                        <a:pt x="18981" y="3060"/>
                      </a:moveTo>
                      <a:cubicBezTo>
                        <a:pt x="19004" y="3152"/>
                        <a:pt x="19004" y="3222"/>
                        <a:pt x="19004" y="3291"/>
                      </a:cubicBezTo>
                      <a:cubicBezTo>
                        <a:pt x="18865" y="3291"/>
                        <a:pt x="18749" y="3291"/>
                        <a:pt x="18633" y="3315"/>
                      </a:cubicBezTo>
                      <a:cubicBezTo>
                        <a:pt x="18726" y="3222"/>
                        <a:pt x="18865" y="3129"/>
                        <a:pt x="18981" y="3060"/>
                      </a:cubicBezTo>
                      <a:close/>
                      <a:moveTo>
                        <a:pt x="16478" y="163"/>
                      </a:moveTo>
                      <a:cubicBezTo>
                        <a:pt x="16779" y="163"/>
                        <a:pt x="17104" y="255"/>
                        <a:pt x="17382" y="418"/>
                      </a:cubicBezTo>
                      <a:cubicBezTo>
                        <a:pt x="18262" y="951"/>
                        <a:pt x="18842" y="1878"/>
                        <a:pt x="18981" y="2897"/>
                      </a:cubicBezTo>
                      <a:cubicBezTo>
                        <a:pt x="18726" y="3013"/>
                        <a:pt x="18517" y="3176"/>
                        <a:pt x="18378" y="3384"/>
                      </a:cubicBezTo>
                      <a:cubicBezTo>
                        <a:pt x="18262" y="2434"/>
                        <a:pt x="17706" y="1576"/>
                        <a:pt x="16895" y="1067"/>
                      </a:cubicBezTo>
                      <a:cubicBezTo>
                        <a:pt x="16611" y="903"/>
                        <a:pt x="16328" y="833"/>
                        <a:pt x="16057" y="833"/>
                      </a:cubicBezTo>
                      <a:cubicBezTo>
                        <a:pt x="15444" y="833"/>
                        <a:pt x="14886" y="1189"/>
                        <a:pt x="14485" y="1623"/>
                      </a:cubicBezTo>
                      <a:cubicBezTo>
                        <a:pt x="14462" y="1576"/>
                        <a:pt x="14438" y="1530"/>
                        <a:pt x="14438" y="1507"/>
                      </a:cubicBezTo>
                      <a:cubicBezTo>
                        <a:pt x="14832" y="881"/>
                        <a:pt x="15597" y="163"/>
                        <a:pt x="16478" y="163"/>
                      </a:cubicBezTo>
                      <a:close/>
                      <a:moveTo>
                        <a:pt x="7456" y="417"/>
                      </a:moveTo>
                      <a:cubicBezTo>
                        <a:pt x="8219" y="417"/>
                        <a:pt x="8910" y="830"/>
                        <a:pt x="9294" y="1507"/>
                      </a:cubicBezTo>
                      <a:cubicBezTo>
                        <a:pt x="9270" y="1530"/>
                        <a:pt x="9270" y="1553"/>
                        <a:pt x="9247" y="1600"/>
                      </a:cubicBezTo>
                      <a:cubicBezTo>
                        <a:pt x="8862" y="1233"/>
                        <a:pt x="8347" y="1043"/>
                        <a:pt x="7825" y="1043"/>
                      </a:cubicBezTo>
                      <a:cubicBezTo>
                        <a:pt x="7720" y="1043"/>
                        <a:pt x="7614" y="1051"/>
                        <a:pt x="7509" y="1067"/>
                      </a:cubicBezTo>
                      <a:cubicBezTo>
                        <a:pt x="5354" y="1322"/>
                        <a:pt x="5076" y="2990"/>
                        <a:pt x="5076" y="3871"/>
                      </a:cubicBezTo>
                      <a:cubicBezTo>
                        <a:pt x="4913" y="3732"/>
                        <a:pt x="4751" y="3639"/>
                        <a:pt x="4543" y="3569"/>
                      </a:cubicBezTo>
                      <a:cubicBezTo>
                        <a:pt x="4520" y="3523"/>
                        <a:pt x="4473" y="3477"/>
                        <a:pt x="4427" y="3430"/>
                      </a:cubicBezTo>
                      <a:cubicBezTo>
                        <a:pt x="4427" y="2411"/>
                        <a:pt x="4774" y="696"/>
                        <a:pt x="7046" y="441"/>
                      </a:cubicBezTo>
                      <a:cubicBezTo>
                        <a:pt x="7161" y="418"/>
                        <a:pt x="7277" y="418"/>
                        <a:pt x="7393" y="418"/>
                      </a:cubicBezTo>
                      <a:cubicBezTo>
                        <a:pt x="7414" y="417"/>
                        <a:pt x="7435" y="417"/>
                        <a:pt x="7456" y="417"/>
                      </a:cubicBezTo>
                      <a:close/>
                      <a:moveTo>
                        <a:pt x="19653" y="2897"/>
                      </a:moveTo>
                      <a:cubicBezTo>
                        <a:pt x="20140" y="2921"/>
                        <a:pt x="20603" y="3106"/>
                        <a:pt x="20951" y="3454"/>
                      </a:cubicBezTo>
                      <a:cubicBezTo>
                        <a:pt x="21878" y="4195"/>
                        <a:pt x="22179" y="5470"/>
                        <a:pt x="21692" y="6559"/>
                      </a:cubicBezTo>
                      <a:cubicBezTo>
                        <a:pt x="21507" y="6443"/>
                        <a:pt x="21298" y="6397"/>
                        <a:pt x="21067" y="6397"/>
                      </a:cubicBezTo>
                      <a:lnTo>
                        <a:pt x="20904" y="6397"/>
                      </a:lnTo>
                      <a:cubicBezTo>
                        <a:pt x="21206" y="5447"/>
                        <a:pt x="20904" y="4427"/>
                        <a:pt x="20140" y="3801"/>
                      </a:cubicBezTo>
                      <a:cubicBezTo>
                        <a:pt x="19861" y="3546"/>
                        <a:pt x="19514" y="3384"/>
                        <a:pt x="19143" y="3315"/>
                      </a:cubicBezTo>
                      <a:cubicBezTo>
                        <a:pt x="19166" y="3199"/>
                        <a:pt x="19166" y="3106"/>
                        <a:pt x="19143" y="2990"/>
                      </a:cubicBezTo>
                      <a:cubicBezTo>
                        <a:pt x="19305" y="2944"/>
                        <a:pt x="19491" y="2897"/>
                        <a:pt x="19653" y="2897"/>
                      </a:cubicBezTo>
                      <a:close/>
                      <a:moveTo>
                        <a:pt x="21006" y="6549"/>
                      </a:moveTo>
                      <a:cubicBezTo>
                        <a:pt x="21026" y="6549"/>
                        <a:pt x="21046" y="6552"/>
                        <a:pt x="21067" y="6559"/>
                      </a:cubicBezTo>
                      <a:cubicBezTo>
                        <a:pt x="21275" y="6559"/>
                        <a:pt x="21461" y="6605"/>
                        <a:pt x="21623" y="6698"/>
                      </a:cubicBezTo>
                      <a:cubicBezTo>
                        <a:pt x="21530" y="6860"/>
                        <a:pt x="21391" y="7023"/>
                        <a:pt x="21252" y="7138"/>
                      </a:cubicBezTo>
                      <a:cubicBezTo>
                        <a:pt x="21113" y="6999"/>
                        <a:pt x="20951" y="6860"/>
                        <a:pt x="20765" y="6768"/>
                      </a:cubicBezTo>
                      <a:cubicBezTo>
                        <a:pt x="20812" y="6698"/>
                        <a:pt x="20835" y="6652"/>
                        <a:pt x="20858" y="6582"/>
                      </a:cubicBezTo>
                      <a:cubicBezTo>
                        <a:pt x="20907" y="6566"/>
                        <a:pt x="20956" y="6549"/>
                        <a:pt x="21006" y="6549"/>
                      </a:cubicBezTo>
                      <a:close/>
                      <a:moveTo>
                        <a:pt x="3199" y="3106"/>
                      </a:moveTo>
                      <a:cubicBezTo>
                        <a:pt x="3569" y="3106"/>
                        <a:pt x="3940" y="3245"/>
                        <a:pt x="4241" y="3477"/>
                      </a:cubicBezTo>
                      <a:cubicBezTo>
                        <a:pt x="4181" y="3470"/>
                        <a:pt x="4120" y="3466"/>
                        <a:pt x="4056" y="3466"/>
                      </a:cubicBezTo>
                      <a:cubicBezTo>
                        <a:pt x="3486" y="3466"/>
                        <a:pt x="2791" y="3768"/>
                        <a:pt x="2040" y="4728"/>
                      </a:cubicBezTo>
                      <a:cubicBezTo>
                        <a:pt x="811" y="6235"/>
                        <a:pt x="1437" y="7532"/>
                        <a:pt x="2156" y="8205"/>
                      </a:cubicBezTo>
                      <a:cubicBezTo>
                        <a:pt x="1993" y="8297"/>
                        <a:pt x="1854" y="8436"/>
                        <a:pt x="1762" y="8622"/>
                      </a:cubicBezTo>
                      <a:cubicBezTo>
                        <a:pt x="1066" y="8251"/>
                        <a:pt x="557" y="7625"/>
                        <a:pt x="348" y="6884"/>
                      </a:cubicBezTo>
                      <a:cubicBezTo>
                        <a:pt x="163" y="6072"/>
                        <a:pt x="394" y="5261"/>
                        <a:pt x="1043" y="4450"/>
                      </a:cubicBezTo>
                      <a:cubicBezTo>
                        <a:pt x="1762" y="3546"/>
                        <a:pt x="2480" y="3106"/>
                        <a:pt x="3199" y="3106"/>
                      </a:cubicBezTo>
                      <a:close/>
                      <a:moveTo>
                        <a:pt x="2295" y="8297"/>
                      </a:moveTo>
                      <a:cubicBezTo>
                        <a:pt x="2411" y="8413"/>
                        <a:pt x="2573" y="8506"/>
                        <a:pt x="2712" y="8599"/>
                      </a:cubicBezTo>
                      <a:cubicBezTo>
                        <a:pt x="2558" y="8675"/>
                        <a:pt x="2373" y="8720"/>
                        <a:pt x="2195" y="8720"/>
                      </a:cubicBezTo>
                      <a:cubicBezTo>
                        <a:pt x="2158" y="8720"/>
                        <a:pt x="2122" y="8718"/>
                        <a:pt x="2086" y="8714"/>
                      </a:cubicBezTo>
                      <a:cubicBezTo>
                        <a:pt x="2017" y="8714"/>
                        <a:pt x="1970" y="8691"/>
                        <a:pt x="1901" y="8691"/>
                      </a:cubicBezTo>
                      <a:cubicBezTo>
                        <a:pt x="1993" y="8529"/>
                        <a:pt x="2132" y="8390"/>
                        <a:pt x="2295" y="8297"/>
                      </a:cubicBezTo>
                      <a:close/>
                      <a:moveTo>
                        <a:pt x="21739" y="6768"/>
                      </a:moveTo>
                      <a:cubicBezTo>
                        <a:pt x="22040" y="6976"/>
                        <a:pt x="22295" y="7208"/>
                        <a:pt x="22503" y="7486"/>
                      </a:cubicBezTo>
                      <a:cubicBezTo>
                        <a:pt x="23662" y="8992"/>
                        <a:pt x="23477" y="10406"/>
                        <a:pt x="21947" y="11681"/>
                      </a:cubicBezTo>
                      <a:cubicBezTo>
                        <a:pt x="21808" y="11774"/>
                        <a:pt x="21669" y="11866"/>
                        <a:pt x="21507" y="11913"/>
                      </a:cubicBezTo>
                      <a:cubicBezTo>
                        <a:pt x="21600" y="11634"/>
                        <a:pt x="21484" y="11310"/>
                        <a:pt x="21252" y="11148"/>
                      </a:cubicBezTo>
                      <a:cubicBezTo>
                        <a:pt x="22156" y="10290"/>
                        <a:pt x="22782" y="9062"/>
                        <a:pt x="21530" y="7463"/>
                      </a:cubicBezTo>
                      <a:cubicBezTo>
                        <a:pt x="21461" y="7393"/>
                        <a:pt x="21414" y="7324"/>
                        <a:pt x="21345" y="7254"/>
                      </a:cubicBezTo>
                      <a:cubicBezTo>
                        <a:pt x="21507" y="7115"/>
                        <a:pt x="21646" y="6953"/>
                        <a:pt x="21739" y="6768"/>
                      </a:cubicBezTo>
                      <a:close/>
                      <a:moveTo>
                        <a:pt x="2712" y="8761"/>
                      </a:moveTo>
                      <a:lnTo>
                        <a:pt x="2712" y="8761"/>
                      </a:lnTo>
                      <a:cubicBezTo>
                        <a:pt x="2411" y="9572"/>
                        <a:pt x="2503" y="10453"/>
                        <a:pt x="2944" y="11171"/>
                      </a:cubicBezTo>
                      <a:cubicBezTo>
                        <a:pt x="2642" y="11310"/>
                        <a:pt x="2457" y="11634"/>
                        <a:pt x="2457" y="11959"/>
                      </a:cubicBezTo>
                      <a:cubicBezTo>
                        <a:pt x="2225" y="11774"/>
                        <a:pt x="2040" y="11542"/>
                        <a:pt x="1924" y="11287"/>
                      </a:cubicBezTo>
                      <a:cubicBezTo>
                        <a:pt x="1530" y="10522"/>
                        <a:pt x="1484" y="9618"/>
                        <a:pt x="1831" y="8830"/>
                      </a:cubicBezTo>
                      <a:lnTo>
                        <a:pt x="1831" y="8830"/>
                      </a:lnTo>
                      <a:cubicBezTo>
                        <a:pt x="1901" y="8853"/>
                        <a:pt x="1993" y="8877"/>
                        <a:pt x="2086" y="8877"/>
                      </a:cubicBezTo>
                      <a:cubicBezTo>
                        <a:pt x="2295" y="8877"/>
                        <a:pt x="2503" y="8853"/>
                        <a:pt x="2712" y="8761"/>
                      </a:cubicBezTo>
                      <a:close/>
                      <a:moveTo>
                        <a:pt x="9433" y="13187"/>
                      </a:moveTo>
                      <a:lnTo>
                        <a:pt x="9433" y="13187"/>
                      </a:lnTo>
                      <a:cubicBezTo>
                        <a:pt x="9386" y="13280"/>
                        <a:pt x="9363" y="13349"/>
                        <a:pt x="9317" y="13419"/>
                      </a:cubicBezTo>
                      <a:lnTo>
                        <a:pt x="9294" y="13349"/>
                      </a:lnTo>
                      <a:cubicBezTo>
                        <a:pt x="9340" y="13303"/>
                        <a:pt x="9386" y="13234"/>
                        <a:pt x="9433" y="13187"/>
                      </a:cubicBezTo>
                      <a:close/>
                      <a:moveTo>
                        <a:pt x="14415" y="13141"/>
                      </a:moveTo>
                      <a:cubicBezTo>
                        <a:pt x="14508" y="13210"/>
                        <a:pt x="14601" y="13257"/>
                        <a:pt x="14693" y="13303"/>
                      </a:cubicBezTo>
                      <a:cubicBezTo>
                        <a:pt x="14670" y="13396"/>
                        <a:pt x="14670" y="13512"/>
                        <a:pt x="14647" y="13604"/>
                      </a:cubicBezTo>
                      <a:cubicBezTo>
                        <a:pt x="14531" y="13535"/>
                        <a:pt x="14438" y="13442"/>
                        <a:pt x="14323" y="13373"/>
                      </a:cubicBezTo>
                      <a:cubicBezTo>
                        <a:pt x="14369" y="13303"/>
                        <a:pt x="14392" y="13210"/>
                        <a:pt x="14415" y="13141"/>
                      </a:cubicBezTo>
                      <a:close/>
                      <a:moveTo>
                        <a:pt x="18170" y="13210"/>
                      </a:moveTo>
                      <a:cubicBezTo>
                        <a:pt x="18378" y="13419"/>
                        <a:pt x="18633" y="13558"/>
                        <a:pt x="18934" y="13651"/>
                      </a:cubicBezTo>
                      <a:cubicBezTo>
                        <a:pt x="18865" y="13720"/>
                        <a:pt x="18772" y="13767"/>
                        <a:pt x="18680" y="13836"/>
                      </a:cubicBezTo>
                      <a:lnTo>
                        <a:pt x="18680" y="13813"/>
                      </a:lnTo>
                      <a:cubicBezTo>
                        <a:pt x="18170" y="14161"/>
                        <a:pt x="17567" y="14346"/>
                        <a:pt x="16941" y="14346"/>
                      </a:cubicBezTo>
                      <a:cubicBezTo>
                        <a:pt x="16177" y="14323"/>
                        <a:pt x="15412" y="14114"/>
                        <a:pt x="14763" y="13697"/>
                      </a:cubicBezTo>
                      <a:cubicBezTo>
                        <a:pt x="14786" y="13581"/>
                        <a:pt x="14809" y="13488"/>
                        <a:pt x="14832" y="13373"/>
                      </a:cubicBezTo>
                      <a:cubicBezTo>
                        <a:pt x="15314" y="13601"/>
                        <a:pt x="15884" y="13761"/>
                        <a:pt x="16469" y="13761"/>
                      </a:cubicBezTo>
                      <a:cubicBezTo>
                        <a:pt x="17010" y="13761"/>
                        <a:pt x="17565" y="13625"/>
                        <a:pt x="18077" y="13280"/>
                      </a:cubicBezTo>
                      <a:lnTo>
                        <a:pt x="18170" y="13210"/>
                      </a:lnTo>
                      <a:close/>
                      <a:moveTo>
                        <a:pt x="6188" y="13419"/>
                      </a:moveTo>
                      <a:cubicBezTo>
                        <a:pt x="6605" y="13743"/>
                        <a:pt x="7115" y="13929"/>
                        <a:pt x="7625" y="13929"/>
                      </a:cubicBezTo>
                      <a:cubicBezTo>
                        <a:pt x="7682" y="13934"/>
                        <a:pt x="7738" y="13936"/>
                        <a:pt x="7795" y="13936"/>
                      </a:cubicBezTo>
                      <a:cubicBezTo>
                        <a:pt x="8289" y="13936"/>
                        <a:pt x="8759" y="13757"/>
                        <a:pt x="9155" y="13465"/>
                      </a:cubicBezTo>
                      <a:lnTo>
                        <a:pt x="9224" y="13581"/>
                      </a:lnTo>
                      <a:cubicBezTo>
                        <a:pt x="8776" y="14178"/>
                        <a:pt x="8093" y="14540"/>
                        <a:pt x="7355" y="14540"/>
                      </a:cubicBezTo>
                      <a:cubicBezTo>
                        <a:pt x="7291" y="14540"/>
                        <a:pt x="7226" y="14537"/>
                        <a:pt x="7161" y="14531"/>
                      </a:cubicBezTo>
                      <a:cubicBezTo>
                        <a:pt x="6513" y="14508"/>
                        <a:pt x="5887" y="14276"/>
                        <a:pt x="5423" y="13813"/>
                      </a:cubicBezTo>
                      <a:cubicBezTo>
                        <a:pt x="5701" y="13743"/>
                        <a:pt x="5956" y="13604"/>
                        <a:pt x="6188" y="13419"/>
                      </a:cubicBezTo>
                      <a:close/>
                      <a:moveTo>
                        <a:pt x="9618" y="13118"/>
                      </a:moveTo>
                      <a:cubicBezTo>
                        <a:pt x="10119" y="14019"/>
                        <a:pt x="11051" y="14574"/>
                        <a:pt x="12043" y="14574"/>
                      </a:cubicBezTo>
                      <a:cubicBezTo>
                        <a:pt x="12199" y="14574"/>
                        <a:pt x="12357" y="14560"/>
                        <a:pt x="12515" y="14531"/>
                      </a:cubicBezTo>
                      <a:cubicBezTo>
                        <a:pt x="13442" y="14392"/>
                        <a:pt x="13975" y="13975"/>
                        <a:pt x="14253" y="13512"/>
                      </a:cubicBezTo>
                      <a:cubicBezTo>
                        <a:pt x="14369" y="13604"/>
                        <a:pt x="14485" y="13697"/>
                        <a:pt x="14601" y="13767"/>
                      </a:cubicBezTo>
                      <a:cubicBezTo>
                        <a:pt x="14415" y="14230"/>
                        <a:pt x="13929" y="14995"/>
                        <a:pt x="12561" y="15180"/>
                      </a:cubicBezTo>
                      <a:cubicBezTo>
                        <a:pt x="12399" y="15203"/>
                        <a:pt x="12214" y="15227"/>
                        <a:pt x="12051" y="15227"/>
                      </a:cubicBezTo>
                      <a:cubicBezTo>
                        <a:pt x="10939" y="15227"/>
                        <a:pt x="9896" y="14601"/>
                        <a:pt x="9409" y="13581"/>
                      </a:cubicBezTo>
                      <a:cubicBezTo>
                        <a:pt x="9502" y="13442"/>
                        <a:pt x="9572" y="13280"/>
                        <a:pt x="9618" y="13118"/>
                      </a:cubicBezTo>
                      <a:close/>
                      <a:moveTo>
                        <a:pt x="16478" y="1"/>
                      </a:moveTo>
                      <a:cubicBezTo>
                        <a:pt x="15551" y="1"/>
                        <a:pt x="14763" y="696"/>
                        <a:pt x="14346" y="1345"/>
                      </a:cubicBezTo>
                      <a:cubicBezTo>
                        <a:pt x="14045" y="904"/>
                        <a:pt x="13396" y="255"/>
                        <a:pt x="12028" y="93"/>
                      </a:cubicBezTo>
                      <a:lnTo>
                        <a:pt x="11681" y="93"/>
                      </a:lnTo>
                      <a:cubicBezTo>
                        <a:pt x="11658" y="93"/>
                        <a:pt x="11636" y="92"/>
                        <a:pt x="11614" y="92"/>
                      </a:cubicBezTo>
                      <a:cubicBezTo>
                        <a:pt x="10712" y="92"/>
                        <a:pt x="9861" y="553"/>
                        <a:pt x="9386" y="1345"/>
                      </a:cubicBezTo>
                      <a:cubicBezTo>
                        <a:pt x="8980" y="668"/>
                        <a:pt x="8245" y="255"/>
                        <a:pt x="7457" y="255"/>
                      </a:cubicBezTo>
                      <a:cubicBezTo>
                        <a:pt x="7436" y="255"/>
                        <a:pt x="7415" y="255"/>
                        <a:pt x="7393" y="255"/>
                      </a:cubicBezTo>
                      <a:cubicBezTo>
                        <a:pt x="7277" y="255"/>
                        <a:pt x="7161" y="255"/>
                        <a:pt x="7046" y="279"/>
                      </a:cubicBezTo>
                      <a:cubicBezTo>
                        <a:pt x="4728" y="534"/>
                        <a:pt x="4311" y="2202"/>
                        <a:pt x="4288" y="3291"/>
                      </a:cubicBezTo>
                      <a:cubicBezTo>
                        <a:pt x="3963" y="3060"/>
                        <a:pt x="3593" y="2921"/>
                        <a:pt x="3199" y="2921"/>
                      </a:cubicBezTo>
                      <a:cubicBezTo>
                        <a:pt x="2457" y="2921"/>
                        <a:pt x="1669" y="3407"/>
                        <a:pt x="927" y="4357"/>
                      </a:cubicBezTo>
                      <a:cubicBezTo>
                        <a:pt x="255" y="5192"/>
                        <a:pt x="0" y="6072"/>
                        <a:pt x="209" y="6907"/>
                      </a:cubicBezTo>
                      <a:cubicBezTo>
                        <a:pt x="441" y="7695"/>
                        <a:pt x="974" y="8367"/>
                        <a:pt x="1692" y="8738"/>
                      </a:cubicBezTo>
                      <a:cubicBezTo>
                        <a:pt x="1345" y="9595"/>
                        <a:pt x="1368" y="10545"/>
                        <a:pt x="1785" y="11356"/>
                      </a:cubicBezTo>
                      <a:cubicBezTo>
                        <a:pt x="1947" y="11704"/>
                        <a:pt x="2225" y="11982"/>
                        <a:pt x="2526" y="12214"/>
                      </a:cubicBezTo>
                      <a:cubicBezTo>
                        <a:pt x="2824" y="12873"/>
                        <a:pt x="4079" y="13884"/>
                        <a:pt x="5018" y="13884"/>
                      </a:cubicBezTo>
                      <a:cubicBezTo>
                        <a:pt x="5102" y="13884"/>
                        <a:pt x="5183" y="13876"/>
                        <a:pt x="5261" y="13859"/>
                      </a:cubicBezTo>
                      <a:cubicBezTo>
                        <a:pt x="5771" y="14369"/>
                        <a:pt x="6466" y="14670"/>
                        <a:pt x="7185" y="14670"/>
                      </a:cubicBezTo>
                      <a:cubicBezTo>
                        <a:pt x="7250" y="14676"/>
                        <a:pt x="7315" y="14679"/>
                        <a:pt x="7379" y="14679"/>
                      </a:cubicBezTo>
                      <a:cubicBezTo>
                        <a:pt x="8124" y="14679"/>
                        <a:pt x="8848" y="14317"/>
                        <a:pt x="9317" y="13720"/>
                      </a:cubicBezTo>
                      <a:cubicBezTo>
                        <a:pt x="9850" y="14740"/>
                        <a:pt x="10916" y="15366"/>
                        <a:pt x="12075" y="15366"/>
                      </a:cubicBezTo>
                      <a:cubicBezTo>
                        <a:pt x="12237" y="15366"/>
                        <a:pt x="12422" y="15342"/>
                        <a:pt x="12608" y="15319"/>
                      </a:cubicBezTo>
                      <a:cubicBezTo>
                        <a:pt x="14021" y="15134"/>
                        <a:pt x="14554" y="14346"/>
                        <a:pt x="14740" y="13836"/>
                      </a:cubicBezTo>
                      <a:cubicBezTo>
                        <a:pt x="15412" y="14253"/>
                        <a:pt x="16177" y="14462"/>
                        <a:pt x="16965" y="14485"/>
                      </a:cubicBezTo>
                      <a:cubicBezTo>
                        <a:pt x="17613" y="14485"/>
                        <a:pt x="18239" y="14300"/>
                        <a:pt x="18795" y="13952"/>
                      </a:cubicBezTo>
                      <a:cubicBezTo>
                        <a:pt x="18911" y="13859"/>
                        <a:pt x="19050" y="13767"/>
                        <a:pt x="19143" y="13674"/>
                      </a:cubicBezTo>
                      <a:cubicBezTo>
                        <a:pt x="19197" y="13680"/>
                        <a:pt x="19251" y="13683"/>
                        <a:pt x="19306" y="13683"/>
                      </a:cubicBezTo>
                      <a:cubicBezTo>
                        <a:pt x="20301" y="13683"/>
                        <a:pt x="21331" y="12713"/>
                        <a:pt x="21507" y="12098"/>
                      </a:cubicBezTo>
                      <a:cubicBezTo>
                        <a:pt x="21715" y="12028"/>
                        <a:pt x="21901" y="11913"/>
                        <a:pt x="22063" y="11797"/>
                      </a:cubicBezTo>
                      <a:cubicBezTo>
                        <a:pt x="23662" y="10476"/>
                        <a:pt x="23848" y="8969"/>
                        <a:pt x="22619" y="7393"/>
                      </a:cubicBezTo>
                      <a:cubicBezTo>
                        <a:pt x="22411" y="7092"/>
                        <a:pt x="22133" y="6837"/>
                        <a:pt x="21831" y="6629"/>
                      </a:cubicBezTo>
                      <a:cubicBezTo>
                        <a:pt x="22341" y="5493"/>
                        <a:pt x="22040" y="4126"/>
                        <a:pt x="21043" y="3315"/>
                      </a:cubicBezTo>
                      <a:cubicBezTo>
                        <a:pt x="20673" y="2967"/>
                        <a:pt x="20163" y="2758"/>
                        <a:pt x="19653" y="2735"/>
                      </a:cubicBezTo>
                      <a:cubicBezTo>
                        <a:pt x="19468" y="2735"/>
                        <a:pt x="19282" y="2782"/>
                        <a:pt x="19120" y="2828"/>
                      </a:cubicBezTo>
                      <a:cubicBezTo>
                        <a:pt x="18981" y="1785"/>
                        <a:pt x="18378" y="835"/>
                        <a:pt x="17451" y="302"/>
                      </a:cubicBezTo>
                      <a:cubicBezTo>
                        <a:pt x="17150" y="116"/>
                        <a:pt x="16826" y="1"/>
                        <a:pt x="1647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74" name="Google Shape;874;p49"/>
              <p:cNvSpPr/>
              <p:nvPr/>
            </p:nvSpPr>
            <p:spPr>
              <a:xfrm>
                <a:off x="-1230850" y="-4109550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49"/>
              <p:cNvSpPr/>
              <p:nvPr/>
            </p:nvSpPr>
            <p:spPr>
              <a:xfrm>
                <a:off x="-1057775" y="-4083162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49"/>
              <p:cNvSpPr/>
              <p:nvPr/>
            </p:nvSpPr>
            <p:spPr>
              <a:xfrm>
                <a:off x="-872350" y="-4079637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49"/>
              <p:cNvSpPr/>
              <p:nvPr/>
            </p:nvSpPr>
            <p:spPr>
              <a:xfrm>
                <a:off x="-695050" y="-4105437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49"/>
              <p:cNvSpPr/>
              <p:nvPr/>
            </p:nvSpPr>
            <p:spPr>
              <a:xfrm>
                <a:off x="-567900" y="-4035225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49"/>
              <p:cNvSpPr/>
              <p:nvPr/>
            </p:nvSpPr>
            <p:spPr>
              <a:xfrm>
                <a:off x="-598250" y="-3884100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49"/>
              <p:cNvSpPr/>
              <p:nvPr/>
            </p:nvSpPr>
            <p:spPr>
              <a:xfrm>
                <a:off x="-735212" y="-3939237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49"/>
              <p:cNvSpPr/>
              <p:nvPr/>
            </p:nvSpPr>
            <p:spPr>
              <a:xfrm>
                <a:off x="-935162" y="-3939250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49"/>
              <p:cNvSpPr/>
              <p:nvPr/>
            </p:nvSpPr>
            <p:spPr>
              <a:xfrm>
                <a:off x="-1117662" y="-3935162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49"/>
              <p:cNvSpPr/>
              <p:nvPr/>
            </p:nvSpPr>
            <p:spPr>
              <a:xfrm>
                <a:off x="-1238287" y="-3863837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49"/>
              <p:cNvSpPr/>
              <p:nvPr/>
            </p:nvSpPr>
            <p:spPr>
              <a:xfrm>
                <a:off x="-1324850" y="-4008900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49"/>
              <p:cNvSpPr/>
              <p:nvPr/>
            </p:nvSpPr>
            <p:spPr>
              <a:xfrm>
                <a:off x="-1030325" y="-3780675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49"/>
              <p:cNvSpPr/>
              <p:nvPr/>
            </p:nvSpPr>
            <p:spPr>
              <a:xfrm>
                <a:off x="-790275" y="-3775787"/>
                <a:ext cx="90300" cy="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7" name="Google Shape;887;p49"/>
            <p:cNvSpPr/>
            <p:nvPr/>
          </p:nvSpPr>
          <p:spPr>
            <a:xfrm>
              <a:off x="937939" y="-4118313"/>
              <a:ext cx="96982" cy="87862"/>
            </a:xfrm>
            <a:custGeom>
              <a:rect b="b" l="l" r="r" t="t"/>
              <a:pathLst>
                <a:path extrusionOk="0" h="1869" w="2063">
                  <a:moveTo>
                    <a:pt x="1067" y="0"/>
                  </a:moveTo>
                  <a:cubicBezTo>
                    <a:pt x="1041" y="0"/>
                    <a:pt x="1017" y="12"/>
                    <a:pt x="997" y="37"/>
                  </a:cubicBezTo>
                  <a:cubicBezTo>
                    <a:pt x="997" y="37"/>
                    <a:pt x="1" y="1868"/>
                    <a:pt x="1275" y="1868"/>
                  </a:cubicBezTo>
                  <a:cubicBezTo>
                    <a:pt x="1280" y="1868"/>
                    <a:pt x="1284" y="1868"/>
                    <a:pt x="1289" y="1868"/>
                  </a:cubicBezTo>
                  <a:cubicBezTo>
                    <a:pt x="2062" y="1868"/>
                    <a:pt x="1390" y="0"/>
                    <a:pt x="1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49"/>
            <p:cNvSpPr/>
            <p:nvPr/>
          </p:nvSpPr>
          <p:spPr>
            <a:xfrm>
              <a:off x="763626" y="-4092411"/>
              <a:ext cx="97170" cy="88097"/>
            </a:xfrm>
            <a:custGeom>
              <a:rect b="b" l="l" r="r" t="t"/>
              <a:pathLst>
                <a:path extrusionOk="0" h="1874" w="2067">
                  <a:moveTo>
                    <a:pt x="1071" y="0"/>
                  </a:moveTo>
                  <a:cubicBezTo>
                    <a:pt x="1044" y="0"/>
                    <a:pt x="1019" y="14"/>
                    <a:pt x="997" y="43"/>
                  </a:cubicBezTo>
                  <a:cubicBezTo>
                    <a:pt x="997" y="43"/>
                    <a:pt x="1" y="1873"/>
                    <a:pt x="1275" y="1873"/>
                  </a:cubicBezTo>
                  <a:cubicBezTo>
                    <a:pt x="2066" y="1873"/>
                    <a:pt x="1398" y="0"/>
                    <a:pt x="10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49"/>
            <p:cNvSpPr/>
            <p:nvPr/>
          </p:nvSpPr>
          <p:spPr>
            <a:xfrm>
              <a:off x="581698" y="-4094573"/>
              <a:ext cx="97029" cy="88050"/>
            </a:xfrm>
            <a:custGeom>
              <a:rect b="b" l="l" r="r" t="t"/>
              <a:pathLst>
                <a:path extrusionOk="0" h="1873" w="2064">
                  <a:moveTo>
                    <a:pt x="1066" y="0"/>
                  </a:moveTo>
                  <a:cubicBezTo>
                    <a:pt x="1040" y="0"/>
                    <a:pt x="1017" y="13"/>
                    <a:pt x="997" y="42"/>
                  </a:cubicBezTo>
                  <a:cubicBezTo>
                    <a:pt x="997" y="42"/>
                    <a:pt x="0" y="1873"/>
                    <a:pt x="1252" y="1873"/>
                  </a:cubicBezTo>
                  <a:cubicBezTo>
                    <a:pt x="2064" y="1873"/>
                    <a:pt x="1378" y="0"/>
                    <a:pt x="10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49"/>
            <p:cNvSpPr/>
            <p:nvPr/>
          </p:nvSpPr>
          <p:spPr>
            <a:xfrm>
              <a:off x="409547" y="-4128373"/>
              <a:ext cx="97076" cy="88097"/>
            </a:xfrm>
            <a:custGeom>
              <a:rect b="b" l="l" r="r" t="t"/>
              <a:pathLst>
                <a:path extrusionOk="0" h="1874" w="2065">
                  <a:moveTo>
                    <a:pt x="1067" y="1"/>
                  </a:moveTo>
                  <a:cubicBezTo>
                    <a:pt x="1040" y="1"/>
                    <a:pt x="1017" y="14"/>
                    <a:pt x="997" y="43"/>
                  </a:cubicBezTo>
                  <a:cubicBezTo>
                    <a:pt x="997" y="43"/>
                    <a:pt x="1" y="1874"/>
                    <a:pt x="1252" y="1874"/>
                  </a:cubicBezTo>
                  <a:cubicBezTo>
                    <a:pt x="2064" y="1874"/>
                    <a:pt x="1378" y="1"/>
                    <a:pt x="1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49"/>
            <p:cNvSpPr/>
            <p:nvPr/>
          </p:nvSpPr>
          <p:spPr>
            <a:xfrm>
              <a:off x="318019" y="-4019404"/>
              <a:ext cx="97170" cy="88097"/>
            </a:xfrm>
            <a:custGeom>
              <a:rect b="b" l="l" r="r" t="t"/>
              <a:pathLst>
                <a:path extrusionOk="0" h="1874" w="2067">
                  <a:moveTo>
                    <a:pt x="1072" y="0"/>
                  </a:moveTo>
                  <a:cubicBezTo>
                    <a:pt x="1044" y="0"/>
                    <a:pt x="1019" y="13"/>
                    <a:pt x="997" y="42"/>
                  </a:cubicBezTo>
                  <a:cubicBezTo>
                    <a:pt x="997" y="42"/>
                    <a:pt x="1" y="1873"/>
                    <a:pt x="1275" y="1873"/>
                  </a:cubicBezTo>
                  <a:cubicBezTo>
                    <a:pt x="2066" y="1873"/>
                    <a:pt x="1398" y="0"/>
                    <a:pt x="10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49"/>
            <p:cNvSpPr/>
            <p:nvPr/>
          </p:nvSpPr>
          <p:spPr>
            <a:xfrm>
              <a:off x="520679" y="-3948372"/>
              <a:ext cx="97217" cy="87862"/>
            </a:xfrm>
            <a:custGeom>
              <a:rect b="b" l="l" r="r" t="t"/>
              <a:pathLst>
                <a:path extrusionOk="0" h="1869" w="2068">
                  <a:moveTo>
                    <a:pt x="1067" y="0"/>
                  </a:moveTo>
                  <a:cubicBezTo>
                    <a:pt x="1041" y="0"/>
                    <a:pt x="1018" y="12"/>
                    <a:pt x="997" y="38"/>
                  </a:cubicBezTo>
                  <a:cubicBezTo>
                    <a:pt x="997" y="38"/>
                    <a:pt x="0" y="1868"/>
                    <a:pt x="1252" y="1868"/>
                  </a:cubicBezTo>
                  <a:cubicBezTo>
                    <a:pt x="2067" y="1868"/>
                    <a:pt x="1392" y="0"/>
                    <a:pt x="1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49"/>
            <p:cNvSpPr/>
            <p:nvPr/>
          </p:nvSpPr>
          <p:spPr>
            <a:xfrm>
              <a:off x="399769" y="-3873438"/>
              <a:ext cx="97123" cy="88097"/>
            </a:xfrm>
            <a:custGeom>
              <a:rect b="b" l="l" r="r" t="t"/>
              <a:pathLst>
                <a:path extrusionOk="0" h="1874" w="2066">
                  <a:moveTo>
                    <a:pt x="1071" y="1"/>
                  </a:moveTo>
                  <a:cubicBezTo>
                    <a:pt x="1043" y="1"/>
                    <a:pt x="1018" y="14"/>
                    <a:pt x="997" y="43"/>
                  </a:cubicBezTo>
                  <a:cubicBezTo>
                    <a:pt x="997" y="43"/>
                    <a:pt x="0" y="1874"/>
                    <a:pt x="1275" y="1874"/>
                  </a:cubicBezTo>
                  <a:cubicBezTo>
                    <a:pt x="2066" y="1874"/>
                    <a:pt x="1397" y="1"/>
                    <a:pt x="10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49"/>
            <p:cNvSpPr/>
            <p:nvPr/>
          </p:nvSpPr>
          <p:spPr>
            <a:xfrm>
              <a:off x="704817" y="-3946445"/>
              <a:ext cx="97123" cy="88097"/>
            </a:xfrm>
            <a:custGeom>
              <a:rect b="b" l="l" r="r" t="t"/>
              <a:pathLst>
                <a:path extrusionOk="0" h="1874" w="2066">
                  <a:moveTo>
                    <a:pt x="1071" y="1"/>
                  </a:moveTo>
                  <a:cubicBezTo>
                    <a:pt x="1043" y="1"/>
                    <a:pt x="1018" y="14"/>
                    <a:pt x="997" y="43"/>
                  </a:cubicBezTo>
                  <a:cubicBezTo>
                    <a:pt x="997" y="43"/>
                    <a:pt x="0" y="1874"/>
                    <a:pt x="1275" y="1874"/>
                  </a:cubicBezTo>
                  <a:cubicBezTo>
                    <a:pt x="2066" y="1874"/>
                    <a:pt x="1398" y="1"/>
                    <a:pt x="10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49"/>
            <p:cNvSpPr/>
            <p:nvPr/>
          </p:nvSpPr>
          <p:spPr>
            <a:xfrm>
              <a:off x="899814" y="-3952744"/>
              <a:ext cx="96182" cy="87862"/>
            </a:xfrm>
            <a:custGeom>
              <a:rect b="b" l="l" r="r" t="t"/>
              <a:pathLst>
                <a:path extrusionOk="0" h="1869" w="2046">
                  <a:moveTo>
                    <a:pt x="1062" y="0"/>
                  </a:moveTo>
                  <a:cubicBezTo>
                    <a:pt x="1038" y="0"/>
                    <a:pt x="1016" y="12"/>
                    <a:pt x="997" y="38"/>
                  </a:cubicBezTo>
                  <a:cubicBezTo>
                    <a:pt x="997" y="38"/>
                    <a:pt x="0" y="1869"/>
                    <a:pt x="1252" y="1869"/>
                  </a:cubicBezTo>
                  <a:cubicBezTo>
                    <a:pt x="2046" y="1869"/>
                    <a:pt x="1369" y="0"/>
                    <a:pt x="10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49"/>
            <p:cNvSpPr/>
            <p:nvPr/>
          </p:nvSpPr>
          <p:spPr>
            <a:xfrm>
              <a:off x="1071965" y="-4044461"/>
              <a:ext cx="97029" cy="88097"/>
            </a:xfrm>
            <a:custGeom>
              <a:rect b="b" l="l" r="r" t="t"/>
              <a:pathLst>
                <a:path extrusionOk="0" h="1874" w="2064">
                  <a:moveTo>
                    <a:pt x="1066" y="0"/>
                  </a:moveTo>
                  <a:cubicBezTo>
                    <a:pt x="1040" y="0"/>
                    <a:pt x="1016" y="13"/>
                    <a:pt x="997" y="42"/>
                  </a:cubicBezTo>
                  <a:cubicBezTo>
                    <a:pt x="997" y="42"/>
                    <a:pt x="0" y="1873"/>
                    <a:pt x="1252" y="1873"/>
                  </a:cubicBezTo>
                  <a:cubicBezTo>
                    <a:pt x="2064" y="1873"/>
                    <a:pt x="1378" y="0"/>
                    <a:pt x="10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49"/>
            <p:cNvSpPr/>
            <p:nvPr/>
          </p:nvSpPr>
          <p:spPr>
            <a:xfrm>
              <a:off x="1041455" y="-3895016"/>
              <a:ext cx="96182" cy="87909"/>
            </a:xfrm>
            <a:custGeom>
              <a:rect b="b" l="l" r="r" t="t"/>
              <a:pathLst>
                <a:path extrusionOk="0" h="1870" w="2046">
                  <a:moveTo>
                    <a:pt x="1044" y="1"/>
                  </a:moveTo>
                  <a:cubicBezTo>
                    <a:pt x="1018" y="1"/>
                    <a:pt x="994" y="13"/>
                    <a:pt x="974" y="38"/>
                  </a:cubicBezTo>
                  <a:cubicBezTo>
                    <a:pt x="974" y="38"/>
                    <a:pt x="0" y="1869"/>
                    <a:pt x="1252" y="1869"/>
                  </a:cubicBezTo>
                  <a:cubicBezTo>
                    <a:pt x="2046" y="1869"/>
                    <a:pt x="1369" y="1"/>
                    <a:pt x="10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49"/>
            <p:cNvSpPr/>
            <p:nvPr/>
          </p:nvSpPr>
          <p:spPr>
            <a:xfrm>
              <a:off x="843167" y="-3791500"/>
              <a:ext cx="97217" cy="88943"/>
            </a:xfrm>
            <a:custGeom>
              <a:rect b="b" l="l" r="r" t="t"/>
              <a:pathLst>
                <a:path extrusionOk="0" h="1892" w="2068">
                  <a:moveTo>
                    <a:pt x="1062" y="1"/>
                  </a:moveTo>
                  <a:cubicBezTo>
                    <a:pt x="1037" y="1"/>
                    <a:pt x="1015" y="12"/>
                    <a:pt x="997" y="38"/>
                  </a:cubicBezTo>
                  <a:cubicBezTo>
                    <a:pt x="997" y="38"/>
                    <a:pt x="0" y="1892"/>
                    <a:pt x="1252" y="1892"/>
                  </a:cubicBezTo>
                  <a:cubicBezTo>
                    <a:pt x="2068" y="1892"/>
                    <a:pt x="1371" y="1"/>
                    <a:pt x="10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49"/>
            <p:cNvSpPr/>
            <p:nvPr/>
          </p:nvSpPr>
          <p:spPr>
            <a:xfrm>
              <a:off x="608916" y="-3794790"/>
              <a:ext cx="96229" cy="87909"/>
            </a:xfrm>
            <a:custGeom>
              <a:rect b="b" l="l" r="r" t="t"/>
              <a:pathLst>
                <a:path extrusionOk="0" h="1870" w="2047">
                  <a:moveTo>
                    <a:pt x="1044" y="1"/>
                  </a:moveTo>
                  <a:cubicBezTo>
                    <a:pt x="1018" y="1"/>
                    <a:pt x="995" y="13"/>
                    <a:pt x="974" y="38"/>
                  </a:cubicBezTo>
                  <a:cubicBezTo>
                    <a:pt x="974" y="38"/>
                    <a:pt x="1" y="1869"/>
                    <a:pt x="1252" y="1869"/>
                  </a:cubicBezTo>
                  <a:cubicBezTo>
                    <a:pt x="2046" y="1869"/>
                    <a:pt x="1369" y="1"/>
                    <a:pt x="10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49"/>
            <p:cNvSpPr/>
            <p:nvPr/>
          </p:nvSpPr>
          <p:spPr>
            <a:xfrm>
              <a:off x="230580" y="-4804518"/>
              <a:ext cx="1054951" cy="645964"/>
            </a:xfrm>
            <a:custGeom>
              <a:rect b="b" l="l" r="r" t="t"/>
              <a:pathLst>
                <a:path extrusionOk="0" h="13741" w="22441">
                  <a:moveTo>
                    <a:pt x="15573" y="0"/>
                  </a:moveTo>
                  <a:cubicBezTo>
                    <a:pt x="14747" y="0"/>
                    <a:pt x="14023" y="663"/>
                    <a:pt x="13641" y="1285"/>
                  </a:cubicBezTo>
                  <a:lnTo>
                    <a:pt x="13641" y="1285"/>
                  </a:lnTo>
                  <a:cubicBezTo>
                    <a:pt x="13351" y="763"/>
                    <a:pt x="12708" y="222"/>
                    <a:pt x="11548" y="103"/>
                  </a:cubicBezTo>
                  <a:cubicBezTo>
                    <a:pt x="11439" y="91"/>
                    <a:pt x="11333" y="86"/>
                    <a:pt x="11231" y="86"/>
                  </a:cubicBezTo>
                  <a:cubicBezTo>
                    <a:pt x="10211" y="86"/>
                    <a:pt x="9541" y="659"/>
                    <a:pt x="9175" y="1281"/>
                  </a:cubicBezTo>
                  <a:lnTo>
                    <a:pt x="9175" y="1281"/>
                  </a:lnTo>
                  <a:cubicBezTo>
                    <a:pt x="8871" y="722"/>
                    <a:pt x="8284" y="226"/>
                    <a:pt x="7354" y="226"/>
                  </a:cubicBezTo>
                  <a:cubicBezTo>
                    <a:pt x="7257" y="226"/>
                    <a:pt x="7156" y="231"/>
                    <a:pt x="7052" y="243"/>
                  </a:cubicBezTo>
                  <a:cubicBezTo>
                    <a:pt x="4899" y="495"/>
                    <a:pt x="4614" y="2151"/>
                    <a:pt x="4619" y="3040"/>
                  </a:cubicBezTo>
                  <a:lnTo>
                    <a:pt x="4619" y="3040"/>
                  </a:lnTo>
                  <a:cubicBezTo>
                    <a:pt x="4350" y="2809"/>
                    <a:pt x="3993" y="2631"/>
                    <a:pt x="3569" y="2631"/>
                  </a:cubicBezTo>
                  <a:cubicBezTo>
                    <a:pt x="3002" y="2631"/>
                    <a:pt x="2316" y="2949"/>
                    <a:pt x="1560" y="3881"/>
                  </a:cubicBezTo>
                  <a:cubicBezTo>
                    <a:pt x="1" y="5850"/>
                    <a:pt x="1492" y="7420"/>
                    <a:pt x="2305" y="7771"/>
                  </a:cubicBezTo>
                  <a:lnTo>
                    <a:pt x="2305" y="7771"/>
                  </a:lnTo>
                  <a:cubicBezTo>
                    <a:pt x="1739" y="8796"/>
                    <a:pt x="2095" y="10966"/>
                    <a:pt x="3808" y="11158"/>
                  </a:cubicBezTo>
                  <a:cubicBezTo>
                    <a:pt x="3965" y="11176"/>
                    <a:pt x="4112" y="11184"/>
                    <a:pt x="4248" y="11184"/>
                  </a:cubicBezTo>
                  <a:cubicBezTo>
                    <a:pt x="4460" y="11184"/>
                    <a:pt x="4646" y="11164"/>
                    <a:pt x="4808" y="11129"/>
                  </a:cubicBezTo>
                  <a:lnTo>
                    <a:pt x="4808" y="11129"/>
                  </a:lnTo>
                  <a:cubicBezTo>
                    <a:pt x="5004" y="12019"/>
                    <a:pt x="5766" y="13077"/>
                    <a:pt x="7168" y="13105"/>
                  </a:cubicBezTo>
                  <a:cubicBezTo>
                    <a:pt x="7199" y="13106"/>
                    <a:pt x="7230" y="13106"/>
                    <a:pt x="7260" y="13106"/>
                  </a:cubicBezTo>
                  <a:cubicBezTo>
                    <a:pt x="8185" y="13106"/>
                    <a:pt x="8775" y="12681"/>
                    <a:pt x="9100" y="12191"/>
                  </a:cubicBezTo>
                  <a:lnTo>
                    <a:pt x="9100" y="12191"/>
                  </a:lnTo>
                  <a:cubicBezTo>
                    <a:pt x="9487" y="12958"/>
                    <a:pt x="10298" y="13741"/>
                    <a:pt x="11570" y="13741"/>
                  </a:cubicBezTo>
                  <a:cubicBezTo>
                    <a:pt x="11718" y="13741"/>
                    <a:pt x="11873" y="13730"/>
                    <a:pt x="12035" y="13707"/>
                  </a:cubicBezTo>
                  <a:cubicBezTo>
                    <a:pt x="13189" y="13537"/>
                    <a:pt x="13745" y="12926"/>
                    <a:pt x="13941" y="12314"/>
                  </a:cubicBezTo>
                  <a:lnTo>
                    <a:pt x="13941" y="12314"/>
                  </a:lnTo>
                  <a:cubicBezTo>
                    <a:pt x="14478" y="12667"/>
                    <a:pt x="15223" y="12939"/>
                    <a:pt x="15995" y="12939"/>
                  </a:cubicBezTo>
                  <a:cubicBezTo>
                    <a:pt x="16545" y="12939"/>
                    <a:pt x="17108" y="12801"/>
                    <a:pt x="17620" y="12456"/>
                  </a:cubicBezTo>
                  <a:cubicBezTo>
                    <a:pt x="18452" y="11904"/>
                    <a:pt x="18744" y="11331"/>
                    <a:pt x="18756" y="10872"/>
                  </a:cubicBezTo>
                  <a:lnTo>
                    <a:pt x="18756" y="10872"/>
                  </a:lnTo>
                  <a:cubicBezTo>
                    <a:pt x="18915" y="10896"/>
                    <a:pt x="19081" y="10910"/>
                    <a:pt x="19248" y="10910"/>
                  </a:cubicBezTo>
                  <a:cubicBezTo>
                    <a:pt x="19729" y="10910"/>
                    <a:pt x="20221" y="10797"/>
                    <a:pt x="20563" y="10509"/>
                  </a:cubicBezTo>
                  <a:cubicBezTo>
                    <a:pt x="21583" y="9675"/>
                    <a:pt x="22440" y="8377"/>
                    <a:pt x="21073" y="6639"/>
                  </a:cubicBezTo>
                  <a:cubicBezTo>
                    <a:pt x="20806" y="6295"/>
                    <a:pt x="20550" y="6070"/>
                    <a:pt x="20316" y="5934"/>
                  </a:cubicBezTo>
                  <a:lnTo>
                    <a:pt x="20316" y="5934"/>
                  </a:lnTo>
                  <a:cubicBezTo>
                    <a:pt x="20696" y="5174"/>
                    <a:pt x="20729" y="3871"/>
                    <a:pt x="19659" y="2977"/>
                  </a:cubicBezTo>
                  <a:cubicBezTo>
                    <a:pt x="19218" y="2608"/>
                    <a:pt x="18800" y="2470"/>
                    <a:pt x="18438" y="2470"/>
                  </a:cubicBezTo>
                  <a:cubicBezTo>
                    <a:pt x="18239" y="2470"/>
                    <a:pt x="18057" y="2511"/>
                    <a:pt x="17897" y="2579"/>
                  </a:cubicBezTo>
                  <a:lnTo>
                    <a:pt x="17897" y="2579"/>
                  </a:lnTo>
                  <a:cubicBezTo>
                    <a:pt x="17818" y="1801"/>
                    <a:pt x="17388" y="814"/>
                    <a:pt x="16415" y="243"/>
                  </a:cubicBezTo>
                  <a:cubicBezTo>
                    <a:pt x="16129" y="72"/>
                    <a:pt x="15845" y="0"/>
                    <a:pt x="15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49"/>
            <p:cNvSpPr/>
            <p:nvPr/>
          </p:nvSpPr>
          <p:spPr>
            <a:xfrm>
              <a:off x="208015" y="-4842173"/>
              <a:ext cx="1122176" cy="722356"/>
            </a:xfrm>
            <a:custGeom>
              <a:rect b="b" l="l" r="r" t="t"/>
              <a:pathLst>
                <a:path extrusionOk="0" h="15366" w="23871">
                  <a:moveTo>
                    <a:pt x="14346" y="1646"/>
                  </a:moveTo>
                  <a:cubicBezTo>
                    <a:pt x="14485" y="1901"/>
                    <a:pt x="14531" y="2202"/>
                    <a:pt x="14415" y="2480"/>
                  </a:cubicBezTo>
                  <a:cubicBezTo>
                    <a:pt x="14384" y="2533"/>
                    <a:pt x="14334" y="2557"/>
                    <a:pt x="14284" y="2557"/>
                  </a:cubicBezTo>
                  <a:cubicBezTo>
                    <a:pt x="14223" y="2557"/>
                    <a:pt x="14162" y="2521"/>
                    <a:pt x="14137" y="2457"/>
                  </a:cubicBezTo>
                  <a:cubicBezTo>
                    <a:pt x="14114" y="2156"/>
                    <a:pt x="14183" y="1878"/>
                    <a:pt x="14346" y="1646"/>
                  </a:cubicBezTo>
                  <a:close/>
                  <a:moveTo>
                    <a:pt x="9409" y="1646"/>
                  </a:moveTo>
                  <a:cubicBezTo>
                    <a:pt x="9618" y="2040"/>
                    <a:pt x="9664" y="2504"/>
                    <a:pt x="9525" y="2944"/>
                  </a:cubicBezTo>
                  <a:cubicBezTo>
                    <a:pt x="9502" y="3013"/>
                    <a:pt x="9409" y="3083"/>
                    <a:pt x="9340" y="3106"/>
                  </a:cubicBezTo>
                  <a:cubicBezTo>
                    <a:pt x="9270" y="3106"/>
                    <a:pt x="9201" y="3060"/>
                    <a:pt x="9178" y="3013"/>
                  </a:cubicBezTo>
                  <a:cubicBezTo>
                    <a:pt x="9038" y="2805"/>
                    <a:pt x="9108" y="2225"/>
                    <a:pt x="9409" y="1646"/>
                  </a:cubicBezTo>
                  <a:close/>
                  <a:moveTo>
                    <a:pt x="19004" y="3037"/>
                  </a:moveTo>
                  <a:lnTo>
                    <a:pt x="19004" y="3037"/>
                  </a:lnTo>
                  <a:cubicBezTo>
                    <a:pt x="19050" y="3384"/>
                    <a:pt x="18981" y="3755"/>
                    <a:pt x="18795" y="4033"/>
                  </a:cubicBezTo>
                  <a:cubicBezTo>
                    <a:pt x="18742" y="4104"/>
                    <a:pt x="18662" y="4134"/>
                    <a:pt x="18586" y="4134"/>
                  </a:cubicBezTo>
                  <a:cubicBezTo>
                    <a:pt x="18562" y="4134"/>
                    <a:pt x="18539" y="4131"/>
                    <a:pt x="18517" y="4126"/>
                  </a:cubicBezTo>
                  <a:cubicBezTo>
                    <a:pt x="18424" y="4126"/>
                    <a:pt x="18332" y="4033"/>
                    <a:pt x="18332" y="3917"/>
                  </a:cubicBezTo>
                  <a:cubicBezTo>
                    <a:pt x="18309" y="3662"/>
                    <a:pt x="18563" y="3268"/>
                    <a:pt x="19004" y="3060"/>
                  </a:cubicBezTo>
                  <a:lnTo>
                    <a:pt x="19004" y="3037"/>
                  </a:lnTo>
                  <a:close/>
                  <a:moveTo>
                    <a:pt x="4450" y="3639"/>
                  </a:moveTo>
                  <a:lnTo>
                    <a:pt x="4450" y="3639"/>
                  </a:lnTo>
                  <a:cubicBezTo>
                    <a:pt x="4682" y="3848"/>
                    <a:pt x="4844" y="4149"/>
                    <a:pt x="4890" y="4473"/>
                  </a:cubicBezTo>
                  <a:cubicBezTo>
                    <a:pt x="4867" y="4497"/>
                    <a:pt x="4867" y="4520"/>
                    <a:pt x="4867" y="4520"/>
                  </a:cubicBezTo>
                  <a:cubicBezTo>
                    <a:pt x="4844" y="4543"/>
                    <a:pt x="4797" y="4543"/>
                    <a:pt x="4774" y="4543"/>
                  </a:cubicBezTo>
                  <a:cubicBezTo>
                    <a:pt x="4589" y="4543"/>
                    <a:pt x="4496" y="4172"/>
                    <a:pt x="4473" y="4033"/>
                  </a:cubicBezTo>
                  <a:cubicBezTo>
                    <a:pt x="4450" y="3894"/>
                    <a:pt x="4450" y="3778"/>
                    <a:pt x="4450" y="3639"/>
                  </a:cubicBezTo>
                  <a:close/>
                  <a:moveTo>
                    <a:pt x="21009" y="6528"/>
                  </a:moveTo>
                  <a:cubicBezTo>
                    <a:pt x="21036" y="6528"/>
                    <a:pt x="21063" y="6531"/>
                    <a:pt x="21090" y="6536"/>
                  </a:cubicBezTo>
                  <a:cubicBezTo>
                    <a:pt x="21275" y="6536"/>
                    <a:pt x="21484" y="6582"/>
                    <a:pt x="21646" y="6675"/>
                  </a:cubicBezTo>
                  <a:cubicBezTo>
                    <a:pt x="21428" y="7031"/>
                    <a:pt x="21177" y="7252"/>
                    <a:pt x="20936" y="7252"/>
                  </a:cubicBezTo>
                  <a:cubicBezTo>
                    <a:pt x="20894" y="7252"/>
                    <a:pt x="20853" y="7245"/>
                    <a:pt x="20811" y="7231"/>
                  </a:cubicBezTo>
                  <a:cubicBezTo>
                    <a:pt x="20626" y="7185"/>
                    <a:pt x="20533" y="7023"/>
                    <a:pt x="20557" y="6884"/>
                  </a:cubicBezTo>
                  <a:cubicBezTo>
                    <a:pt x="20618" y="6679"/>
                    <a:pt x="20806" y="6528"/>
                    <a:pt x="21009" y="6528"/>
                  </a:cubicBezTo>
                  <a:close/>
                  <a:moveTo>
                    <a:pt x="2657" y="8203"/>
                  </a:moveTo>
                  <a:cubicBezTo>
                    <a:pt x="2675" y="8203"/>
                    <a:pt x="2693" y="8203"/>
                    <a:pt x="2712" y="8205"/>
                  </a:cubicBezTo>
                  <a:cubicBezTo>
                    <a:pt x="2897" y="8205"/>
                    <a:pt x="3013" y="8251"/>
                    <a:pt x="3013" y="8321"/>
                  </a:cubicBezTo>
                  <a:cubicBezTo>
                    <a:pt x="2991" y="8454"/>
                    <a:pt x="2650" y="8693"/>
                    <a:pt x="2174" y="8693"/>
                  </a:cubicBezTo>
                  <a:cubicBezTo>
                    <a:pt x="2153" y="8693"/>
                    <a:pt x="2131" y="8692"/>
                    <a:pt x="2109" y="8691"/>
                  </a:cubicBezTo>
                  <a:cubicBezTo>
                    <a:pt x="2040" y="8691"/>
                    <a:pt x="1993" y="8691"/>
                    <a:pt x="1924" y="8668"/>
                  </a:cubicBezTo>
                  <a:cubicBezTo>
                    <a:pt x="2077" y="8384"/>
                    <a:pt x="2354" y="8203"/>
                    <a:pt x="2657" y="8203"/>
                  </a:cubicBezTo>
                  <a:close/>
                  <a:moveTo>
                    <a:pt x="19259" y="11171"/>
                  </a:moveTo>
                  <a:cubicBezTo>
                    <a:pt x="19398" y="11171"/>
                    <a:pt x="19560" y="11264"/>
                    <a:pt x="19653" y="11380"/>
                  </a:cubicBezTo>
                  <a:cubicBezTo>
                    <a:pt x="19815" y="11542"/>
                    <a:pt x="19908" y="11774"/>
                    <a:pt x="19931" y="12029"/>
                  </a:cubicBezTo>
                  <a:cubicBezTo>
                    <a:pt x="19398" y="11913"/>
                    <a:pt x="18981" y="11704"/>
                    <a:pt x="18911" y="11496"/>
                  </a:cubicBezTo>
                  <a:cubicBezTo>
                    <a:pt x="18888" y="11426"/>
                    <a:pt x="18911" y="11333"/>
                    <a:pt x="18981" y="11287"/>
                  </a:cubicBezTo>
                  <a:cubicBezTo>
                    <a:pt x="19050" y="11217"/>
                    <a:pt x="19143" y="11171"/>
                    <a:pt x="19259" y="11171"/>
                  </a:cubicBezTo>
                  <a:close/>
                  <a:moveTo>
                    <a:pt x="5161" y="11123"/>
                  </a:moveTo>
                  <a:cubicBezTo>
                    <a:pt x="5351" y="11123"/>
                    <a:pt x="5494" y="11277"/>
                    <a:pt x="5516" y="11472"/>
                  </a:cubicBezTo>
                  <a:cubicBezTo>
                    <a:pt x="5539" y="11774"/>
                    <a:pt x="5284" y="12168"/>
                    <a:pt x="4658" y="12330"/>
                  </a:cubicBezTo>
                  <a:cubicBezTo>
                    <a:pt x="4519" y="11727"/>
                    <a:pt x="4658" y="11217"/>
                    <a:pt x="4983" y="11148"/>
                  </a:cubicBezTo>
                  <a:cubicBezTo>
                    <a:pt x="5029" y="11148"/>
                    <a:pt x="5076" y="11125"/>
                    <a:pt x="5122" y="11125"/>
                  </a:cubicBezTo>
                  <a:cubicBezTo>
                    <a:pt x="5135" y="11123"/>
                    <a:pt x="5148" y="11123"/>
                    <a:pt x="5161" y="11123"/>
                  </a:cubicBezTo>
                  <a:close/>
                  <a:moveTo>
                    <a:pt x="9363" y="12029"/>
                  </a:moveTo>
                  <a:cubicBezTo>
                    <a:pt x="9432" y="12029"/>
                    <a:pt x="9502" y="12075"/>
                    <a:pt x="9548" y="12144"/>
                  </a:cubicBezTo>
                  <a:cubicBezTo>
                    <a:pt x="9664" y="12399"/>
                    <a:pt x="9641" y="12909"/>
                    <a:pt x="9340" y="13396"/>
                  </a:cubicBezTo>
                  <a:cubicBezTo>
                    <a:pt x="9085" y="12840"/>
                    <a:pt x="9062" y="12376"/>
                    <a:pt x="9178" y="12168"/>
                  </a:cubicBezTo>
                  <a:cubicBezTo>
                    <a:pt x="9201" y="12098"/>
                    <a:pt x="9247" y="12052"/>
                    <a:pt x="9317" y="12029"/>
                  </a:cubicBezTo>
                  <a:close/>
                  <a:moveTo>
                    <a:pt x="14253" y="12168"/>
                  </a:moveTo>
                  <a:cubicBezTo>
                    <a:pt x="14346" y="12191"/>
                    <a:pt x="14461" y="12260"/>
                    <a:pt x="14508" y="12353"/>
                  </a:cubicBezTo>
                  <a:cubicBezTo>
                    <a:pt x="14740" y="12724"/>
                    <a:pt x="14786" y="13164"/>
                    <a:pt x="14647" y="13581"/>
                  </a:cubicBezTo>
                  <a:cubicBezTo>
                    <a:pt x="14183" y="13257"/>
                    <a:pt x="13905" y="12886"/>
                    <a:pt x="13882" y="12608"/>
                  </a:cubicBezTo>
                  <a:cubicBezTo>
                    <a:pt x="13859" y="12492"/>
                    <a:pt x="13905" y="12376"/>
                    <a:pt x="13998" y="12283"/>
                  </a:cubicBezTo>
                  <a:cubicBezTo>
                    <a:pt x="14068" y="12214"/>
                    <a:pt x="14160" y="12191"/>
                    <a:pt x="14253" y="12168"/>
                  </a:cubicBezTo>
                  <a:close/>
                  <a:moveTo>
                    <a:pt x="16524" y="163"/>
                  </a:moveTo>
                  <a:cubicBezTo>
                    <a:pt x="16825" y="163"/>
                    <a:pt x="17150" y="256"/>
                    <a:pt x="17428" y="418"/>
                  </a:cubicBezTo>
                  <a:cubicBezTo>
                    <a:pt x="18309" y="951"/>
                    <a:pt x="18888" y="1855"/>
                    <a:pt x="19027" y="2898"/>
                  </a:cubicBezTo>
                  <a:cubicBezTo>
                    <a:pt x="18494" y="3129"/>
                    <a:pt x="18193" y="3616"/>
                    <a:pt x="18216" y="3940"/>
                  </a:cubicBezTo>
                  <a:cubicBezTo>
                    <a:pt x="18216" y="4103"/>
                    <a:pt x="18332" y="4242"/>
                    <a:pt x="18494" y="4288"/>
                  </a:cubicBezTo>
                  <a:lnTo>
                    <a:pt x="18610" y="4288"/>
                  </a:lnTo>
                  <a:cubicBezTo>
                    <a:pt x="18726" y="4288"/>
                    <a:pt x="18842" y="4219"/>
                    <a:pt x="18934" y="4126"/>
                  </a:cubicBezTo>
                  <a:cubicBezTo>
                    <a:pt x="19143" y="3801"/>
                    <a:pt x="19236" y="3384"/>
                    <a:pt x="19166" y="2967"/>
                  </a:cubicBezTo>
                  <a:cubicBezTo>
                    <a:pt x="19328" y="2921"/>
                    <a:pt x="19514" y="2874"/>
                    <a:pt x="19676" y="2874"/>
                  </a:cubicBezTo>
                  <a:cubicBezTo>
                    <a:pt x="20163" y="2898"/>
                    <a:pt x="20626" y="3106"/>
                    <a:pt x="20974" y="3431"/>
                  </a:cubicBezTo>
                  <a:cubicBezTo>
                    <a:pt x="21901" y="4172"/>
                    <a:pt x="22202" y="5447"/>
                    <a:pt x="21715" y="6536"/>
                  </a:cubicBezTo>
                  <a:cubicBezTo>
                    <a:pt x="21530" y="6443"/>
                    <a:pt x="21321" y="6374"/>
                    <a:pt x="21113" y="6374"/>
                  </a:cubicBezTo>
                  <a:cubicBezTo>
                    <a:pt x="21095" y="6373"/>
                    <a:pt x="21076" y="6372"/>
                    <a:pt x="21058" y="6372"/>
                  </a:cubicBezTo>
                  <a:cubicBezTo>
                    <a:pt x="20755" y="6372"/>
                    <a:pt x="20482" y="6554"/>
                    <a:pt x="20394" y="6860"/>
                  </a:cubicBezTo>
                  <a:cubicBezTo>
                    <a:pt x="20371" y="7092"/>
                    <a:pt x="20533" y="7324"/>
                    <a:pt x="20765" y="7370"/>
                  </a:cubicBezTo>
                  <a:cubicBezTo>
                    <a:pt x="20829" y="7396"/>
                    <a:pt x="20894" y="7408"/>
                    <a:pt x="20960" y="7408"/>
                  </a:cubicBezTo>
                  <a:cubicBezTo>
                    <a:pt x="21253" y="7408"/>
                    <a:pt x="21558" y="7165"/>
                    <a:pt x="21785" y="6768"/>
                  </a:cubicBezTo>
                  <a:cubicBezTo>
                    <a:pt x="22063" y="6953"/>
                    <a:pt x="22318" y="7185"/>
                    <a:pt x="22526" y="7463"/>
                  </a:cubicBezTo>
                  <a:cubicBezTo>
                    <a:pt x="23708" y="8969"/>
                    <a:pt x="23523" y="10383"/>
                    <a:pt x="21993" y="11658"/>
                  </a:cubicBezTo>
                  <a:cubicBezTo>
                    <a:pt x="21606" y="11938"/>
                    <a:pt x="21159" y="12077"/>
                    <a:pt x="20689" y="12077"/>
                  </a:cubicBezTo>
                  <a:cubicBezTo>
                    <a:pt x="20652" y="12077"/>
                    <a:pt x="20616" y="12077"/>
                    <a:pt x="20580" y="12075"/>
                  </a:cubicBezTo>
                  <a:cubicBezTo>
                    <a:pt x="20418" y="12075"/>
                    <a:pt x="20255" y="12075"/>
                    <a:pt x="20116" y="12052"/>
                  </a:cubicBezTo>
                  <a:cubicBezTo>
                    <a:pt x="20093" y="11750"/>
                    <a:pt x="20000" y="11472"/>
                    <a:pt x="19792" y="11264"/>
                  </a:cubicBezTo>
                  <a:cubicBezTo>
                    <a:pt x="19660" y="11106"/>
                    <a:pt x="19469" y="11023"/>
                    <a:pt x="19281" y="11023"/>
                  </a:cubicBezTo>
                  <a:cubicBezTo>
                    <a:pt x="19139" y="11023"/>
                    <a:pt x="18998" y="11071"/>
                    <a:pt x="18888" y="11171"/>
                  </a:cubicBezTo>
                  <a:cubicBezTo>
                    <a:pt x="18772" y="11264"/>
                    <a:pt x="18726" y="11426"/>
                    <a:pt x="18772" y="11565"/>
                  </a:cubicBezTo>
                  <a:cubicBezTo>
                    <a:pt x="18865" y="11820"/>
                    <a:pt x="19305" y="12075"/>
                    <a:pt x="19931" y="12191"/>
                  </a:cubicBezTo>
                  <a:cubicBezTo>
                    <a:pt x="19861" y="12747"/>
                    <a:pt x="19444" y="13303"/>
                    <a:pt x="18703" y="13813"/>
                  </a:cubicBezTo>
                  <a:cubicBezTo>
                    <a:pt x="18193" y="14137"/>
                    <a:pt x="17590" y="14323"/>
                    <a:pt x="16964" y="14323"/>
                  </a:cubicBezTo>
                  <a:cubicBezTo>
                    <a:pt x="16200" y="14300"/>
                    <a:pt x="15458" y="14091"/>
                    <a:pt x="14809" y="13674"/>
                  </a:cubicBezTo>
                  <a:cubicBezTo>
                    <a:pt x="14948" y="13210"/>
                    <a:pt x="14902" y="12677"/>
                    <a:pt x="14647" y="12260"/>
                  </a:cubicBezTo>
                  <a:cubicBezTo>
                    <a:pt x="14555" y="12102"/>
                    <a:pt x="14395" y="12019"/>
                    <a:pt x="14237" y="12019"/>
                  </a:cubicBezTo>
                  <a:cubicBezTo>
                    <a:pt x="14116" y="12019"/>
                    <a:pt x="13995" y="12067"/>
                    <a:pt x="13905" y="12168"/>
                  </a:cubicBezTo>
                  <a:cubicBezTo>
                    <a:pt x="13766" y="12283"/>
                    <a:pt x="13720" y="12446"/>
                    <a:pt x="13720" y="12631"/>
                  </a:cubicBezTo>
                  <a:cubicBezTo>
                    <a:pt x="13743" y="12979"/>
                    <a:pt x="14091" y="13396"/>
                    <a:pt x="14624" y="13744"/>
                  </a:cubicBezTo>
                  <a:cubicBezTo>
                    <a:pt x="14438" y="14207"/>
                    <a:pt x="13952" y="14972"/>
                    <a:pt x="12584" y="15157"/>
                  </a:cubicBezTo>
                  <a:cubicBezTo>
                    <a:pt x="12422" y="15180"/>
                    <a:pt x="12237" y="15204"/>
                    <a:pt x="12074" y="15204"/>
                  </a:cubicBezTo>
                  <a:cubicBezTo>
                    <a:pt x="10939" y="15204"/>
                    <a:pt x="9919" y="14578"/>
                    <a:pt x="9409" y="13581"/>
                  </a:cubicBezTo>
                  <a:cubicBezTo>
                    <a:pt x="9780" y="13002"/>
                    <a:pt x="9826" y="12376"/>
                    <a:pt x="9711" y="12075"/>
                  </a:cubicBezTo>
                  <a:cubicBezTo>
                    <a:pt x="9653" y="11960"/>
                    <a:pt x="9533" y="11877"/>
                    <a:pt x="9402" y="11877"/>
                  </a:cubicBezTo>
                  <a:cubicBezTo>
                    <a:pt x="9374" y="11877"/>
                    <a:pt x="9345" y="11881"/>
                    <a:pt x="9317" y="11889"/>
                  </a:cubicBezTo>
                  <a:cubicBezTo>
                    <a:pt x="9201" y="11913"/>
                    <a:pt x="9108" y="11982"/>
                    <a:pt x="9062" y="12098"/>
                  </a:cubicBezTo>
                  <a:cubicBezTo>
                    <a:pt x="8899" y="12399"/>
                    <a:pt x="8992" y="12979"/>
                    <a:pt x="9270" y="13558"/>
                  </a:cubicBezTo>
                  <a:cubicBezTo>
                    <a:pt x="8844" y="14155"/>
                    <a:pt x="8143" y="14517"/>
                    <a:pt x="7420" y="14517"/>
                  </a:cubicBezTo>
                  <a:cubicBezTo>
                    <a:pt x="7357" y="14517"/>
                    <a:pt x="7294" y="14514"/>
                    <a:pt x="7231" y="14508"/>
                  </a:cubicBezTo>
                  <a:cubicBezTo>
                    <a:pt x="6026" y="14485"/>
                    <a:pt x="5006" y="13651"/>
                    <a:pt x="4705" y="12492"/>
                  </a:cubicBezTo>
                  <a:cubicBezTo>
                    <a:pt x="5446" y="12307"/>
                    <a:pt x="5724" y="11820"/>
                    <a:pt x="5701" y="11449"/>
                  </a:cubicBezTo>
                  <a:cubicBezTo>
                    <a:pt x="5664" y="11167"/>
                    <a:pt x="5428" y="10977"/>
                    <a:pt x="5167" y="10977"/>
                  </a:cubicBezTo>
                  <a:cubicBezTo>
                    <a:pt x="5106" y="10977"/>
                    <a:pt x="5044" y="10987"/>
                    <a:pt x="4983" y="11009"/>
                  </a:cubicBezTo>
                  <a:cubicBezTo>
                    <a:pt x="4566" y="11102"/>
                    <a:pt x="4380" y="11658"/>
                    <a:pt x="4519" y="12353"/>
                  </a:cubicBezTo>
                  <a:cubicBezTo>
                    <a:pt x="4357" y="12376"/>
                    <a:pt x="4189" y="12388"/>
                    <a:pt x="4021" y="12388"/>
                  </a:cubicBezTo>
                  <a:cubicBezTo>
                    <a:pt x="3853" y="12388"/>
                    <a:pt x="3685" y="12376"/>
                    <a:pt x="3523" y="12353"/>
                  </a:cubicBezTo>
                  <a:cubicBezTo>
                    <a:pt x="2851" y="12283"/>
                    <a:pt x="2271" y="11889"/>
                    <a:pt x="1970" y="11264"/>
                  </a:cubicBezTo>
                  <a:cubicBezTo>
                    <a:pt x="1576" y="10499"/>
                    <a:pt x="1553" y="9595"/>
                    <a:pt x="1877" y="8807"/>
                  </a:cubicBezTo>
                  <a:lnTo>
                    <a:pt x="1877" y="8807"/>
                  </a:lnTo>
                  <a:cubicBezTo>
                    <a:pt x="1970" y="8830"/>
                    <a:pt x="2063" y="8854"/>
                    <a:pt x="2132" y="8854"/>
                  </a:cubicBezTo>
                  <a:cubicBezTo>
                    <a:pt x="2170" y="8857"/>
                    <a:pt x="2207" y="8858"/>
                    <a:pt x="2244" y="8858"/>
                  </a:cubicBezTo>
                  <a:cubicBezTo>
                    <a:pt x="2773" y="8858"/>
                    <a:pt x="3198" y="8559"/>
                    <a:pt x="3198" y="8321"/>
                  </a:cubicBezTo>
                  <a:cubicBezTo>
                    <a:pt x="3198" y="8228"/>
                    <a:pt x="3152" y="8042"/>
                    <a:pt x="2758" y="8019"/>
                  </a:cubicBezTo>
                  <a:cubicBezTo>
                    <a:pt x="2364" y="8019"/>
                    <a:pt x="1993" y="8228"/>
                    <a:pt x="1808" y="8575"/>
                  </a:cubicBezTo>
                  <a:cubicBezTo>
                    <a:pt x="1136" y="8228"/>
                    <a:pt x="626" y="7602"/>
                    <a:pt x="417" y="6837"/>
                  </a:cubicBezTo>
                  <a:cubicBezTo>
                    <a:pt x="232" y="6049"/>
                    <a:pt x="440" y="5238"/>
                    <a:pt x="1089" y="4427"/>
                  </a:cubicBezTo>
                  <a:cubicBezTo>
                    <a:pt x="1831" y="3523"/>
                    <a:pt x="2549" y="3060"/>
                    <a:pt x="3245" y="3060"/>
                  </a:cubicBezTo>
                  <a:cubicBezTo>
                    <a:pt x="3639" y="3060"/>
                    <a:pt x="4033" y="3222"/>
                    <a:pt x="4334" y="3477"/>
                  </a:cubicBezTo>
                  <a:cubicBezTo>
                    <a:pt x="4334" y="3662"/>
                    <a:pt x="4334" y="3848"/>
                    <a:pt x="4380" y="4056"/>
                  </a:cubicBezTo>
                  <a:cubicBezTo>
                    <a:pt x="4380" y="4079"/>
                    <a:pt x="4450" y="4705"/>
                    <a:pt x="4821" y="4705"/>
                  </a:cubicBezTo>
                  <a:cubicBezTo>
                    <a:pt x="4890" y="4705"/>
                    <a:pt x="4936" y="4682"/>
                    <a:pt x="5006" y="4659"/>
                  </a:cubicBezTo>
                  <a:cubicBezTo>
                    <a:pt x="5052" y="4613"/>
                    <a:pt x="5099" y="4566"/>
                    <a:pt x="5099" y="4497"/>
                  </a:cubicBezTo>
                  <a:cubicBezTo>
                    <a:pt x="5145" y="4242"/>
                    <a:pt x="4913" y="3778"/>
                    <a:pt x="4473" y="3384"/>
                  </a:cubicBezTo>
                  <a:cubicBezTo>
                    <a:pt x="4473" y="2365"/>
                    <a:pt x="4821" y="673"/>
                    <a:pt x="7092" y="418"/>
                  </a:cubicBezTo>
                  <a:cubicBezTo>
                    <a:pt x="7208" y="395"/>
                    <a:pt x="7324" y="395"/>
                    <a:pt x="7416" y="395"/>
                  </a:cubicBezTo>
                  <a:cubicBezTo>
                    <a:pt x="7438" y="394"/>
                    <a:pt x="7460" y="394"/>
                    <a:pt x="7482" y="394"/>
                  </a:cubicBezTo>
                  <a:cubicBezTo>
                    <a:pt x="8245" y="394"/>
                    <a:pt x="8957" y="785"/>
                    <a:pt x="9340" y="1461"/>
                  </a:cubicBezTo>
                  <a:cubicBezTo>
                    <a:pt x="8992" y="2063"/>
                    <a:pt x="8876" y="2758"/>
                    <a:pt x="9062" y="3083"/>
                  </a:cubicBezTo>
                  <a:cubicBezTo>
                    <a:pt x="9108" y="3176"/>
                    <a:pt x="9224" y="3245"/>
                    <a:pt x="9340" y="3245"/>
                  </a:cubicBezTo>
                  <a:lnTo>
                    <a:pt x="9363" y="3245"/>
                  </a:lnTo>
                  <a:cubicBezTo>
                    <a:pt x="9525" y="3222"/>
                    <a:pt x="9641" y="3129"/>
                    <a:pt x="9687" y="3013"/>
                  </a:cubicBezTo>
                  <a:cubicBezTo>
                    <a:pt x="9873" y="2643"/>
                    <a:pt x="9803" y="2017"/>
                    <a:pt x="9525" y="1461"/>
                  </a:cubicBezTo>
                  <a:cubicBezTo>
                    <a:pt x="9965" y="696"/>
                    <a:pt x="10800" y="209"/>
                    <a:pt x="11704" y="209"/>
                  </a:cubicBezTo>
                  <a:cubicBezTo>
                    <a:pt x="11820" y="209"/>
                    <a:pt x="11935" y="232"/>
                    <a:pt x="12028" y="232"/>
                  </a:cubicBezTo>
                  <a:cubicBezTo>
                    <a:pt x="13442" y="395"/>
                    <a:pt x="14044" y="1067"/>
                    <a:pt x="14299" y="1461"/>
                  </a:cubicBezTo>
                  <a:cubicBezTo>
                    <a:pt x="14021" y="1901"/>
                    <a:pt x="13928" y="2272"/>
                    <a:pt x="13998" y="2504"/>
                  </a:cubicBezTo>
                  <a:cubicBezTo>
                    <a:pt x="14021" y="2596"/>
                    <a:pt x="14091" y="2689"/>
                    <a:pt x="14183" y="2735"/>
                  </a:cubicBezTo>
                  <a:cubicBezTo>
                    <a:pt x="14224" y="2747"/>
                    <a:pt x="14266" y="2753"/>
                    <a:pt x="14307" y="2753"/>
                  </a:cubicBezTo>
                  <a:cubicBezTo>
                    <a:pt x="14431" y="2753"/>
                    <a:pt x="14548" y="2701"/>
                    <a:pt x="14601" y="2596"/>
                  </a:cubicBezTo>
                  <a:cubicBezTo>
                    <a:pt x="14740" y="2341"/>
                    <a:pt x="14693" y="1901"/>
                    <a:pt x="14485" y="1507"/>
                  </a:cubicBezTo>
                  <a:cubicBezTo>
                    <a:pt x="14879" y="881"/>
                    <a:pt x="15643" y="163"/>
                    <a:pt x="16524" y="163"/>
                  </a:cubicBezTo>
                  <a:close/>
                  <a:moveTo>
                    <a:pt x="16478" y="1"/>
                  </a:moveTo>
                  <a:cubicBezTo>
                    <a:pt x="15574" y="1"/>
                    <a:pt x="14786" y="696"/>
                    <a:pt x="14346" y="1345"/>
                  </a:cubicBezTo>
                  <a:cubicBezTo>
                    <a:pt x="14044" y="881"/>
                    <a:pt x="13419" y="232"/>
                    <a:pt x="12028" y="93"/>
                  </a:cubicBezTo>
                  <a:cubicBezTo>
                    <a:pt x="11912" y="70"/>
                    <a:pt x="11796" y="70"/>
                    <a:pt x="11680" y="70"/>
                  </a:cubicBezTo>
                  <a:cubicBezTo>
                    <a:pt x="10753" y="70"/>
                    <a:pt x="9896" y="534"/>
                    <a:pt x="9409" y="1322"/>
                  </a:cubicBezTo>
                  <a:cubicBezTo>
                    <a:pt x="8981" y="646"/>
                    <a:pt x="8247" y="255"/>
                    <a:pt x="7461" y="255"/>
                  </a:cubicBezTo>
                  <a:cubicBezTo>
                    <a:pt x="7438" y="255"/>
                    <a:pt x="7416" y="255"/>
                    <a:pt x="7393" y="256"/>
                  </a:cubicBezTo>
                  <a:cubicBezTo>
                    <a:pt x="7277" y="256"/>
                    <a:pt x="7161" y="256"/>
                    <a:pt x="7045" y="279"/>
                  </a:cubicBezTo>
                  <a:cubicBezTo>
                    <a:pt x="4751" y="534"/>
                    <a:pt x="4311" y="2202"/>
                    <a:pt x="4288" y="3292"/>
                  </a:cubicBezTo>
                  <a:cubicBezTo>
                    <a:pt x="3963" y="3060"/>
                    <a:pt x="3592" y="2921"/>
                    <a:pt x="3198" y="2921"/>
                  </a:cubicBezTo>
                  <a:cubicBezTo>
                    <a:pt x="2457" y="2921"/>
                    <a:pt x="1692" y="3407"/>
                    <a:pt x="927" y="4334"/>
                  </a:cubicBezTo>
                  <a:cubicBezTo>
                    <a:pt x="255" y="5169"/>
                    <a:pt x="0" y="6073"/>
                    <a:pt x="209" y="6907"/>
                  </a:cubicBezTo>
                  <a:cubicBezTo>
                    <a:pt x="440" y="7695"/>
                    <a:pt x="974" y="8367"/>
                    <a:pt x="1692" y="8738"/>
                  </a:cubicBezTo>
                  <a:cubicBezTo>
                    <a:pt x="1344" y="9595"/>
                    <a:pt x="1368" y="10545"/>
                    <a:pt x="1785" y="11356"/>
                  </a:cubicBezTo>
                  <a:cubicBezTo>
                    <a:pt x="2109" y="12005"/>
                    <a:pt x="2735" y="12446"/>
                    <a:pt x="3453" y="12515"/>
                  </a:cubicBezTo>
                  <a:cubicBezTo>
                    <a:pt x="3627" y="12538"/>
                    <a:pt x="3807" y="12550"/>
                    <a:pt x="3986" y="12550"/>
                  </a:cubicBezTo>
                  <a:cubicBezTo>
                    <a:pt x="4166" y="12550"/>
                    <a:pt x="4346" y="12538"/>
                    <a:pt x="4519" y="12515"/>
                  </a:cubicBezTo>
                  <a:cubicBezTo>
                    <a:pt x="4821" y="13744"/>
                    <a:pt x="5910" y="14624"/>
                    <a:pt x="7184" y="14671"/>
                  </a:cubicBezTo>
                  <a:cubicBezTo>
                    <a:pt x="7233" y="14673"/>
                    <a:pt x="7281" y="14675"/>
                    <a:pt x="7329" y="14675"/>
                  </a:cubicBezTo>
                  <a:cubicBezTo>
                    <a:pt x="8091" y="14675"/>
                    <a:pt x="8837" y="14331"/>
                    <a:pt x="9317" y="13720"/>
                  </a:cubicBezTo>
                  <a:cubicBezTo>
                    <a:pt x="9850" y="14740"/>
                    <a:pt x="10916" y="15366"/>
                    <a:pt x="12074" y="15366"/>
                  </a:cubicBezTo>
                  <a:cubicBezTo>
                    <a:pt x="12237" y="15366"/>
                    <a:pt x="12422" y="15366"/>
                    <a:pt x="12584" y="15343"/>
                  </a:cubicBezTo>
                  <a:cubicBezTo>
                    <a:pt x="13998" y="15134"/>
                    <a:pt x="14531" y="14346"/>
                    <a:pt x="14716" y="13836"/>
                  </a:cubicBezTo>
                  <a:cubicBezTo>
                    <a:pt x="15388" y="14253"/>
                    <a:pt x="16153" y="14485"/>
                    <a:pt x="16941" y="14485"/>
                  </a:cubicBezTo>
                  <a:cubicBezTo>
                    <a:pt x="16974" y="14486"/>
                    <a:pt x="17007" y="14487"/>
                    <a:pt x="17040" y="14487"/>
                  </a:cubicBezTo>
                  <a:cubicBezTo>
                    <a:pt x="17655" y="14487"/>
                    <a:pt x="18266" y="14282"/>
                    <a:pt x="18772" y="13952"/>
                  </a:cubicBezTo>
                  <a:cubicBezTo>
                    <a:pt x="19745" y="13303"/>
                    <a:pt x="20024" y="12654"/>
                    <a:pt x="20070" y="12214"/>
                  </a:cubicBezTo>
                  <a:cubicBezTo>
                    <a:pt x="20232" y="12237"/>
                    <a:pt x="20394" y="12237"/>
                    <a:pt x="20557" y="12237"/>
                  </a:cubicBezTo>
                  <a:cubicBezTo>
                    <a:pt x="20590" y="12239"/>
                    <a:pt x="20624" y="12239"/>
                    <a:pt x="20657" y="12239"/>
                  </a:cubicBezTo>
                  <a:cubicBezTo>
                    <a:pt x="21156" y="12239"/>
                    <a:pt x="21649" y="12079"/>
                    <a:pt x="22040" y="11797"/>
                  </a:cubicBezTo>
                  <a:cubicBezTo>
                    <a:pt x="23662" y="10453"/>
                    <a:pt x="23871" y="8969"/>
                    <a:pt x="22619" y="7370"/>
                  </a:cubicBezTo>
                  <a:cubicBezTo>
                    <a:pt x="22411" y="7092"/>
                    <a:pt x="22132" y="6837"/>
                    <a:pt x="21831" y="6629"/>
                  </a:cubicBezTo>
                  <a:cubicBezTo>
                    <a:pt x="22341" y="5470"/>
                    <a:pt x="22040" y="4103"/>
                    <a:pt x="21066" y="3315"/>
                  </a:cubicBezTo>
                  <a:cubicBezTo>
                    <a:pt x="20672" y="2967"/>
                    <a:pt x="20186" y="2758"/>
                    <a:pt x="19653" y="2735"/>
                  </a:cubicBezTo>
                  <a:cubicBezTo>
                    <a:pt x="19467" y="2735"/>
                    <a:pt x="19305" y="2758"/>
                    <a:pt x="19120" y="2828"/>
                  </a:cubicBezTo>
                  <a:cubicBezTo>
                    <a:pt x="18981" y="1762"/>
                    <a:pt x="18378" y="835"/>
                    <a:pt x="17451" y="279"/>
                  </a:cubicBezTo>
                  <a:cubicBezTo>
                    <a:pt x="17173" y="93"/>
                    <a:pt x="16825" y="1"/>
                    <a:pt x="164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49"/>
            <p:cNvSpPr/>
            <p:nvPr/>
          </p:nvSpPr>
          <p:spPr>
            <a:xfrm>
              <a:off x="968449" y="-4512257"/>
              <a:ext cx="269132" cy="313275"/>
            </a:xfrm>
            <a:custGeom>
              <a:rect b="b" l="l" r="r" t="t"/>
              <a:pathLst>
                <a:path extrusionOk="0" h="6664" w="5725">
                  <a:moveTo>
                    <a:pt x="1452" y="0"/>
                  </a:moveTo>
                  <a:cubicBezTo>
                    <a:pt x="1447" y="0"/>
                    <a:pt x="1442" y="2"/>
                    <a:pt x="1437" y="5"/>
                  </a:cubicBezTo>
                  <a:cubicBezTo>
                    <a:pt x="1275" y="74"/>
                    <a:pt x="441" y="1326"/>
                    <a:pt x="441" y="1326"/>
                  </a:cubicBezTo>
                  <a:cubicBezTo>
                    <a:pt x="441" y="1326"/>
                    <a:pt x="0" y="2090"/>
                    <a:pt x="626" y="2600"/>
                  </a:cubicBezTo>
                  <a:cubicBezTo>
                    <a:pt x="1275" y="3133"/>
                    <a:pt x="1947" y="2902"/>
                    <a:pt x="1437" y="3921"/>
                  </a:cubicBezTo>
                  <a:cubicBezTo>
                    <a:pt x="904" y="4964"/>
                    <a:pt x="1739" y="6401"/>
                    <a:pt x="2828" y="6633"/>
                  </a:cubicBezTo>
                  <a:cubicBezTo>
                    <a:pt x="2926" y="6654"/>
                    <a:pt x="3025" y="6663"/>
                    <a:pt x="3125" y="6663"/>
                  </a:cubicBezTo>
                  <a:cubicBezTo>
                    <a:pt x="4130" y="6663"/>
                    <a:pt x="5162" y="5666"/>
                    <a:pt x="5331" y="5034"/>
                  </a:cubicBezTo>
                  <a:cubicBezTo>
                    <a:pt x="5725" y="3458"/>
                    <a:pt x="3616" y="4223"/>
                    <a:pt x="3708" y="2902"/>
                  </a:cubicBezTo>
                  <a:cubicBezTo>
                    <a:pt x="3818" y="2025"/>
                    <a:pt x="3119" y="1272"/>
                    <a:pt x="2258" y="1272"/>
                  </a:cubicBezTo>
                  <a:cubicBezTo>
                    <a:pt x="2209" y="1272"/>
                    <a:pt x="2159" y="1274"/>
                    <a:pt x="2109" y="1279"/>
                  </a:cubicBezTo>
                  <a:cubicBezTo>
                    <a:pt x="2097" y="1281"/>
                    <a:pt x="2086" y="1282"/>
                    <a:pt x="2074" y="1282"/>
                  </a:cubicBezTo>
                  <a:cubicBezTo>
                    <a:pt x="1615" y="1282"/>
                    <a:pt x="1596" y="0"/>
                    <a:pt x="14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49"/>
            <p:cNvSpPr/>
            <p:nvPr/>
          </p:nvSpPr>
          <p:spPr>
            <a:xfrm>
              <a:off x="322390" y="-4512257"/>
              <a:ext cx="293107" cy="322818"/>
            </a:xfrm>
            <a:custGeom>
              <a:rect b="b" l="l" r="r" t="t"/>
              <a:pathLst>
                <a:path extrusionOk="0" h="6867" w="6235">
                  <a:moveTo>
                    <a:pt x="4435" y="0"/>
                  </a:moveTo>
                  <a:cubicBezTo>
                    <a:pt x="4291" y="0"/>
                    <a:pt x="4272" y="1282"/>
                    <a:pt x="3792" y="1282"/>
                  </a:cubicBezTo>
                  <a:cubicBezTo>
                    <a:pt x="3780" y="1282"/>
                    <a:pt x="3768" y="1281"/>
                    <a:pt x="3755" y="1279"/>
                  </a:cubicBezTo>
                  <a:cubicBezTo>
                    <a:pt x="3697" y="1271"/>
                    <a:pt x="3635" y="1267"/>
                    <a:pt x="3572" y="1267"/>
                  </a:cubicBezTo>
                  <a:cubicBezTo>
                    <a:pt x="3082" y="1267"/>
                    <a:pt x="2488" y="1546"/>
                    <a:pt x="2550" y="2716"/>
                  </a:cubicBezTo>
                  <a:cubicBezTo>
                    <a:pt x="2643" y="4060"/>
                    <a:pt x="1" y="3551"/>
                    <a:pt x="24" y="4918"/>
                  </a:cubicBezTo>
                  <a:cubicBezTo>
                    <a:pt x="45" y="5584"/>
                    <a:pt x="1520" y="6866"/>
                    <a:pt x="2602" y="6866"/>
                  </a:cubicBezTo>
                  <a:cubicBezTo>
                    <a:pt x="2688" y="6866"/>
                    <a:pt x="2771" y="6858"/>
                    <a:pt x="2851" y="6841"/>
                  </a:cubicBezTo>
                  <a:cubicBezTo>
                    <a:pt x="3940" y="6586"/>
                    <a:pt x="5030" y="5381"/>
                    <a:pt x="4520" y="4338"/>
                  </a:cubicBezTo>
                  <a:cubicBezTo>
                    <a:pt x="4010" y="3296"/>
                    <a:pt x="4960" y="3388"/>
                    <a:pt x="5586" y="2855"/>
                  </a:cubicBezTo>
                  <a:cubicBezTo>
                    <a:pt x="6235" y="2345"/>
                    <a:pt x="5447" y="1326"/>
                    <a:pt x="5447" y="1326"/>
                  </a:cubicBezTo>
                  <a:cubicBezTo>
                    <a:pt x="5447" y="1326"/>
                    <a:pt x="4612" y="74"/>
                    <a:pt x="4450" y="5"/>
                  </a:cubicBezTo>
                  <a:cubicBezTo>
                    <a:pt x="4445" y="2"/>
                    <a:pt x="4440" y="0"/>
                    <a:pt x="44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49"/>
            <p:cNvSpPr/>
            <p:nvPr/>
          </p:nvSpPr>
          <p:spPr>
            <a:xfrm>
              <a:off x="520679" y="-4592691"/>
              <a:ext cx="172198" cy="172198"/>
            </a:xfrm>
            <a:custGeom>
              <a:rect b="b" l="l" r="r" t="t"/>
              <a:pathLst>
                <a:path extrusionOk="0" h="3663" w="3663">
                  <a:moveTo>
                    <a:pt x="1831" y="1"/>
                  </a:moveTo>
                  <a:cubicBezTo>
                    <a:pt x="835" y="1"/>
                    <a:pt x="0" y="812"/>
                    <a:pt x="0" y="1832"/>
                  </a:cubicBezTo>
                  <a:cubicBezTo>
                    <a:pt x="0" y="2851"/>
                    <a:pt x="835" y="3662"/>
                    <a:pt x="1831" y="3662"/>
                  </a:cubicBezTo>
                  <a:cubicBezTo>
                    <a:pt x="2851" y="3662"/>
                    <a:pt x="3662" y="2851"/>
                    <a:pt x="3662" y="1832"/>
                  </a:cubicBezTo>
                  <a:cubicBezTo>
                    <a:pt x="3662" y="812"/>
                    <a:pt x="2851" y="1"/>
                    <a:pt x="18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49"/>
            <p:cNvSpPr/>
            <p:nvPr/>
          </p:nvSpPr>
          <p:spPr>
            <a:xfrm>
              <a:off x="555560" y="-4557152"/>
              <a:ext cx="111132" cy="101824"/>
            </a:xfrm>
            <a:custGeom>
              <a:rect b="b" l="l" r="r" t="t"/>
              <a:pathLst>
                <a:path extrusionOk="0" h="2166" w="2364">
                  <a:moveTo>
                    <a:pt x="1477" y="0"/>
                  </a:moveTo>
                  <a:cubicBezTo>
                    <a:pt x="1334" y="0"/>
                    <a:pt x="1109" y="569"/>
                    <a:pt x="1066" y="612"/>
                  </a:cubicBezTo>
                  <a:cubicBezTo>
                    <a:pt x="811" y="682"/>
                    <a:pt x="533" y="728"/>
                    <a:pt x="255" y="728"/>
                  </a:cubicBezTo>
                  <a:cubicBezTo>
                    <a:pt x="0" y="913"/>
                    <a:pt x="718" y="1099"/>
                    <a:pt x="811" y="1168"/>
                  </a:cubicBezTo>
                  <a:cubicBezTo>
                    <a:pt x="927" y="1238"/>
                    <a:pt x="997" y="2142"/>
                    <a:pt x="1182" y="2165"/>
                  </a:cubicBezTo>
                  <a:cubicBezTo>
                    <a:pt x="1185" y="2165"/>
                    <a:pt x="1188" y="2165"/>
                    <a:pt x="1190" y="2165"/>
                  </a:cubicBezTo>
                  <a:cubicBezTo>
                    <a:pt x="1372" y="2165"/>
                    <a:pt x="1531" y="1423"/>
                    <a:pt x="1645" y="1400"/>
                  </a:cubicBezTo>
                  <a:cubicBezTo>
                    <a:pt x="1761" y="1377"/>
                    <a:pt x="2318" y="1331"/>
                    <a:pt x="2341" y="1168"/>
                  </a:cubicBezTo>
                  <a:cubicBezTo>
                    <a:pt x="2364" y="1006"/>
                    <a:pt x="1877" y="913"/>
                    <a:pt x="1692" y="751"/>
                  </a:cubicBezTo>
                  <a:cubicBezTo>
                    <a:pt x="1506" y="589"/>
                    <a:pt x="1669" y="102"/>
                    <a:pt x="1506" y="10"/>
                  </a:cubicBezTo>
                  <a:cubicBezTo>
                    <a:pt x="1497" y="3"/>
                    <a:pt x="1487" y="0"/>
                    <a:pt x="1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49"/>
            <p:cNvSpPr/>
            <p:nvPr/>
          </p:nvSpPr>
          <p:spPr>
            <a:xfrm>
              <a:off x="872595" y="-4601388"/>
              <a:ext cx="173232" cy="173279"/>
            </a:xfrm>
            <a:custGeom>
              <a:rect b="b" l="l" r="r" t="t"/>
              <a:pathLst>
                <a:path extrusionOk="0" h="3686" w="3685">
                  <a:moveTo>
                    <a:pt x="1854" y="0"/>
                  </a:moveTo>
                  <a:cubicBezTo>
                    <a:pt x="834" y="0"/>
                    <a:pt x="0" y="835"/>
                    <a:pt x="0" y="1831"/>
                  </a:cubicBezTo>
                  <a:cubicBezTo>
                    <a:pt x="0" y="2851"/>
                    <a:pt x="834" y="3685"/>
                    <a:pt x="1854" y="3685"/>
                  </a:cubicBezTo>
                  <a:cubicBezTo>
                    <a:pt x="2851" y="3685"/>
                    <a:pt x="3685" y="2851"/>
                    <a:pt x="3685" y="1831"/>
                  </a:cubicBezTo>
                  <a:cubicBezTo>
                    <a:pt x="3685" y="835"/>
                    <a:pt x="2851" y="0"/>
                    <a:pt x="1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49"/>
            <p:cNvSpPr/>
            <p:nvPr/>
          </p:nvSpPr>
          <p:spPr>
            <a:xfrm>
              <a:off x="913588" y="-4568716"/>
              <a:ext cx="101730" cy="98298"/>
            </a:xfrm>
            <a:custGeom>
              <a:rect b="b" l="l" r="r" t="t"/>
              <a:pathLst>
                <a:path extrusionOk="0" h="2091" w="2164">
                  <a:moveTo>
                    <a:pt x="858" y="0"/>
                  </a:moveTo>
                  <a:cubicBezTo>
                    <a:pt x="705" y="0"/>
                    <a:pt x="750" y="674"/>
                    <a:pt x="727" y="742"/>
                  </a:cubicBezTo>
                  <a:cubicBezTo>
                    <a:pt x="519" y="928"/>
                    <a:pt x="310" y="1067"/>
                    <a:pt x="78" y="1206"/>
                  </a:cubicBezTo>
                  <a:cubicBezTo>
                    <a:pt x="1" y="1339"/>
                    <a:pt x="125" y="1371"/>
                    <a:pt x="288" y="1371"/>
                  </a:cubicBezTo>
                  <a:cubicBezTo>
                    <a:pt x="441" y="1371"/>
                    <a:pt x="630" y="1342"/>
                    <a:pt x="717" y="1342"/>
                  </a:cubicBezTo>
                  <a:cubicBezTo>
                    <a:pt x="731" y="1342"/>
                    <a:pt x="742" y="1343"/>
                    <a:pt x="750" y="1345"/>
                  </a:cubicBezTo>
                  <a:cubicBezTo>
                    <a:pt x="861" y="1367"/>
                    <a:pt x="1291" y="2091"/>
                    <a:pt x="1490" y="2091"/>
                  </a:cubicBezTo>
                  <a:cubicBezTo>
                    <a:pt x="1499" y="2091"/>
                    <a:pt x="1507" y="2089"/>
                    <a:pt x="1515" y="2086"/>
                  </a:cubicBezTo>
                  <a:cubicBezTo>
                    <a:pt x="1677" y="2017"/>
                    <a:pt x="1515" y="1252"/>
                    <a:pt x="1585" y="1183"/>
                  </a:cubicBezTo>
                  <a:cubicBezTo>
                    <a:pt x="1677" y="1113"/>
                    <a:pt x="2164" y="835"/>
                    <a:pt x="2118" y="673"/>
                  </a:cubicBezTo>
                  <a:cubicBezTo>
                    <a:pt x="2097" y="612"/>
                    <a:pt x="1992" y="600"/>
                    <a:pt x="1860" y="600"/>
                  </a:cubicBezTo>
                  <a:cubicBezTo>
                    <a:pt x="1777" y="600"/>
                    <a:pt x="1683" y="604"/>
                    <a:pt x="1594" y="604"/>
                  </a:cubicBezTo>
                  <a:cubicBezTo>
                    <a:pt x="1504" y="604"/>
                    <a:pt x="1418" y="600"/>
                    <a:pt x="1353" y="580"/>
                  </a:cubicBezTo>
                  <a:cubicBezTo>
                    <a:pt x="1121" y="510"/>
                    <a:pt x="1052" y="24"/>
                    <a:pt x="866" y="1"/>
                  </a:cubicBezTo>
                  <a:cubicBezTo>
                    <a:pt x="864" y="0"/>
                    <a:pt x="861" y="0"/>
                    <a:pt x="8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49"/>
            <p:cNvSpPr/>
            <p:nvPr/>
          </p:nvSpPr>
          <p:spPr>
            <a:xfrm>
              <a:off x="720706" y="-4474884"/>
              <a:ext cx="135577" cy="103422"/>
            </a:xfrm>
            <a:custGeom>
              <a:rect b="b" l="l" r="r" t="t"/>
              <a:pathLst>
                <a:path extrusionOk="0" h="2200" w="2884">
                  <a:moveTo>
                    <a:pt x="1508" y="0"/>
                  </a:moveTo>
                  <a:cubicBezTo>
                    <a:pt x="972" y="0"/>
                    <a:pt x="185" y="1596"/>
                    <a:pt x="33" y="1944"/>
                  </a:cubicBezTo>
                  <a:cubicBezTo>
                    <a:pt x="0" y="1994"/>
                    <a:pt x="72" y="2043"/>
                    <a:pt x="124" y="2043"/>
                  </a:cubicBezTo>
                  <a:cubicBezTo>
                    <a:pt x="146" y="2043"/>
                    <a:pt x="165" y="2034"/>
                    <a:pt x="172" y="2014"/>
                  </a:cubicBezTo>
                  <a:cubicBezTo>
                    <a:pt x="547" y="1198"/>
                    <a:pt x="1194" y="152"/>
                    <a:pt x="1516" y="152"/>
                  </a:cubicBezTo>
                  <a:cubicBezTo>
                    <a:pt x="1532" y="152"/>
                    <a:pt x="1548" y="154"/>
                    <a:pt x="1562" y="160"/>
                  </a:cubicBezTo>
                  <a:cubicBezTo>
                    <a:pt x="2165" y="415"/>
                    <a:pt x="2721" y="2107"/>
                    <a:pt x="2721" y="2130"/>
                  </a:cubicBezTo>
                  <a:cubicBezTo>
                    <a:pt x="2744" y="2176"/>
                    <a:pt x="2768" y="2199"/>
                    <a:pt x="2814" y="2199"/>
                  </a:cubicBezTo>
                  <a:lnTo>
                    <a:pt x="2837" y="2176"/>
                  </a:lnTo>
                  <a:cubicBezTo>
                    <a:pt x="2860" y="2176"/>
                    <a:pt x="2883" y="2130"/>
                    <a:pt x="2883" y="2083"/>
                  </a:cubicBezTo>
                  <a:cubicBezTo>
                    <a:pt x="2860" y="2014"/>
                    <a:pt x="2304" y="299"/>
                    <a:pt x="1609" y="21"/>
                  </a:cubicBezTo>
                  <a:cubicBezTo>
                    <a:pt x="1576" y="7"/>
                    <a:pt x="1543" y="0"/>
                    <a:pt x="1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49"/>
            <p:cNvSpPr/>
            <p:nvPr/>
          </p:nvSpPr>
          <p:spPr>
            <a:xfrm>
              <a:off x="553868" y="-4641111"/>
              <a:ext cx="123119" cy="34317"/>
            </a:xfrm>
            <a:custGeom>
              <a:rect b="b" l="l" r="r" t="t"/>
              <a:pathLst>
                <a:path extrusionOk="0" h="730" w="2619">
                  <a:moveTo>
                    <a:pt x="132" y="0"/>
                  </a:moveTo>
                  <a:cubicBezTo>
                    <a:pt x="57" y="0"/>
                    <a:pt x="1" y="92"/>
                    <a:pt x="59" y="150"/>
                  </a:cubicBezTo>
                  <a:cubicBezTo>
                    <a:pt x="500" y="498"/>
                    <a:pt x="1033" y="706"/>
                    <a:pt x="1589" y="729"/>
                  </a:cubicBezTo>
                  <a:cubicBezTo>
                    <a:pt x="1913" y="729"/>
                    <a:pt x="2238" y="637"/>
                    <a:pt x="2539" y="475"/>
                  </a:cubicBezTo>
                  <a:cubicBezTo>
                    <a:pt x="2619" y="435"/>
                    <a:pt x="2561" y="326"/>
                    <a:pt x="2485" y="326"/>
                  </a:cubicBezTo>
                  <a:cubicBezTo>
                    <a:pt x="2472" y="326"/>
                    <a:pt x="2459" y="329"/>
                    <a:pt x="2446" y="336"/>
                  </a:cubicBezTo>
                  <a:cubicBezTo>
                    <a:pt x="2159" y="490"/>
                    <a:pt x="1875" y="549"/>
                    <a:pt x="1610" y="549"/>
                  </a:cubicBezTo>
                  <a:cubicBezTo>
                    <a:pt x="805" y="549"/>
                    <a:pt x="175" y="11"/>
                    <a:pt x="175" y="11"/>
                  </a:cubicBezTo>
                  <a:cubicBezTo>
                    <a:pt x="160" y="4"/>
                    <a:pt x="146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49"/>
            <p:cNvSpPr/>
            <p:nvPr/>
          </p:nvSpPr>
          <p:spPr>
            <a:xfrm>
              <a:off x="892199" y="-4646095"/>
              <a:ext cx="106290" cy="33847"/>
            </a:xfrm>
            <a:custGeom>
              <a:rect b="b" l="l" r="r" t="t"/>
              <a:pathLst>
                <a:path extrusionOk="0" h="720" w="2261">
                  <a:moveTo>
                    <a:pt x="2162" y="0"/>
                  </a:moveTo>
                  <a:cubicBezTo>
                    <a:pt x="2144" y="0"/>
                    <a:pt x="2126" y="7"/>
                    <a:pt x="2109" y="24"/>
                  </a:cubicBezTo>
                  <a:cubicBezTo>
                    <a:pt x="1831" y="326"/>
                    <a:pt x="1460" y="534"/>
                    <a:pt x="1043" y="557"/>
                  </a:cubicBezTo>
                  <a:cubicBezTo>
                    <a:pt x="695" y="534"/>
                    <a:pt x="394" y="395"/>
                    <a:pt x="139" y="187"/>
                  </a:cubicBezTo>
                  <a:cubicBezTo>
                    <a:pt x="128" y="163"/>
                    <a:pt x="110" y="152"/>
                    <a:pt x="93" y="152"/>
                  </a:cubicBezTo>
                  <a:cubicBezTo>
                    <a:pt x="76" y="152"/>
                    <a:pt x="58" y="163"/>
                    <a:pt x="47" y="187"/>
                  </a:cubicBezTo>
                  <a:cubicBezTo>
                    <a:pt x="0" y="210"/>
                    <a:pt x="0" y="256"/>
                    <a:pt x="47" y="302"/>
                  </a:cubicBezTo>
                  <a:cubicBezTo>
                    <a:pt x="301" y="557"/>
                    <a:pt x="672" y="696"/>
                    <a:pt x="1043" y="720"/>
                  </a:cubicBezTo>
                  <a:cubicBezTo>
                    <a:pt x="1507" y="696"/>
                    <a:pt x="1924" y="488"/>
                    <a:pt x="2225" y="140"/>
                  </a:cubicBezTo>
                  <a:cubicBezTo>
                    <a:pt x="2260" y="70"/>
                    <a:pt x="2216" y="0"/>
                    <a:pt x="2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0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Data preparation</a:t>
            </a:r>
            <a:endParaRPr/>
          </a:p>
        </p:txBody>
      </p:sp>
      <p:sp>
        <p:nvSpPr>
          <p:cNvPr id="916" name="Google Shape;916;p50"/>
          <p:cNvSpPr txBox="1"/>
          <p:nvPr>
            <p:ph idx="1" type="subTitle"/>
          </p:nvPr>
        </p:nvSpPr>
        <p:spPr>
          <a:xfrm>
            <a:off x="713225" y="3008200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Datetime set; </a:t>
            </a:r>
            <a:r>
              <a:rPr b="1" lang="en-GB"/>
              <a:t>7 variables</a:t>
            </a:r>
            <a:r>
              <a:rPr lang="en-GB"/>
              <a:t>: temperature (mean/min/max), rain, humidity, wind, cloud</a:t>
            </a:r>
            <a:endParaRPr b="1"/>
          </a:p>
        </p:txBody>
      </p:sp>
      <p:sp>
        <p:nvSpPr>
          <p:cNvPr id="917" name="Google Shape;917;p50"/>
          <p:cNvSpPr txBox="1"/>
          <p:nvPr>
            <p:ph idx="2" type="title"/>
          </p:nvPr>
        </p:nvSpPr>
        <p:spPr>
          <a:xfrm>
            <a:off x="713225" y="1658850"/>
            <a:ext cx="24003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1,826</a:t>
            </a:r>
            <a:endParaRPr/>
          </a:p>
        </p:txBody>
      </p:sp>
      <p:sp>
        <p:nvSpPr>
          <p:cNvPr id="918" name="Google Shape;918;p50"/>
          <p:cNvSpPr txBox="1"/>
          <p:nvPr>
            <p:ph idx="3" type="subTitle"/>
          </p:nvPr>
        </p:nvSpPr>
        <p:spPr>
          <a:xfrm>
            <a:off x="713225" y="245736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Daily rows</a:t>
            </a:r>
            <a:endParaRPr/>
          </a:p>
        </p:txBody>
      </p:sp>
      <p:sp>
        <p:nvSpPr>
          <p:cNvPr id="919" name="Google Shape;919;p50"/>
          <p:cNvSpPr txBox="1"/>
          <p:nvPr>
            <p:ph idx="4" type="subTitle"/>
          </p:nvPr>
        </p:nvSpPr>
        <p:spPr>
          <a:xfrm>
            <a:off x="6030475" y="3008200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NASA's </a:t>
            </a:r>
            <a:r>
              <a:rPr b="1" lang="en-GB"/>
              <a:t>−999</a:t>
            </a:r>
            <a:r>
              <a:rPr lang="en-GB"/>
              <a:t> flag turned into NaN, then handled (next slide)</a:t>
            </a:r>
            <a:endParaRPr/>
          </a:p>
        </p:txBody>
      </p:sp>
      <p:sp>
        <p:nvSpPr>
          <p:cNvPr id="920" name="Google Shape;920;p50"/>
          <p:cNvSpPr txBox="1"/>
          <p:nvPr>
            <p:ph idx="5" type="title"/>
          </p:nvPr>
        </p:nvSpPr>
        <p:spPr>
          <a:xfrm>
            <a:off x="6030475" y="1658850"/>
            <a:ext cx="24003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921" name="Google Shape;921;p50"/>
          <p:cNvSpPr txBox="1"/>
          <p:nvPr>
            <p:ph idx="6" type="subTitle"/>
          </p:nvPr>
        </p:nvSpPr>
        <p:spPr>
          <a:xfrm>
            <a:off x="6030475" y="245736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Missing</a:t>
            </a:r>
            <a:endParaRPr/>
          </a:p>
        </p:txBody>
      </p:sp>
      <p:sp>
        <p:nvSpPr>
          <p:cNvPr id="922" name="Google Shape;922;p50"/>
          <p:cNvSpPr txBox="1"/>
          <p:nvPr>
            <p:ph idx="7" type="subTitle"/>
          </p:nvPr>
        </p:nvSpPr>
        <p:spPr>
          <a:xfrm>
            <a:off x="3371850" y="3008200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No gaps or duplicates: every date appears </a:t>
            </a:r>
            <a:r>
              <a:rPr b="1" lang="en-GB"/>
              <a:t>exactly once</a:t>
            </a:r>
            <a:r>
              <a:rPr lang="en-GB"/>
              <a:t>, daily frequency</a:t>
            </a:r>
            <a:endParaRPr/>
          </a:p>
        </p:txBody>
      </p:sp>
      <p:sp>
        <p:nvSpPr>
          <p:cNvPr id="923" name="Google Shape;923;p50"/>
          <p:cNvSpPr txBox="1"/>
          <p:nvPr>
            <p:ph idx="8" type="title"/>
          </p:nvPr>
        </p:nvSpPr>
        <p:spPr>
          <a:xfrm>
            <a:off x="3371850" y="1658850"/>
            <a:ext cx="24003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924" name="Google Shape;924;p50"/>
          <p:cNvSpPr txBox="1"/>
          <p:nvPr>
            <p:ph idx="9" type="subTitle"/>
          </p:nvPr>
        </p:nvSpPr>
        <p:spPr>
          <a:xfrm>
            <a:off x="3371850" y="245736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Gaps</a:t>
            </a:r>
            <a:endParaRPr/>
          </a:p>
        </p:txBody>
      </p:sp>
      <p:grpSp>
        <p:nvGrpSpPr>
          <p:cNvPr id="925" name="Google Shape;925;p50"/>
          <p:cNvGrpSpPr/>
          <p:nvPr/>
        </p:nvGrpSpPr>
        <p:grpSpPr>
          <a:xfrm rot="-3022802">
            <a:off x="1392067" y="4140435"/>
            <a:ext cx="595394" cy="520404"/>
            <a:chOff x="15257378" y="1257889"/>
            <a:chExt cx="595387" cy="520397"/>
          </a:xfrm>
        </p:grpSpPr>
        <p:sp>
          <p:nvSpPr>
            <p:cNvPr id="926" name="Google Shape;926;p50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50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0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50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50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0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50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50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50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50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50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50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8" name="Google Shape;938;p50"/>
          <p:cNvSpPr/>
          <p:nvPr/>
        </p:nvSpPr>
        <p:spPr>
          <a:xfrm rot="-2870085">
            <a:off x="7073522" y="-1511213"/>
            <a:ext cx="2663517" cy="2918984"/>
          </a:xfrm>
          <a:custGeom>
            <a:rect b="b" l="l" r="r" t="t"/>
            <a:pathLst>
              <a:path extrusionOk="0" h="24189" w="22072">
                <a:moveTo>
                  <a:pt x="16469" y="3354"/>
                </a:moveTo>
                <a:cubicBezTo>
                  <a:pt x="16617" y="3354"/>
                  <a:pt x="16766" y="3368"/>
                  <a:pt x="16914" y="3398"/>
                </a:cubicBezTo>
                <a:cubicBezTo>
                  <a:pt x="18354" y="3684"/>
                  <a:pt x="19135" y="5268"/>
                  <a:pt x="19366" y="6720"/>
                </a:cubicBezTo>
                <a:cubicBezTo>
                  <a:pt x="20070" y="11118"/>
                  <a:pt x="17607" y="17497"/>
                  <a:pt x="14461" y="20609"/>
                </a:cubicBezTo>
                <a:cubicBezTo>
                  <a:pt x="13267" y="21797"/>
                  <a:pt x="10170" y="22692"/>
                  <a:pt x="7476" y="22692"/>
                </a:cubicBezTo>
                <a:cubicBezTo>
                  <a:pt x="5682" y="22692"/>
                  <a:pt x="4066" y="22295"/>
                  <a:pt x="3310" y="21324"/>
                </a:cubicBezTo>
                <a:cubicBezTo>
                  <a:pt x="2430" y="20180"/>
                  <a:pt x="3024" y="18442"/>
                  <a:pt x="4080" y="17442"/>
                </a:cubicBezTo>
                <a:cubicBezTo>
                  <a:pt x="5125" y="16452"/>
                  <a:pt x="6532" y="15924"/>
                  <a:pt x="7698" y="15055"/>
                </a:cubicBezTo>
                <a:cubicBezTo>
                  <a:pt x="10370" y="13076"/>
                  <a:pt x="11481" y="9689"/>
                  <a:pt x="12867" y="6654"/>
                </a:cubicBezTo>
                <a:cubicBezTo>
                  <a:pt x="13252" y="5807"/>
                  <a:pt x="13692" y="4949"/>
                  <a:pt x="14362" y="4289"/>
                </a:cubicBezTo>
                <a:cubicBezTo>
                  <a:pt x="14926" y="3744"/>
                  <a:pt x="15691" y="3354"/>
                  <a:pt x="16469" y="3354"/>
                </a:cubicBezTo>
                <a:close/>
                <a:moveTo>
                  <a:pt x="17568" y="1"/>
                </a:moveTo>
                <a:cubicBezTo>
                  <a:pt x="16594" y="1"/>
                  <a:pt x="15635" y="484"/>
                  <a:pt x="14923" y="1177"/>
                </a:cubicBezTo>
                <a:cubicBezTo>
                  <a:pt x="14087" y="2002"/>
                  <a:pt x="13538" y="3068"/>
                  <a:pt x="13054" y="4135"/>
                </a:cubicBezTo>
                <a:cubicBezTo>
                  <a:pt x="11327" y="7929"/>
                  <a:pt x="9931" y="12174"/>
                  <a:pt x="6587" y="14648"/>
                </a:cubicBezTo>
                <a:cubicBezTo>
                  <a:pt x="5125" y="15726"/>
                  <a:pt x="3376" y="16386"/>
                  <a:pt x="2057" y="17640"/>
                </a:cubicBezTo>
                <a:cubicBezTo>
                  <a:pt x="737" y="18882"/>
                  <a:pt x="0" y="21060"/>
                  <a:pt x="1100" y="22478"/>
                </a:cubicBezTo>
                <a:cubicBezTo>
                  <a:pt x="2046" y="23692"/>
                  <a:pt x="4068" y="24189"/>
                  <a:pt x="6314" y="24189"/>
                </a:cubicBezTo>
                <a:cubicBezTo>
                  <a:pt x="9682" y="24189"/>
                  <a:pt x="13553" y="23072"/>
                  <a:pt x="15044" y="21588"/>
                </a:cubicBezTo>
                <a:cubicBezTo>
                  <a:pt x="18981" y="17684"/>
                  <a:pt x="22071" y="9711"/>
                  <a:pt x="21192" y="4212"/>
                </a:cubicBezTo>
                <a:cubicBezTo>
                  <a:pt x="20906" y="2398"/>
                  <a:pt x="19927" y="407"/>
                  <a:pt x="18123" y="55"/>
                </a:cubicBezTo>
                <a:cubicBezTo>
                  <a:pt x="17939" y="18"/>
                  <a:pt x="17753" y="1"/>
                  <a:pt x="17568" y="1"/>
                </a:cubicBezTo>
                <a:close/>
              </a:path>
            </a:pathLst>
          </a:cu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9" name="Google Shape;939;p50"/>
          <p:cNvGrpSpPr/>
          <p:nvPr/>
        </p:nvGrpSpPr>
        <p:grpSpPr>
          <a:xfrm flipH="1" rot="-1011707">
            <a:off x="7264438" y="4141938"/>
            <a:ext cx="1122193" cy="773363"/>
            <a:chOff x="659741" y="1946850"/>
            <a:chExt cx="995132" cy="685799"/>
          </a:xfrm>
        </p:grpSpPr>
        <p:sp>
          <p:nvSpPr>
            <p:cNvPr id="940" name="Google Shape;940;p50"/>
            <p:cNvSpPr/>
            <p:nvPr/>
          </p:nvSpPr>
          <p:spPr>
            <a:xfrm>
              <a:off x="680245" y="1946850"/>
              <a:ext cx="954150" cy="685794"/>
            </a:xfrm>
            <a:custGeom>
              <a:rect b="b" l="l" r="r" t="t"/>
              <a:pathLst>
                <a:path extrusionOk="0" h="10946" w="15297">
                  <a:moveTo>
                    <a:pt x="8580" y="1"/>
                  </a:moveTo>
                  <a:cubicBezTo>
                    <a:pt x="7892" y="1"/>
                    <a:pt x="7132" y="108"/>
                    <a:pt x="6292" y="353"/>
                  </a:cubicBezTo>
                  <a:cubicBezTo>
                    <a:pt x="1504" y="1751"/>
                    <a:pt x="1028" y="5956"/>
                    <a:pt x="1134" y="8202"/>
                  </a:cubicBezTo>
                  <a:cubicBezTo>
                    <a:pt x="1112" y="8287"/>
                    <a:pt x="1091" y="8382"/>
                    <a:pt x="1091" y="8467"/>
                  </a:cubicBezTo>
                  <a:cubicBezTo>
                    <a:pt x="1038" y="8446"/>
                    <a:pt x="975" y="8435"/>
                    <a:pt x="911" y="8435"/>
                  </a:cubicBezTo>
                  <a:cubicBezTo>
                    <a:pt x="615" y="8435"/>
                    <a:pt x="265" y="8721"/>
                    <a:pt x="127" y="9081"/>
                  </a:cubicBezTo>
                  <a:cubicBezTo>
                    <a:pt x="0" y="9399"/>
                    <a:pt x="85" y="9770"/>
                    <a:pt x="350" y="9992"/>
                  </a:cubicBezTo>
                  <a:cubicBezTo>
                    <a:pt x="509" y="10140"/>
                    <a:pt x="699" y="10246"/>
                    <a:pt x="911" y="10289"/>
                  </a:cubicBezTo>
                  <a:cubicBezTo>
                    <a:pt x="953" y="10501"/>
                    <a:pt x="1091" y="10808"/>
                    <a:pt x="1568" y="10850"/>
                  </a:cubicBezTo>
                  <a:cubicBezTo>
                    <a:pt x="1666" y="10859"/>
                    <a:pt x="1762" y="10863"/>
                    <a:pt x="1853" y="10863"/>
                  </a:cubicBezTo>
                  <a:cubicBezTo>
                    <a:pt x="2224" y="10863"/>
                    <a:pt x="2531" y="10793"/>
                    <a:pt x="2744" y="10649"/>
                  </a:cubicBezTo>
                  <a:cubicBezTo>
                    <a:pt x="2786" y="10702"/>
                    <a:pt x="2818" y="10755"/>
                    <a:pt x="2871" y="10797"/>
                  </a:cubicBezTo>
                  <a:cubicBezTo>
                    <a:pt x="2977" y="10893"/>
                    <a:pt x="3125" y="10946"/>
                    <a:pt x="3284" y="10946"/>
                  </a:cubicBezTo>
                  <a:cubicBezTo>
                    <a:pt x="3750" y="10946"/>
                    <a:pt x="4343" y="10543"/>
                    <a:pt x="4566" y="10066"/>
                  </a:cubicBezTo>
                  <a:cubicBezTo>
                    <a:pt x="4714" y="9801"/>
                    <a:pt x="4693" y="9473"/>
                    <a:pt x="4502" y="9240"/>
                  </a:cubicBezTo>
                  <a:cubicBezTo>
                    <a:pt x="4460" y="9177"/>
                    <a:pt x="4396" y="9124"/>
                    <a:pt x="4333" y="9081"/>
                  </a:cubicBezTo>
                  <a:cubicBezTo>
                    <a:pt x="4269" y="7651"/>
                    <a:pt x="4417" y="4442"/>
                    <a:pt x="6981" y="3361"/>
                  </a:cubicBezTo>
                  <a:cubicBezTo>
                    <a:pt x="7390" y="3188"/>
                    <a:pt x="7770" y="3112"/>
                    <a:pt x="8121" y="3112"/>
                  </a:cubicBezTo>
                  <a:cubicBezTo>
                    <a:pt x="9357" y="3112"/>
                    <a:pt x="10235" y="4056"/>
                    <a:pt x="10805" y="5014"/>
                  </a:cubicBezTo>
                  <a:cubicBezTo>
                    <a:pt x="10646" y="5141"/>
                    <a:pt x="10529" y="5321"/>
                    <a:pt x="10466" y="5522"/>
                  </a:cubicBezTo>
                  <a:cubicBezTo>
                    <a:pt x="10328" y="5872"/>
                    <a:pt x="10445" y="6274"/>
                    <a:pt x="10752" y="6497"/>
                  </a:cubicBezTo>
                  <a:cubicBezTo>
                    <a:pt x="10932" y="6634"/>
                    <a:pt x="11144" y="6730"/>
                    <a:pt x="11366" y="6761"/>
                  </a:cubicBezTo>
                  <a:cubicBezTo>
                    <a:pt x="11430" y="6973"/>
                    <a:pt x="11599" y="7280"/>
                    <a:pt x="12097" y="7291"/>
                  </a:cubicBezTo>
                  <a:lnTo>
                    <a:pt x="12129" y="7291"/>
                  </a:lnTo>
                  <a:cubicBezTo>
                    <a:pt x="12648" y="7291"/>
                    <a:pt x="13050" y="7185"/>
                    <a:pt x="13305" y="6984"/>
                  </a:cubicBezTo>
                  <a:cubicBezTo>
                    <a:pt x="13347" y="7026"/>
                    <a:pt x="13400" y="7069"/>
                    <a:pt x="13453" y="7111"/>
                  </a:cubicBezTo>
                  <a:cubicBezTo>
                    <a:pt x="13559" y="7196"/>
                    <a:pt x="13686" y="7238"/>
                    <a:pt x="13824" y="7238"/>
                  </a:cubicBezTo>
                  <a:cubicBezTo>
                    <a:pt x="14300" y="7238"/>
                    <a:pt x="14915" y="6772"/>
                    <a:pt x="15137" y="6242"/>
                  </a:cubicBezTo>
                  <a:cubicBezTo>
                    <a:pt x="15296" y="5903"/>
                    <a:pt x="15254" y="5586"/>
                    <a:pt x="15021" y="5342"/>
                  </a:cubicBezTo>
                  <a:cubicBezTo>
                    <a:pt x="14915" y="5215"/>
                    <a:pt x="14766" y="5130"/>
                    <a:pt x="14597" y="5098"/>
                  </a:cubicBezTo>
                  <a:cubicBezTo>
                    <a:pt x="14496" y="4739"/>
                    <a:pt x="13153" y="1"/>
                    <a:pt x="8580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14300">
              <a:solidFill>
                <a:schemeClr val="dk2"/>
              </a:solidFill>
              <a:prstDash val="solid"/>
              <a:miter lim="105"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50"/>
            <p:cNvSpPr/>
            <p:nvPr/>
          </p:nvSpPr>
          <p:spPr>
            <a:xfrm>
              <a:off x="896859" y="2101571"/>
              <a:ext cx="559936" cy="457756"/>
            </a:xfrm>
            <a:custGeom>
              <a:rect b="b" l="l" r="r" t="t"/>
              <a:pathLst>
                <a:path extrusionOk="0" h="10156" w="12423">
                  <a:moveTo>
                    <a:pt x="6548" y="1"/>
                  </a:moveTo>
                  <a:cubicBezTo>
                    <a:pt x="6220" y="1"/>
                    <a:pt x="5877" y="32"/>
                    <a:pt x="5516" y="98"/>
                  </a:cubicBezTo>
                  <a:cubicBezTo>
                    <a:pt x="371" y="1002"/>
                    <a:pt x="1" y="7792"/>
                    <a:pt x="47" y="10133"/>
                  </a:cubicBezTo>
                  <a:lnTo>
                    <a:pt x="1298" y="10156"/>
                  </a:lnTo>
                  <a:cubicBezTo>
                    <a:pt x="1298" y="10156"/>
                    <a:pt x="279" y="3250"/>
                    <a:pt x="4867" y="1303"/>
                  </a:cubicBezTo>
                  <a:cubicBezTo>
                    <a:pt x="5431" y="1068"/>
                    <a:pt x="5953" y="965"/>
                    <a:pt x="6436" y="965"/>
                  </a:cubicBezTo>
                  <a:cubicBezTo>
                    <a:pt x="9900" y="965"/>
                    <a:pt x="11310" y="6286"/>
                    <a:pt x="11310" y="6286"/>
                  </a:cubicBezTo>
                  <a:lnTo>
                    <a:pt x="12423" y="5590"/>
                  </a:lnTo>
                  <a:cubicBezTo>
                    <a:pt x="11890" y="3930"/>
                    <a:pt x="10243" y="1"/>
                    <a:pt x="65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0"/>
            <p:cNvSpPr/>
            <p:nvPr/>
          </p:nvSpPr>
          <p:spPr>
            <a:xfrm>
              <a:off x="659741" y="1951260"/>
              <a:ext cx="932866" cy="601808"/>
            </a:xfrm>
            <a:custGeom>
              <a:rect b="b" l="l" r="r" t="t"/>
              <a:pathLst>
                <a:path extrusionOk="0" h="13352" w="20697">
                  <a:moveTo>
                    <a:pt x="12352" y="0"/>
                  </a:moveTo>
                  <a:cubicBezTo>
                    <a:pt x="11398" y="0"/>
                    <a:pt x="10343" y="149"/>
                    <a:pt x="9178" y="490"/>
                  </a:cubicBezTo>
                  <a:cubicBezTo>
                    <a:pt x="1" y="3178"/>
                    <a:pt x="2295" y="13352"/>
                    <a:pt x="2295" y="13352"/>
                  </a:cubicBezTo>
                  <a:lnTo>
                    <a:pt x="2643" y="13352"/>
                  </a:lnTo>
                  <a:cubicBezTo>
                    <a:pt x="2434" y="10107"/>
                    <a:pt x="2828" y="2830"/>
                    <a:pt x="10569" y="1185"/>
                  </a:cubicBezTo>
                  <a:cubicBezTo>
                    <a:pt x="11175" y="1059"/>
                    <a:pt x="11745" y="1000"/>
                    <a:pt x="12282" y="1000"/>
                  </a:cubicBezTo>
                  <a:cubicBezTo>
                    <a:pt x="16773" y="1000"/>
                    <a:pt x="18902" y="5081"/>
                    <a:pt x="19792" y="7628"/>
                  </a:cubicBezTo>
                  <a:lnTo>
                    <a:pt x="20696" y="7071"/>
                  </a:lnTo>
                  <a:cubicBezTo>
                    <a:pt x="20696" y="7071"/>
                    <a:pt x="18929" y="0"/>
                    <a:pt x="123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0"/>
            <p:cNvSpPr/>
            <p:nvPr/>
          </p:nvSpPr>
          <p:spPr>
            <a:xfrm>
              <a:off x="769444" y="1996331"/>
              <a:ext cx="782414" cy="558854"/>
            </a:xfrm>
            <a:custGeom>
              <a:rect b="b" l="l" r="r" t="t"/>
              <a:pathLst>
                <a:path extrusionOk="0" h="12399" w="17359">
                  <a:moveTo>
                    <a:pt x="9849" y="0"/>
                  </a:moveTo>
                  <a:cubicBezTo>
                    <a:pt x="9312" y="0"/>
                    <a:pt x="8741" y="59"/>
                    <a:pt x="8135" y="185"/>
                  </a:cubicBezTo>
                  <a:cubicBezTo>
                    <a:pt x="371" y="1830"/>
                    <a:pt x="0" y="9107"/>
                    <a:pt x="209" y="12352"/>
                  </a:cubicBezTo>
                  <a:lnTo>
                    <a:pt x="1646" y="12398"/>
                  </a:lnTo>
                  <a:cubicBezTo>
                    <a:pt x="1321" y="9733"/>
                    <a:pt x="1229" y="3059"/>
                    <a:pt x="8343" y="1390"/>
                  </a:cubicBezTo>
                  <a:cubicBezTo>
                    <a:pt x="8887" y="1260"/>
                    <a:pt x="9398" y="1200"/>
                    <a:pt x="9880" y="1200"/>
                  </a:cubicBezTo>
                  <a:cubicBezTo>
                    <a:pt x="13694" y="1200"/>
                    <a:pt x="15632" y="4941"/>
                    <a:pt x="16455" y="7184"/>
                  </a:cubicBezTo>
                  <a:lnTo>
                    <a:pt x="17358" y="6604"/>
                  </a:lnTo>
                  <a:cubicBezTo>
                    <a:pt x="16468" y="4079"/>
                    <a:pt x="14339" y="0"/>
                    <a:pt x="98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0"/>
            <p:cNvSpPr/>
            <p:nvPr/>
          </p:nvSpPr>
          <p:spPr>
            <a:xfrm>
              <a:off x="824791" y="2050416"/>
              <a:ext cx="686319" cy="506840"/>
            </a:xfrm>
            <a:custGeom>
              <a:rect b="b" l="l" r="r" t="t"/>
              <a:pathLst>
                <a:path extrusionOk="0" h="11245" w="15227">
                  <a:moveTo>
                    <a:pt x="8653" y="0"/>
                  </a:moveTo>
                  <a:cubicBezTo>
                    <a:pt x="8171" y="0"/>
                    <a:pt x="7659" y="60"/>
                    <a:pt x="7115" y="190"/>
                  </a:cubicBezTo>
                  <a:cubicBezTo>
                    <a:pt x="1" y="1859"/>
                    <a:pt x="93" y="8533"/>
                    <a:pt x="418" y="11198"/>
                  </a:cubicBezTo>
                  <a:lnTo>
                    <a:pt x="1646" y="11244"/>
                  </a:lnTo>
                  <a:cubicBezTo>
                    <a:pt x="1623" y="8904"/>
                    <a:pt x="1970" y="2137"/>
                    <a:pt x="7115" y="1210"/>
                  </a:cubicBezTo>
                  <a:cubicBezTo>
                    <a:pt x="7466" y="1147"/>
                    <a:pt x="7802" y="1118"/>
                    <a:pt x="8121" y="1118"/>
                  </a:cubicBezTo>
                  <a:cubicBezTo>
                    <a:pt x="11835" y="1118"/>
                    <a:pt x="13488" y="5061"/>
                    <a:pt x="14022" y="6725"/>
                  </a:cubicBezTo>
                  <a:lnTo>
                    <a:pt x="15227" y="5961"/>
                  </a:lnTo>
                  <a:cubicBezTo>
                    <a:pt x="14404" y="3738"/>
                    <a:pt x="12466" y="0"/>
                    <a:pt x="86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0"/>
            <p:cNvSpPr/>
            <p:nvPr/>
          </p:nvSpPr>
          <p:spPr>
            <a:xfrm>
              <a:off x="767325" y="1993807"/>
              <a:ext cx="760508" cy="557186"/>
            </a:xfrm>
            <a:custGeom>
              <a:rect b="b" l="l" r="r" t="t"/>
              <a:pathLst>
                <a:path extrusionOk="0" h="12362" w="16873">
                  <a:moveTo>
                    <a:pt x="9965" y="0"/>
                  </a:moveTo>
                  <a:cubicBezTo>
                    <a:pt x="9414" y="0"/>
                    <a:pt x="8820" y="54"/>
                    <a:pt x="8182" y="171"/>
                  </a:cubicBezTo>
                  <a:cubicBezTo>
                    <a:pt x="5540" y="658"/>
                    <a:pt x="3500" y="1979"/>
                    <a:pt x="2087" y="4111"/>
                  </a:cubicBezTo>
                  <a:cubicBezTo>
                    <a:pt x="302" y="6823"/>
                    <a:pt x="1" y="10252"/>
                    <a:pt x="464" y="12292"/>
                  </a:cubicBezTo>
                  <a:cubicBezTo>
                    <a:pt x="488" y="12338"/>
                    <a:pt x="511" y="12361"/>
                    <a:pt x="557" y="12361"/>
                  </a:cubicBezTo>
                  <a:lnTo>
                    <a:pt x="580" y="12361"/>
                  </a:lnTo>
                  <a:cubicBezTo>
                    <a:pt x="603" y="12361"/>
                    <a:pt x="650" y="12315"/>
                    <a:pt x="627" y="12269"/>
                  </a:cubicBezTo>
                  <a:cubicBezTo>
                    <a:pt x="163" y="10252"/>
                    <a:pt x="464" y="6869"/>
                    <a:pt x="2226" y="4204"/>
                  </a:cubicBezTo>
                  <a:cubicBezTo>
                    <a:pt x="3593" y="2118"/>
                    <a:pt x="5609" y="820"/>
                    <a:pt x="8205" y="334"/>
                  </a:cubicBezTo>
                  <a:cubicBezTo>
                    <a:pt x="8830" y="220"/>
                    <a:pt x="9409" y="168"/>
                    <a:pt x="9946" y="168"/>
                  </a:cubicBezTo>
                  <a:cubicBezTo>
                    <a:pt x="12577" y="168"/>
                    <a:pt x="14191" y="1400"/>
                    <a:pt x="15134" y="2535"/>
                  </a:cubicBezTo>
                  <a:cubicBezTo>
                    <a:pt x="15876" y="3485"/>
                    <a:pt x="16409" y="4551"/>
                    <a:pt x="16710" y="5733"/>
                  </a:cubicBezTo>
                  <a:cubicBezTo>
                    <a:pt x="16710" y="5767"/>
                    <a:pt x="16735" y="5789"/>
                    <a:pt x="16767" y="5789"/>
                  </a:cubicBezTo>
                  <a:cubicBezTo>
                    <a:pt x="16778" y="5789"/>
                    <a:pt x="16790" y="5786"/>
                    <a:pt x="16803" y="5780"/>
                  </a:cubicBezTo>
                  <a:cubicBezTo>
                    <a:pt x="16849" y="5780"/>
                    <a:pt x="16872" y="5733"/>
                    <a:pt x="16872" y="5687"/>
                  </a:cubicBezTo>
                  <a:cubicBezTo>
                    <a:pt x="16851" y="5624"/>
                    <a:pt x="15618" y="0"/>
                    <a:pt x="9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0"/>
            <p:cNvSpPr/>
            <p:nvPr/>
          </p:nvSpPr>
          <p:spPr>
            <a:xfrm>
              <a:off x="820599" y="2045053"/>
              <a:ext cx="684246" cy="525771"/>
            </a:xfrm>
            <a:custGeom>
              <a:rect b="b" l="l" r="r" t="t"/>
              <a:pathLst>
                <a:path extrusionOk="0" h="11665" w="15181">
                  <a:moveTo>
                    <a:pt x="8516" y="1"/>
                  </a:moveTo>
                  <a:cubicBezTo>
                    <a:pt x="8201" y="1"/>
                    <a:pt x="7874" y="25"/>
                    <a:pt x="7533" y="77"/>
                  </a:cubicBezTo>
                  <a:cubicBezTo>
                    <a:pt x="5123" y="471"/>
                    <a:pt x="3199" y="1630"/>
                    <a:pt x="1924" y="3507"/>
                  </a:cubicBezTo>
                  <a:cubicBezTo>
                    <a:pt x="464" y="5686"/>
                    <a:pt x="1" y="8629"/>
                    <a:pt x="673" y="11595"/>
                  </a:cubicBezTo>
                  <a:cubicBezTo>
                    <a:pt x="673" y="11642"/>
                    <a:pt x="719" y="11665"/>
                    <a:pt x="742" y="11665"/>
                  </a:cubicBezTo>
                  <a:lnTo>
                    <a:pt x="766" y="11665"/>
                  </a:lnTo>
                  <a:cubicBezTo>
                    <a:pt x="812" y="11642"/>
                    <a:pt x="835" y="11595"/>
                    <a:pt x="835" y="11549"/>
                  </a:cubicBezTo>
                  <a:cubicBezTo>
                    <a:pt x="163" y="8629"/>
                    <a:pt x="627" y="5732"/>
                    <a:pt x="2063" y="3600"/>
                  </a:cubicBezTo>
                  <a:cubicBezTo>
                    <a:pt x="3292" y="1769"/>
                    <a:pt x="5215" y="610"/>
                    <a:pt x="7579" y="239"/>
                  </a:cubicBezTo>
                  <a:cubicBezTo>
                    <a:pt x="7916" y="187"/>
                    <a:pt x="8239" y="162"/>
                    <a:pt x="8549" y="162"/>
                  </a:cubicBezTo>
                  <a:cubicBezTo>
                    <a:pt x="13281" y="162"/>
                    <a:pt x="14997" y="5920"/>
                    <a:pt x="15018" y="5964"/>
                  </a:cubicBezTo>
                  <a:cubicBezTo>
                    <a:pt x="15042" y="6010"/>
                    <a:pt x="15088" y="6033"/>
                    <a:pt x="15134" y="6033"/>
                  </a:cubicBezTo>
                  <a:cubicBezTo>
                    <a:pt x="15157" y="6010"/>
                    <a:pt x="15181" y="5964"/>
                    <a:pt x="15181" y="5940"/>
                  </a:cubicBezTo>
                  <a:cubicBezTo>
                    <a:pt x="15159" y="5875"/>
                    <a:pt x="13398" y="1"/>
                    <a:pt x="8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0"/>
            <p:cNvSpPr/>
            <p:nvPr/>
          </p:nvSpPr>
          <p:spPr>
            <a:xfrm>
              <a:off x="893749" y="2097740"/>
              <a:ext cx="566832" cy="463706"/>
            </a:xfrm>
            <a:custGeom>
              <a:rect b="b" l="l" r="r" t="t"/>
              <a:pathLst>
                <a:path extrusionOk="0" h="10288" w="12576">
                  <a:moveTo>
                    <a:pt x="6544" y="1"/>
                  </a:moveTo>
                  <a:cubicBezTo>
                    <a:pt x="6167" y="1"/>
                    <a:pt x="5771" y="43"/>
                    <a:pt x="5354" y="136"/>
                  </a:cubicBezTo>
                  <a:cubicBezTo>
                    <a:pt x="3129" y="623"/>
                    <a:pt x="1553" y="2269"/>
                    <a:pt x="719" y="5073"/>
                  </a:cubicBezTo>
                  <a:cubicBezTo>
                    <a:pt x="232" y="6741"/>
                    <a:pt x="0" y="8456"/>
                    <a:pt x="46" y="10194"/>
                  </a:cubicBezTo>
                  <a:cubicBezTo>
                    <a:pt x="46" y="10241"/>
                    <a:pt x="70" y="10287"/>
                    <a:pt x="116" y="10287"/>
                  </a:cubicBezTo>
                  <a:lnTo>
                    <a:pt x="116" y="10264"/>
                  </a:lnTo>
                  <a:cubicBezTo>
                    <a:pt x="162" y="10264"/>
                    <a:pt x="186" y="10241"/>
                    <a:pt x="186" y="10194"/>
                  </a:cubicBezTo>
                  <a:cubicBezTo>
                    <a:pt x="162" y="8456"/>
                    <a:pt x="394" y="6741"/>
                    <a:pt x="858" y="5096"/>
                  </a:cubicBezTo>
                  <a:cubicBezTo>
                    <a:pt x="1692" y="2384"/>
                    <a:pt x="3221" y="762"/>
                    <a:pt x="5377" y="299"/>
                  </a:cubicBezTo>
                  <a:cubicBezTo>
                    <a:pt x="5777" y="211"/>
                    <a:pt x="6157" y="170"/>
                    <a:pt x="6519" y="170"/>
                  </a:cubicBezTo>
                  <a:cubicBezTo>
                    <a:pt x="10729" y="170"/>
                    <a:pt x="12401" y="5658"/>
                    <a:pt x="12422" y="5722"/>
                  </a:cubicBezTo>
                  <a:cubicBezTo>
                    <a:pt x="12431" y="5757"/>
                    <a:pt x="12457" y="5772"/>
                    <a:pt x="12484" y="5772"/>
                  </a:cubicBezTo>
                  <a:cubicBezTo>
                    <a:pt x="12528" y="5772"/>
                    <a:pt x="12575" y="5733"/>
                    <a:pt x="12561" y="5675"/>
                  </a:cubicBezTo>
                  <a:cubicBezTo>
                    <a:pt x="12540" y="5611"/>
                    <a:pt x="10852" y="1"/>
                    <a:pt x="6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0"/>
            <p:cNvSpPr/>
            <p:nvPr/>
          </p:nvSpPr>
          <p:spPr>
            <a:xfrm>
              <a:off x="667944" y="2438611"/>
              <a:ext cx="324567" cy="190567"/>
            </a:xfrm>
            <a:custGeom>
              <a:rect b="b" l="l" r="r" t="t"/>
              <a:pathLst>
                <a:path extrusionOk="0" h="4228" w="7201">
                  <a:moveTo>
                    <a:pt x="2623" y="1"/>
                  </a:moveTo>
                  <a:cubicBezTo>
                    <a:pt x="1840" y="1"/>
                    <a:pt x="1905" y="1009"/>
                    <a:pt x="1905" y="1009"/>
                  </a:cubicBezTo>
                  <a:cubicBezTo>
                    <a:pt x="1807" y="940"/>
                    <a:pt x="1698" y="909"/>
                    <a:pt x="1586" y="909"/>
                  </a:cubicBezTo>
                  <a:cubicBezTo>
                    <a:pt x="870" y="909"/>
                    <a:pt x="1" y="2172"/>
                    <a:pt x="862" y="2933"/>
                  </a:cubicBezTo>
                  <a:cubicBezTo>
                    <a:pt x="1138" y="3177"/>
                    <a:pt x="1409" y="3298"/>
                    <a:pt x="1646" y="3331"/>
                  </a:cubicBezTo>
                  <a:lnTo>
                    <a:pt x="1646" y="3331"/>
                  </a:lnTo>
                  <a:cubicBezTo>
                    <a:pt x="1701" y="3698"/>
                    <a:pt x="1937" y="4033"/>
                    <a:pt x="2484" y="4092"/>
                  </a:cubicBezTo>
                  <a:cubicBezTo>
                    <a:pt x="2627" y="4105"/>
                    <a:pt x="2763" y="4111"/>
                    <a:pt x="2890" y="4111"/>
                  </a:cubicBezTo>
                  <a:cubicBezTo>
                    <a:pt x="3458" y="4111"/>
                    <a:pt x="3865" y="3985"/>
                    <a:pt x="4122" y="3788"/>
                  </a:cubicBezTo>
                  <a:lnTo>
                    <a:pt x="4122" y="3788"/>
                  </a:lnTo>
                  <a:cubicBezTo>
                    <a:pt x="4177" y="3876"/>
                    <a:pt x="4248" y="3963"/>
                    <a:pt x="4338" y="4045"/>
                  </a:cubicBezTo>
                  <a:cubicBezTo>
                    <a:pt x="4472" y="4172"/>
                    <a:pt x="4649" y="4227"/>
                    <a:pt x="4844" y="4227"/>
                  </a:cubicBezTo>
                  <a:cubicBezTo>
                    <a:pt x="5794" y="4227"/>
                    <a:pt x="7201" y="2909"/>
                    <a:pt x="6470" y="2006"/>
                  </a:cubicBezTo>
                  <a:cubicBezTo>
                    <a:pt x="6247" y="1722"/>
                    <a:pt x="5990" y="1617"/>
                    <a:pt x="5746" y="1617"/>
                  </a:cubicBezTo>
                  <a:cubicBezTo>
                    <a:pt x="5744" y="1617"/>
                    <a:pt x="5741" y="1617"/>
                    <a:pt x="5738" y="1617"/>
                  </a:cubicBezTo>
                  <a:lnTo>
                    <a:pt x="5738" y="1617"/>
                  </a:lnTo>
                  <a:cubicBezTo>
                    <a:pt x="5784" y="1188"/>
                    <a:pt x="5609" y="671"/>
                    <a:pt x="5103" y="291"/>
                  </a:cubicBezTo>
                  <a:cubicBezTo>
                    <a:pt x="4905" y="139"/>
                    <a:pt x="4702" y="76"/>
                    <a:pt x="4507" y="76"/>
                  </a:cubicBezTo>
                  <a:cubicBezTo>
                    <a:pt x="4197" y="76"/>
                    <a:pt x="3909" y="235"/>
                    <a:pt x="3698" y="453"/>
                  </a:cubicBezTo>
                  <a:lnTo>
                    <a:pt x="3698" y="453"/>
                  </a:lnTo>
                  <a:cubicBezTo>
                    <a:pt x="3571" y="332"/>
                    <a:pt x="3401" y="220"/>
                    <a:pt x="3179" y="129"/>
                  </a:cubicBezTo>
                  <a:cubicBezTo>
                    <a:pt x="2958" y="38"/>
                    <a:pt x="2774" y="1"/>
                    <a:pt x="2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0"/>
            <p:cNvSpPr/>
            <p:nvPr/>
          </p:nvSpPr>
          <p:spPr>
            <a:xfrm>
              <a:off x="680654" y="2434916"/>
              <a:ext cx="294594" cy="197733"/>
            </a:xfrm>
            <a:custGeom>
              <a:rect b="b" l="l" r="r" t="t"/>
              <a:pathLst>
                <a:path extrusionOk="0" h="4387" w="6536">
                  <a:moveTo>
                    <a:pt x="3407" y="651"/>
                  </a:moveTo>
                  <a:cubicBezTo>
                    <a:pt x="3616" y="859"/>
                    <a:pt x="3708" y="1161"/>
                    <a:pt x="3616" y="1439"/>
                  </a:cubicBezTo>
                  <a:cubicBezTo>
                    <a:pt x="3602" y="1551"/>
                    <a:pt x="3511" y="1612"/>
                    <a:pt x="3416" y="1612"/>
                  </a:cubicBezTo>
                  <a:cubicBezTo>
                    <a:pt x="3354" y="1612"/>
                    <a:pt x="3291" y="1586"/>
                    <a:pt x="3245" y="1532"/>
                  </a:cubicBezTo>
                  <a:cubicBezTo>
                    <a:pt x="3059" y="1323"/>
                    <a:pt x="3175" y="952"/>
                    <a:pt x="3407" y="651"/>
                  </a:cubicBezTo>
                  <a:close/>
                  <a:moveTo>
                    <a:pt x="5354" y="1786"/>
                  </a:moveTo>
                  <a:lnTo>
                    <a:pt x="5354" y="1786"/>
                  </a:lnTo>
                  <a:cubicBezTo>
                    <a:pt x="5331" y="2111"/>
                    <a:pt x="5076" y="2366"/>
                    <a:pt x="4751" y="2435"/>
                  </a:cubicBezTo>
                  <a:lnTo>
                    <a:pt x="4705" y="2435"/>
                  </a:lnTo>
                  <a:cubicBezTo>
                    <a:pt x="4589" y="2435"/>
                    <a:pt x="4589" y="2389"/>
                    <a:pt x="4589" y="2366"/>
                  </a:cubicBezTo>
                  <a:cubicBezTo>
                    <a:pt x="4589" y="2204"/>
                    <a:pt x="4937" y="1833"/>
                    <a:pt x="5354" y="1786"/>
                  </a:cubicBezTo>
                  <a:close/>
                  <a:moveTo>
                    <a:pt x="1817" y="2424"/>
                  </a:moveTo>
                  <a:cubicBezTo>
                    <a:pt x="1866" y="2424"/>
                    <a:pt x="1912" y="2459"/>
                    <a:pt x="1947" y="2528"/>
                  </a:cubicBezTo>
                  <a:cubicBezTo>
                    <a:pt x="2086" y="2690"/>
                    <a:pt x="2109" y="2899"/>
                    <a:pt x="2017" y="3084"/>
                  </a:cubicBezTo>
                  <a:cubicBezTo>
                    <a:pt x="1920" y="3258"/>
                    <a:pt x="1744" y="3351"/>
                    <a:pt x="1554" y="3351"/>
                  </a:cubicBezTo>
                  <a:cubicBezTo>
                    <a:pt x="1516" y="3351"/>
                    <a:pt x="1476" y="3347"/>
                    <a:pt x="1437" y="3339"/>
                  </a:cubicBezTo>
                  <a:cubicBezTo>
                    <a:pt x="1414" y="3061"/>
                    <a:pt x="1484" y="2760"/>
                    <a:pt x="1669" y="2528"/>
                  </a:cubicBezTo>
                  <a:cubicBezTo>
                    <a:pt x="1715" y="2459"/>
                    <a:pt x="1767" y="2424"/>
                    <a:pt x="1817" y="2424"/>
                  </a:cubicBezTo>
                  <a:close/>
                  <a:moveTo>
                    <a:pt x="3987" y="2876"/>
                  </a:moveTo>
                  <a:cubicBezTo>
                    <a:pt x="4010" y="2876"/>
                    <a:pt x="4056" y="2922"/>
                    <a:pt x="4079" y="3038"/>
                  </a:cubicBezTo>
                  <a:cubicBezTo>
                    <a:pt x="4149" y="3293"/>
                    <a:pt x="4056" y="3571"/>
                    <a:pt x="3871" y="3756"/>
                  </a:cubicBezTo>
                  <a:cubicBezTo>
                    <a:pt x="3732" y="3525"/>
                    <a:pt x="3732" y="3247"/>
                    <a:pt x="3847" y="2992"/>
                  </a:cubicBezTo>
                  <a:cubicBezTo>
                    <a:pt x="3894" y="2922"/>
                    <a:pt x="3940" y="2876"/>
                    <a:pt x="3987" y="2876"/>
                  </a:cubicBezTo>
                  <a:close/>
                  <a:moveTo>
                    <a:pt x="2314" y="167"/>
                  </a:moveTo>
                  <a:cubicBezTo>
                    <a:pt x="2468" y="167"/>
                    <a:pt x="2648" y="213"/>
                    <a:pt x="2851" y="303"/>
                  </a:cubicBezTo>
                  <a:cubicBezTo>
                    <a:pt x="3013" y="350"/>
                    <a:pt x="3152" y="442"/>
                    <a:pt x="3291" y="558"/>
                  </a:cubicBezTo>
                  <a:cubicBezTo>
                    <a:pt x="3013" y="906"/>
                    <a:pt x="2874" y="1369"/>
                    <a:pt x="3129" y="1647"/>
                  </a:cubicBezTo>
                  <a:cubicBezTo>
                    <a:pt x="3199" y="1740"/>
                    <a:pt x="3314" y="1786"/>
                    <a:pt x="3430" y="1786"/>
                  </a:cubicBezTo>
                  <a:cubicBezTo>
                    <a:pt x="3593" y="1763"/>
                    <a:pt x="3732" y="1671"/>
                    <a:pt x="3778" y="1508"/>
                  </a:cubicBezTo>
                  <a:cubicBezTo>
                    <a:pt x="3894" y="1161"/>
                    <a:pt x="3778" y="790"/>
                    <a:pt x="3523" y="558"/>
                  </a:cubicBezTo>
                  <a:cubicBezTo>
                    <a:pt x="3708" y="373"/>
                    <a:pt x="3963" y="280"/>
                    <a:pt x="4218" y="257"/>
                  </a:cubicBezTo>
                  <a:cubicBezTo>
                    <a:pt x="4427" y="257"/>
                    <a:pt x="4612" y="326"/>
                    <a:pt x="4774" y="465"/>
                  </a:cubicBezTo>
                  <a:cubicBezTo>
                    <a:pt x="5168" y="720"/>
                    <a:pt x="5377" y="1161"/>
                    <a:pt x="5377" y="1624"/>
                  </a:cubicBezTo>
                  <a:cubicBezTo>
                    <a:pt x="4867" y="1671"/>
                    <a:pt x="4427" y="2111"/>
                    <a:pt x="4427" y="2366"/>
                  </a:cubicBezTo>
                  <a:cubicBezTo>
                    <a:pt x="4427" y="2435"/>
                    <a:pt x="4450" y="2598"/>
                    <a:pt x="4751" y="2598"/>
                  </a:cubicBezTo>
                  <a:cubicBezTo>
                    <a:pt x="5168" y="2528"/>
                    <a:pt x="5493" y="2204"/>
                    <a:pt x="5516" y="1786"/>
                  </a:cubicBezTo>
                  <a:cubicBezTo>
                    <a:pt x="5771" y="1810"/>
                    <a:pt x="5980" y="1926"/>
                    <a:pt x="6142" y="2134"/>
                  </a:cubicBezTo>
                  <a:cubicBezTo>
                    <a:pt x="6350" y="2412"/>
                    <a:pt x="6374" y="2806"/>
                    <a:pt x="6211" y="3107"/>
                  </a:cubicBezTo>
                  <a:cubicBezTo>
                    <a:pt x="5910" y="3710"/>
                    <a:pt x="5145" y="4243"/>
                    <a:pt x="4566" y="4243"/>
                  </a:cubicBezTo>
                  <a:cubicBezTo>
                    <a:pt x="4404" y="4243"/>
                    <a:pt x="4218" y="4174"/>
                    <a:pt x="4102" y="4081"/>
                  </a:cubicBezTo>
                  <a:cubicBezTo>
                    <a:pt x="4033" y="4011"/>
                    <a:pt x="3987" y="3965"/>
                    <a:pt x="3940" y="3895"/>
                  </a:cubicBezTo>
                  <a:cubicBezTo>
                    <a:pt x="4218" y="3687"/>
                    <a:pt x="4334" y="3339"/>
                    <a:pt x="4241" y="3015"/>
                  </a:cubicBezTo>
                  <a:cubicBezTo>
                    <a:pt x="4195" y="2760"/>
                    <a:pt x="4079" y="2713"/>
                    <a:pt x="4010" y="2713"/>
                  </a:cubicBezTo>
                  <a:cubicBezTo>
                    <a:pt x="3871" y="2737"/>
                    <a:pt x="3778" y="2806"/>
                    <a:pt x="3732" y="2922"/>
                  </a:cubicBezTo>
                  <a:cubicBezTo>
                    <a:pt x="3593" y="3223"/>
                    <a:pt x="3593" y="3571"/>
                    <a:pt x="3755" y="3849"/>
                  </a:cubicBezTo>
                  <a:cubicBezTo>
                    <a:pt x="3409" y="4039"/>
                    <a:pt x="3012" y="4139"/>
                    <a:pt x="2620" y="4139"/>
                  </a:cubicBezTo>
                  <a:cubicBezTo>
                    <a:pt x="2487" y="4139"/>
                    <a:pt x="2355" y="4128"/>
                    <a:pt x="2225" y="4104"/>
                  </a:cubicBezTo>
                  <a:cubicBezTo>
                    <a:pt x="1854" y="4104"/>
                    <a:pt x="1553" y="3849"/>
                    <a:pt x="1484" y="3501"/>
                  </a:cubicBezTo>
                  <a:lnTo>
                    <a:pt x="1484" y="3501"/>
                  </a:lnTo>
                  <a:cubicBezTo>
                    <a:pt x="1519" y="3507"/>
                    <a:pt x="1555" y="3510"/>
                    <a:pt x="1590" y="3510"/>
                  </a:cubicBezTo>
                  <a:cubicBezTo>
                    <a:pt x="1831" y="3510"/>
                    <a:pt x="2058" y="3376"/>
                    <a:pt x="2179" y="3154"/>
                  </a:cubicBezTo>
                  <a:cubicBezTo>
                    <a:pt x="2295" y="2922"/>
                    <a:pt x="2272" y="2644"/>
                    <a:pt x="2109" y="2435"/>
                  </a:cubicBezTo>
                  <a:cubicBezTo>
                    <a:pt x="2063" y="2343"/>
                    <a:pt x="1947" y="2273"/>
                    <a:pt x="1831" y="2273"/>
                  </a:cubicBezTo>
                  <a:cubicBezTo>
                    <a:pt x="1715" y="2273"/>
                    <a:pt x="1623" y="2320"/>
                    <a:pt x="1553" y="2412"/>
                  </a:cubicBezTo>
                  <a:cubicBezTo>
                    <a:pt x="1345" y="2667"/>
                    <a:pt x="1252" y="2992"/>
                    <a:pt x="1275" y="3316"/>
                  </a:cubicBezTo>
                  <a:cubicBezTo>
                    <a:pt x="1020" y="3270"/>
                    <a:pt x="788" y="3131"/>
                    <a:pt x="603" y="2968"/>
                  </a:cubicBezTo>
                  <a:cubicBezTo>
                    <a:pt x="302" y="2713"/>
                    <a:pt x="186" y="2273"/>
                    <a:pt x="348" y="1879"/>
                  </a:cubicBezTo>
                  <a:cubicBezTo>
                    <a:pt x="487" y="1462"/>
                    <a:pt x="858" y="1161"/>
                    <a:pt x="1275" y="1091"/>
                  </a:cubicBezTo>
                  <a:cubicBezTo>
                    <a:pt x="1391" y="1091"/>
                    <a:pt x="1484" y="1114"/>
                    <a:pt x="1553" y="1184"/>
                  </a:cubicBezTo>
                  <a:lnTo>
                    <a:pt x="1646" y="1184"/>
                  </a:lnTo>
                  <a:cubicBezTo>
                    <a:pt x="1669" y="1161"/>
                    <a:pt x="1692" y="1138"/>
                    <a:pt x="1692" y="1114"/>
                  </a:cubicBezTo>
                  <a:cubicBezTo>
                    <a:pt x="1669" y="836"/>
                    <a:pt x="1739" y="558"/>
                    <a:pt x="1924" y="326"/>
                  </a:cubicBezTo>
                  <a:cubicBezTo>
                    <a:pt x="2019" y="219"/>
                    <a:pt x="2152" y="167"/>
                    <a:pt x="2314" y="167"/>
                  </a:cubicBezTo>
                  <a:close/>
                  <a:moveTo>
                    <a:pt x="2311" y="0"/>
                  </a:moveTo>
                  <a:cubicBezTo>
                    <a:pt x="2100" y="0"/>
                    <a:pt x="1925" y="70"/>
                    <a:pt x="1785" y="211"/>
                  </a:cubicBezTo>
                  <a:cubicBezTo>
                    <a:pt x="1623" y="419"/>
                    <a:pt x="1530" y="697"/>
                    <a:pt x="1530" y="975"/>
                  </a:cubicBezTo>
                  <a:cubicBezTo>
                    <a:pt x="1437" y="929"/>
                    <a:pt x="1368" y="929"/>
                    <a:pt x="1275" y="929"/>
                  </a:cubicBezTo>
                  <a:cubicBezTo>
                    <a:pt x="858" y="929"/>
                    <a:pt x="371" y="1323"/>
                    <a:pt x="186" y="1833"/>
                  </a:cubicBezTo>
                  <a:cubicBezTo>
                    <a:pt x="0" y="2273"/>
                    <a:pt x="139" y="2783"/>
                    <a:pt x="487" y="3084"/>
                  </a:cubicBezTo>
                  <a:cubicBezTo>
                    <a:pt x="719" y="3293"/>
                    <a:pt x="997" y="3432"/>
                    <a:pt x="1275" y="3501"/>
                  </a:cubicBezTo>
                  <a:cubicBezTo>
                    <a:pt x="1345" y="3942"/>
                    <a:pt x="1739" y="4266"/>
                    <a:pt x="2179" y="4266"/>
                  </a:cubicBezTo>
                  <a:cubicBezTo>
                    <a:pt x="2318" y="4289"/>
                    <a:pt x="2458" y="4301"/>
                    <a:pt x="2599" y="4301"/>
                  </a:cubicBezTo>
                  <a:cubicBezTo>
                    <a:pt x="3019" y="4301"/>
                    <a:pt x="3436" y="4197"/>
                    <a:pt x="3801" y="3988"/>
                  </a:cubicBezTo>
                  <a:cubicBezTo>
                    <a:pt x="3847" y="4058"/>
                    <a:pt x="3917" y="4127"/>
                    <a:pt x="3987" y="4197"/>
                  </a:cubicBezTo>
                  <a:cubicBezTo>
                    <a:pt x="4128" y="4318"/>
                    <a:pt x="4305" y="4386"/>
                    <a:pt x="4486" y="4386"/>
                  </a:cubicBezTo>
                  <a:cubicBezTo>
                    <a:pt x="4513" y="4386"/>
                    <a:pt x="4539" y="4385"/>
                    <a:pt x="4566" y="4382"/>
                  </a:cubicBezTo>
                  <a:lnTo>
                    <a:pt x="4543" y="4382"/>
                  </a:lnTo>
                  <a:cubicBezTo>
                    <a:pt x="5307" y="4313"/>
                    <a:pt x="5980" y="3849"/>
                    <a:pt x="6327" y="3154"/>
                  </a:cubicBezTo>
                  <a:cubicBezTo>
                    <a:pt x="6536" y="2806"/>
                    <a:pt x="6489" y="2343"/>
                    <a:pt x="6234" y="2018"/>
                  </a:cubicBezTo>
                  <a:cubicBezTo>
                    <a:pt x="6072" y="1786"/>
                    <a:pt x="5817" y="1647"/>
                    <a:pt x="5516" y="1624"/>
                  </a:cubicBezTo>
                  <a:cubicBezTo>
                    <a:pt x="5539" y="1091"/>
                    <a:pt x="5284" y="605"/>
                    <a:pt x="4867" y="326"/>
                  </a:cubicBezTo>
                  <a:cubicBezTo>
                    <a:pt x="4682" y="164"/>
                    <a:pt x="4450" y="95"/>
                    <a:pt x="4195" y="95"/>
                  </a:cubicBezTo>
                  <a:cubicBezTo>
                    <a:pt x="3894" y="95"/>
                    <a:pt x="3616" y="211"/>
                    <a:pt x="3407" y="419"/>
                  </a:cubicBezTo>
                  <a:cubicBezTo>
                    <a:pt x="3245" y="303"/>
                    <a:pt x="3083" y="211"/>
                    <a:pt x="2897" y="141"/>
                  </a:cubicBezTo>
                  <a:cubicBezTo>
                    <a:pt x="2678" y="47"/>
                    <a:pt x="2483" y="0"/>
                    <a:pt x="2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0"/>
            <p:cNvSpPr/>
            <p:nvPr/>
          </p:nvSpPr>
          <p:spPr>
            <a:xfrm>
              <a:off x="1309167" y="2204333"/>
              <a:ext cx="345706" cy="196246"/>
            </a:xfrm>
            <a:custGeom>
              <a:rect b="b" l="l" r="r" t="t"/>
              <a:pathLst>
                <a:path extrusionOk="0" h="4354" w="7670">
                  <a:moveTo>
                    <a:pt x="4646" y="1"/>
                  </a:moveTo>
                  <a:cubicBezTo>
                    <a:pt x="4295" y="1"/>
                    <a:pt x="3983" y="197"/>
                    <a:pt x="3768" y="455"/>
                  </a:cubicBezTo>
                  <a:lnTo>
                    <a:pt x="3768" y="455"/>
                  </a:lnTo>
                  <a:cubicBezTo>
                    <a:pt x="3621" y="339"/>
                    <a:pt x="3428" y="235"/>
                    <a:pt x="3182" y="159"/>
                  </a:cubicBezTo>
                  <a:cubicBezTo>
                    <a:pt x="2981" y="92"/>
                    <a:pt x="2812" y="63"/>
                    <a:pt x="2670" y="63"/>
                  </a:cubicBezTo>
                  <a:cubicBezTo>
                    <a:pt x="1775" y="63"/>
                    <a:pt x="1930" y="1201"/>
                    <a:pt x="1930" y="1201"/>
                  </a:cubicBezTo>
                  <a:cubicBezTo>
                    <a:pt x="1836" y="1143"/>
                    <a:pt x="1735" y="1117"/>
                    <a:pt x="1632" y="1117"/>
                  </a:cubicBezTo>
                  <a:cubicBezTo>
                    <a:pt x="872" y="1117"/>
                    <a:pt x="1" y="2552"/>
                    <a:pt x="980" y="3287"/>
                  </a:cubicBezTo>
                  <a:cubicBezTo>
                    <a:pt x="1298" y="3520"/>
                    <a:pt x="1597" y="3625"/>
                    <a:pt x="1852" y="3639"/>
                  </a:cubicBezTo>
                  <a:lnTo>
                    <a:pt x="1852" y="3639"/>
                  </a:lnTo>
                  <a:cubicBezTo>
                    <a:pt x="1938" y="4023"/>
                    <a:pt x="2210" y="4353"/>
                    <a:pt x="2788" y="4353"/>
                  </a:cubicBezTo>
                  <a:cubicBezTo>
                    <a:pt x="2814" y="4354"/>
                    <a:pt x="2840" y="4354"/>
                    <a:pt x="2865" y="4354"/>
                  </a:cubicBezTo>
                  <a:cubicBezTo>
                    <a:pt x="3667" y="4354"/>
                    <a:pt x="4197" y="4168"/>
                    <a:pt x="4491" y="3894"/>
                  </a:cubicBezTo>
                  <a:lnTo>
                    <a:pt x="4491" y="3894"/>
                  </a:lnTo>
                  <a:cubicBezTo>
                    <a:pt x="4554" y="3981"/>
                    <a:pt x="4635" y="4065"/>
                    <a:pt x="4735" y="4145"/>
                  </a:cubicBezTo>
                  <a:cubicBezTo>
                    <a:pt x="4865" y="4245"/>
                    <a:pt x="5022" y="4290"/>
                    <a:pt x="5193" y="4290"/>
                  </a:cubicBezTo>
                  <a:cubicBezTo>
                    <a:pt x="6201" y="4290"/>
                    <a:pt x="7670" y="2719"/>
                    <a:pt x="6797" y="1827"/>
                  </a:cubicBezTo>
                  <a:cubicBezTo>
                    <a:pt x="6556" y="1575"/>
                    <a:pt x="6303" y="1480"/>
                    <a:pt x="6066" y="1480"/>
                  </a:cubicBezTo>
                  <a:cubicBezTo>
                    <a:pt x="6043" y="1480"/>
                    <a:pt x="6021" y="1481"/>
                    <a:pt x="5998" y="1483"/>
                  </a:cubicBezTo>
                  <a:lnTo>
                    <a:pt x="5998" y="1483"/>
                  </a:lnTo>
                  <a:cubicBezTo>
                    <a:pt x="6005" y="1034"/>
                    <a:pt x="5777" y="522"/>
                    <a:pt x="5221" y="182"/>
                  </a:cubicBezTo>
                  <a:cubicBezTo>
                    <a:pt x="5025" y="55"/>
                    <a:pt x="4830" y="1"/>
                    <a:pt x="4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0"/>
            <p:cNvSpPr/>
            <p:nvPr/>
          </p:nvSpPr>
          <p:spPr>
            <a:xfrm>
              <a:off x="1325122" y="2200998"/>
              <a:ext cx="310279" cy="204088"/>
            </a:xfrm>
            <a:custGeom>
              <a:rect b="b" l="l" r="r" t="t"/>
              <a:pathLst>
                <a:path extrusionOk="0" h="4528" w="6884">
                  <a:moveTo>
                    <a:pt x="3430" y="650"/>
                  </a:moveTo>
                  <a:cubicBezTo>
                    <a:pt x="3662" y="835"/>
                    <a:pt x="3778" y="1160"/>
                    <a:pt x="3708" y="1461"/>
                  </a:cubicBezTo>
                  <a:cubicBezTo>
                    <a:pt x="3685" y="1553"/>
                    <a:pt x="3593" y="1646"/>
                    <a:pt x="3500" y="1646"/>
                  </a:cubicBezTo>
                  <a:cubicBezTo>
                    <a:pt x="3430" y="1646"/>
                    <a:pt x="3361" y="1623"/>
                    <a:pt x="3315" y="1577"/>
                  </a:cubicBezTo>
                  <a:cubicBezTo>
                    <a:pt x="3106" y="1391"/>
                    <a:pt x="3199" y="951"/>
                    <a:pt x="3430" y="650"/>
                  </a:cubicBezTo>
                  <a:close/>
                  <a:moveTo>
                    <a:pt x="5563" y="1646"/>
                  </a:moveTo>
                  <a:cubicBezTo>
                    <a:pt x="5563" y="2017"/>
                    <a:pt x="5308" y="2318"/>
                    <a:pt x="4960" y="2388"/>
                  </a:cubicBezTo>
                  <a:lnTo>
                    <a:pt x="4890" y="2388"/>
                  </a:lnTo>
                  <a:cubicBezTo>
                    <a:pt x="4798" y="2388"/>
                    <a:pt x="4798" y="2341"/>
                    <a:pt x="4798" y="2318"/>
                  </a:cubicBezTo>
                  <a:cubicBezTo>
                    <a:pt x="4775" y="2133"/>
                    <a:pt x="5122" y="1739"/>
                    <a:pt x="5563" y="1646"/>
                  </a:cubicBezTo>
                  <a:close/>
                  <a:moveTo>
                    <a:pt x="1924" y="2620"/>
                  </a:moveTo>
                  <a:cubicBezTo>
                    <a:pt x="1970" y="2643"/>
                    <a:pt x="2040" y="2666"/>
                    <a:pt x="2086" y="2735"/>
                  </a:cubicBezTo>
                  <a:cubicBezTo>
                    <a:pt x="2225" y="2898"/>
                    <a:pt x="2272" y="3106"/>
                    <a:pt x="2179" y="3315"/>
                  </a:cubicBezTo>
                  <a:cubicBezTo>
                    <a:pt x="2063" y="3523"/>
                    <a:pt x="1831" y="3639"/>
                    <a:pt x="1576" y="3639"/>
                  </a:cubicBezTo>
                  <a:cubicBezTo>
                    <a:pt x="1530" y="3315"/>
                    <a:pt x="1600" y="2990"/>
                    <a:pt x="1762" y="2712"/>
                  </a:cubicBezTo>
                  <a:cubicBezTo>
                    <a:pt x="1808" y="2666"/>
                    <a:pt x="1854" y="2620"/>
                    <a:pt x="1924" y="2620"/>
                  </a:cubicBezTo>
                  <a:close/>
                  <a:moveTo>
                    <a:pt x="4218" y="2898"/>
                  </a:moveTo>
                  <a:lnTo>
                    <a:pt x="4195" y="2921"/>
                  </a:lnTo>
                  <a:cubicBezTo>
                    <a:pt x="4242" y="2921"/>
                    <a:pt x="4288" y="2944"/>
                    <a:pt x="4334" y="3060"/>
                  </a:cubicBezTo>
                  <a:cubicBezTo>
                    <a:pt x="4427" y="3338"/>
                    <a:pt x="4357" y="3639"/>
                    <a:pt x="4172" y="3848"/>
                  </a:cubicBezTo>
                  <a:cubicBezTo>
                    <a:pt x="4010" y="3616"/>
                    <a:pt x="3987" y="3292"/>
                    <a:pt x="4102" y="3037"/>
                  </a:cubicBezTo>
                  <a:cubicBezTo>
                    <a:pt x="4149" y="2944"/>
                    <a:pt x="4195" y="2898"/>
                    <a:pt x="4218" y="2898"/>
                  </a:cubicBezTo>
                  <a:close/>
                  <a:moveTo>
                    <a:pt x="4311" y="140"/>
                  </a:moveTo>
                  <a:cubicBezTo>
                    <a:pt x="4496" y="140"/>
                    <a:pt x="4682" y="209"/>
                    <a:pt x="4844" y="302"/>
                  </a:cubicBezTo>
                  <a:cubicBezTo>
                    <a:pt x="5261" y="557"/>
                    <a:pt x="5539" y="997"/>
                    <a:pt x="5563" y="1484"/>
                  </a:cubicBezTo>
                  <a:cubicBezTo>
                    <a:pt x="5053" y="1577"/>
                    <a:pt x="4635" y="2040"/>
                    <a:pt x="4635" y="2318"/>
                  </a:cubicBezTo>
                  <a:cubicBezTo>
                    <a:pt x="4635" y="2445"/>
                    <a:pt x="4752" y="2553"/>
                    <a:pt x="4878" y="2553"/>
                  </a:cubicBezTo>
                  <a:cubicBezTo>
                    <a:pt x="4890" y="2553"/>
                    <a:pt x="4902" y="2552"/>
                    <a:pt x="4914" y="2550"/>
                  </a:cubicBezTo>
                  <a:lnTo>
                    <a:pt x="4983" y="2550"/>
                  </a:lnTo>
                  <a:cubicBezTo>
                    <a:pt x="5423" y="2457"/>
                    <a:pt x="5725" y="2063"/>
                    <a:pt x="5725" y="1623"/>
                  </a:cubicBezTo>
                  <a:cubicBezTo>
                    <a:pt x="5980" y="1646"/>
                    <a:pt x="6211" y="1762"/>
                    <a:pt x="6397" y="1947"/>
                  </a:cubicBezTo>
                  <a:cubicBezTo>
                    <a:pt x="6652" y="2249"/>
                    <a:pt x="6698" y="2666"/>
                    <a:pt x="6536" y="3014"/>
                  </a:cubicBezTo>
                  <a:cubicBezTo>
                    <a:pt x="6235" y="3686"/>
                    <a:pt x="5423" y="4288"/>
                    <a:pt x="4844" y="4288"/>
                  </a:cubicBezTo>
                  <a:cubicBezTo>
                    <a:pt x="4705" y="4288"/>
                    <a:pt x="4543" y="4242"/>
                    <a:pt x="4427" y="4149"/>
                  </a:cubicBezTo>
                  <a:cubicBezTo>
                    <a:pt x="4357" y="4103"/>
                    <a:pt x="4311" y="4033"/>
                    <a:pt x="4242" y="3987"/>
                  </a:cubicBezTo>
                  <a:cubicBezTo>
                    <a:pt x="4496" y="3732"/>
                    <a:pt x="4589" y="3361"/>
                    <a:pt x="4473" y="3014"/>
                  </a:cubicBezTo>
                  <a:cubicBezTo>
                    <a:pt x="4404" y="2782"/>
                    <a:pt x="4265" y="2759"/>
                    <a:pt x="4195" y="2759"/>
                  </a:cubicBezTo>
                  <a:cubicBezTo>
                    <a:pt x="4079" y="2759"/>
                    <a:pt x="3987" y="2851"/>
                    <a:pt x="3940" y="2967"/>
                  </a:cubicBezTo>
                  <a:cubicBezTo>
                    <a:pt x="3801" y="3292"/>
                    <a:pt x="3824" y="3662"/>
                    <a:pt x="4033" y="3964"/>
                  </a:cubicBezTo>
                  <a:cubicBezTo>
                    <a:pt x="3801" y="4149"/>
                    <a:pt x="3361" y="4358"/>
                    <a:pt x="2503" y="4358"/>
                  </a:cubicBezTo>
                  <a:lnTo>
                    <a:pt x="2457" y="4358"/>
                  </a:lnTo>
                  <a:cubicBezTo>
                    <a:pt x="2439" y="4359"/>
                    <a:pt x="2421" y="4359"/>
                    <a:pt x="2403" y="4359"/>
                  </a:cubicBezTo>
                  <a:cubicBezTo>
                    <a:pt x="2032" y="4359"/>
                    <a:pt x="1711" y="4133"/>
                    <a:pt x="1623" y="3801"/>
                  </a:cubicBezTo>
                  <a:cubicBezTo>
                    <a:pt x="1901" y="3801"/>
                    <a:pt x="2179" y="3639"/>
                    <a:pt x="2341" y="3384"/>
                  </a:cubicBezTo>
                  <a:cubicBezTo>
                    <a:pt x="2457" y="3106"/>
                    <a:pt x="2388" y="2805"/>
                    <a:pt x="2179" y="2596"/>
                  </a:cubicBezTo>
                  <a:cubicBezTo>
                    <a:pt x="2121" y="2492"/>
                    <a:pt x="2011" y="2440"/>
                    <a:pt x="1901" y="2440"/>
                  </a:cubicBezTo>
                  <a:cubicBezTo>
                    <a:pt x="1791" y="2440"/>
                    <a:pt x="1681" y="2492"/>
                    <a:pt x="1623" y="2596"/>
                  </a:cubicBezTo>
                  <a:cubicBezTo>
                    <a:pt x="1437" y="2898"/>
                    <a:pt x="1345" y="3245"/>
                    <a:pt x="1414" y="3593"/>
                  </a:cubicBezTo>
                  <a:cubicBezTo>
                    <a:pt x="1136" y="3547"/>
                    <a:pt x="904" y="3431"/>
                    <a:pt x="673" y="3268"/>
                  </a:cubicBezTo>
                  <a:cubicBezTo>
                    <a:pt x="325" y="3014"/>
                    <a:pt x="163" y="2527"/>
                    <a:pt x="325" y="2110"/>
                  </a:cubicBezTo>
                  <a:cubicBezTo>
                    <a:pt x="487" y="1646"/>
                    <a:pt x="904" y="1252"/>
                    <a:pt x="1275" y="1252"/>
                  </a:cubicBezTo>
                  <a:cubicBezTo>
                    <a:pt x="1368" y="1252"/>
                    <a:pt x="1437" y="1275"/>
                    <a:pt x="1530" y="1322"/>
                  </a:cubicBezTo>
                  <a:lnTo>
                    <a:pt x="1600" y="1322"/>
                  </a:lnTo>
                  <a:cubicBezTo>
                    <a:pt x="1623" y="1299"/>
                    <a:pt x="1646" y="1275"/>
                    <a:pt x="1646" y="1229"/>
                  </a:cubicBezTo>
                  <a:cubicBezTo>
                    <a:pt x="1600" y="951"/>
                    <a:pt x="1669" y="650"/>
                    <a:pt x="1831" y="395"/>
                  </a:cubicBezTo>
                  <a:cubicBezTo>
                    <a:pt x="1942" y="257"/>
                    <a:pt x="2101" y="193"/>
                    <a:pt x="2310" y="193"/>
                  </a:cubicBezTo>
                  <a:cubicBezTo>
                    <a:pt x="2452" y="193"/>
                    <a:pt x="2617" y="223"/>
                    <a:pt x="2805" y="279"/>
                  </a:cubicBezTo>
                  <a:cubicBezTo>
                    <a:pt x="2967" y="348"/>
                    <a:pt x="3129" y="418"/>
                    <a:pt x="3291" y="534"/>
                  </a:cubicBezTo>
                  <a:cubicBezTo>
                    <a:pt x="3013" y="905"/>
                    <a:pt x="2897" y="1438"/>
                    <a:pt x="3222" y="1693"/>
                  </a:cubicBezTo>
                  <a:cubicBezTo>
                    <a:pt x="3291" y="1762"/>
                    <a:pt x="3384" y="1808"/>
                    <a:pt x="3500" y="1808"/>
                  </a:cubicBezTo>
                  <a:cubicBezTo>
                    <a:pt x="3662" y="1785"/>
                    <a:pt x="3824" y="1669"/>
                    <a:pt x="3871" y="1507"/>
                  </a:cubicBezTo>
                  <a:cubicBezTo>
                    <a:pt x="3963" y="1136"/>
                    <a:pt x="3824" y="742"/>
                    <a:pt x="3523" y="511"/>
                  </a:cubicBezTo>
                  <a:cubicBezTo>
                    <a:pt x="3708" y="279"/>
                    <a:pt x="4010" y="140"/>
                    <a:pt x="4311" y="140"/>
                  </a:cubicBezTo>
                  <a:close/>
                  <a:moveTo>
                    <a:pt x="4288" y="1"/>
                  </a:moveTo>
                  <a:cubicBezTo>
                    <a:pt x="3940" y="1"/>
                    <a:pt x="3616" y="163"/>
                    <a:pt x="3407" y="418"/>
                  </a:cubicBezTo>
                  <a:cubicBezTo>
                    <a:pt x="3222" y="302"/>
                    <a:pt x="3060" y="209"/>
                    <a:pt x="2851" y="163"/>
                  </a:cubicBezTo>
                  <a:cubicBezTo>
                    <a:pt x="2655" y="92"/>
                    <a:pt x="2477" y="58"/>
                    <a:pt x="2318" y="58"/>
                  </a:cubicBezTo>
                  <a:cubicBezTo>
                    <a:pt x="2063" y="58"/>
                    <a:pt x="1858" y="145"/>
                    <a:pt x="1715" y="302"/>
                  </a:cubicBezTo>
                  <a:cubicBezTo>
                    <a:pt x="1553" y="534"/>
                    <a:pt x="1460" y="835"/>
                    <a:pt x="1484" y="1136"/>
                  </a:cubicBezTo>
                  <a:cubicBezTo>
                    <a:pt x="1414" y="1113"/>
                    <a:pt x="1345" y="1113"/>
                    <a:pt x="1275" y="1113"/>
                  </a:cubicBezTo>
                  <a:cubicBezTo>
                    <a:pt x="835" y="1113"/>
                    <a:pt x="371" y="1530"/>
                    <a:pt x="186" y="2087"/>
                  </a:cubicBezTo>
                  <a:cubicBezTo>
                    <a:pt x="0" y="2573"/>
                    <a:pt x="163" y="3129"/>
                    <a:pt x="603" y="3431"/>
                  </a:cubicBezTo>
                  <a:cubicBezTo>
                    <a:pt x="835" y="3616"/>
                    <a:pt x="1136" y="3755"/>
                    <a:pt x="1437" y="3801"/>
                  </a:cubicBezTo>
                  <a:cubicBezTo>
                    <a:pt x="1549" y="4226"/>
                    <a:pt x="1962" y="4521"/>
                    <a:pt x="2407" y="4521"/>
                  </a:cubicBezTo>
                  <a:cubicBezTo>
                    <a:pt x="2424" y="4521"/>
                    <a:pt x="2440" y="4521"/>
                    <a:pt x="2457" y="4520"/>
                  </a:cubicBezTo>
                  <a:lnTo>
                    <a:pt x="2503" y="4520"/>
                  </a:lnTo>
                  <a:cubicBezTo>
                    <a:pt x="2569" y="4525"/>
                    <a:pt x="2634" y="4528"/>
                    <a:pt x="2699" y="4528"/>
                  </a:cubicBezTo>
                  <a:cubicBezTo>
                    <a:pt x="3208" y="4528"/>
                    <a:pt x="3694" y="4370"/>
                    <a:pt x="4126" y="4103"/>
                  </a:cubicBezTo>
                  <a:cubicBezTo>
                    <a:pt x="4195" y="4172"/>
                    <a:pt x="4265" y="4242"/>
                    <a:pt x="4334" y="4288"/>
                  </a:cubicBezTo>
                  <a:cubicBezTo>
                    <a:pt x="4475" y="4389"/>
                    <a:pt x="4617" y="4455"/>
                    <a:pt x="4773" y="4455"/>
                  </a:cubicBezTo>
                  <a:cubicBezTo>
                    <a:pt x="4797" y="4455"/>
                    <a:pt x="4820" y="4453"/>
                    <a:pt x="4844" y="4450"/>
                  </a:cubicBezTo>
                  <a:cubicBezTo>
                    <a:pt x="5516" y="4450"/>
                    <a:pt x="6374" y="3825"/>
                    <a:pt x="6675" y="3106"/>
                  </a:cubicBezTo>
                  <a:cubicBezTo>
                    <a:pt x="6883" y="2689"/>
                    <a:pt x="6814" y="2179"/>
                    <a:pt x="6513" y="1855"/>
                  </a:cubicBezTo>
                  <a:cubicBezTo>
                    <a:pt x="6304" y="1623"/>
                    <a:pt x="6026" y="1484"/>
                    <a:pt x="5725" y="1484"/>
                  </a:cubicBezTo>
                  <a:cubicBezTo>
                    <a:pt x="5678" y="928"/>
                    <a:pt x="5377" y="441"/>
                    <a:pt x="4914" y="186"/>
                  </a:cubicBezTo>
                  <a:cubicBezTo>
                    <a:pt x="4728" y="70"/>
                    <a:pt x="4520" y="1"/>
                    <a:pt x="4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1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Data quality checks</a:t>
            </a:r>
            <a:endParaRPr/>
          </a:p>
        </p:txBody>
      </p:sp>
      <p:sp>
        <p:nvSpPr>
          <p:cNvPr id="957" name="Google Shape;957;p51"/>
          <p:cNvSpPr/>
          <p:nvPr/>
        </p:nvSpPr>
        <p:spPr>
          <a:xfrm>
            <a:off x="-777126" y="-697844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51"/>
          <p:cNvSpPr/>
          <p:nvPr/>
        </p:nvSpPr>
        <p:spPr>
          <a:xfrm>
            <a:off x="6230390" y="-1737214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59" name="Google Shape;959;p51"/>
          <p:cNvGraphicFramePr/>
          <p:nvPr/>
        </p:nvGraphicFramePr>
        <p:xfrm>
          <a:off x="713232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{B4DDA33F-F8AA-409B-9897-F75811746A1A}</a:tableStyleId>
              </a:tblPr>
              <a:tblGrid>
                <a:gridCol w="3566150"/>
                <a:gridCol w="11887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Check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C675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Days flagged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C675AD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Duplicate timestamps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Missing dates in the index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Missing values after cleaning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Min ≤ mean ≤ max temperature violated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Negative precipitation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Humidity or cloud outside 0–100 %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Day-to-day temperature jump &gt; 10 °C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Temperature flat-lined for 5+ days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960" name="Google Shape;960;p51"/>
          <p:cNvSpPr txBox="1"/>
          <p:nvPr/>
        </p:nvSpPr>
        <p:spPr>
          <a:xfrm>
            <a:off x="5715000" y="1188720"/>
            <a:ext cx="26974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282828"/>
                </a:solidFill>
                <a:latin typeface="Poppins"/>
                <a:ea typeface="Poppins"/>
                <a:cs typeface="Poppins"/>
                <a:sym typeface="Poppins"/>
              </a:rPr>
              <a:t>Missing-value strategy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282828"/>
                </a:solidFill>
                <a:latin typeface="Poppins"/>
                <a:ea typeface="Poppins"/>
                <a:cs typeface="Poppins"/>
                <a:sym typeface="Poppins"/>
              </a:rPr>
              <a:t>Temperature, humidity, wind, cloud: </a:t>
            </a:r>
            <a:r>
              <a:rPr b="0" i="0" lang="en-GB" sz="1100" u="none" cap="none" strike="noStrike">
                <a:solidFill>
                  <a:srgbClr val="282828"/>
                </a:solidFill>
                <a:latin typeface="Poppins"/>
                <a:ea typeface="Poppins"/>
                <a:cs typeface="Poppins"/>
                <a:sym typeface="Poppins"/>
              </a:rPr>
              <a:t>interpolate gaps of up to 3 days.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282828"/>
                </a:solidFill>
                <a:latin typeface="Poppins"/>
                <a:ea typeface="Poppins"/>
                <a:cs typeface="Poppins"/>
                <a:sym typeface="Poppins"/>
              </a:rPr>
              <a:t>Precipitation: </a:t>
            </a:r>
            <a:r>
              <a:rPr b="0" i="0" lang="en-GB" sz="1100" u="none" cap="none" strike="noStrike">
                <a:solidFill>
                  <a:srgbClr val="282828"/>
                </a:solidFill>
                <a:latin typeface="Poppins"/>
                <a:ea typeface="Poppins"/>
                <a:cs typeface="Poppins"/>
                <a:sym typeface="Poppins"/>
              </a:rPr>
              <a:t>never interpolated, as it is intermittent and interpolation would invent drizzle.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282828"/>
                </a:solidFill>
                <a:latin typeface="Poppins"/>
                <a:ea typeface="Poppins"/>
                <a:cs typeface="Poppins"/>
                <a:sym typeface="Poppins"/>
              </a:rPr>
              <a:t>Units: </a:t>
            </a:r>
            <a:r>
              <a:rPr b="0" i="0" lang="en-GB" sz="1100" u="none" cap="none" strike="noStrike">
                <a:solidFill>
                  <a:srgbClr val="282828"/>
                </a:solidFill>
                <a:latin typeface="Poppins"/>
                <a:ea typeface="Poppins"/>
                <a:cs typeface="Poppins"/>
                <a:sym typeface="Poppins"/>
              </a:rPr>
              <a:t>°C, mm/day, %, m/s, consistent across the series.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5" name="Google Shape;965;p52"/>
          <p:cNvGrpSpPr/>
          <p:nvPr/>
        </p:nvGrpSpPr>
        <p:grpSpPr>
          <a:xfrm>
            <a:off x="4110945" y="1308820"/>
            <a:ext cx="922110" cy="922110"/>
            <a:chOff x="-243925" y="1697675"/>
            <a:chExt cx="866400" cy="866400"/>
          </a:xfrm>
        </p:grpSpPr>
        <p:sp>
          <p:nvSpPr>
            <p:cNvPr id="966" name="Google Shape;966;p52"/>
            <p:cNvSpPr/>
            <p:nvPr/>
          </p:nvSpPr>
          <p:spPr>
            <a:xfrm>
              <a:off x="-243925" y="1697675"/>
              <a:ext cx="866400" cy="866400"/>
            </a:xfrm>
            <a:prstGeom prst="ellipse">
              <a:avLst/>
            </a:prstGeom>
            <a:solidFill>
              <a:schemeClr val="accent5"/>
            </a:solidFill>
            <a:ln cap="flat" cmpd="sng" w="1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2"/>
            <p:cNvSpPr/>
            <p:nvPr/>
          </p:nvSpPr>
          <p:spPr>
            <a:xfrm>
              <a:off x="-243925" y="1697675"/>
              <a:ext cx="866400" cy="866400"/>
            </a:xfrm>
            <a:prstGeom prst="ellipse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8" name="Google Shape;968;p52"/>
          <p:cNvSpPr txBox="1"/>
          <p:nvPr>
            <p:ph type="title"/>
          </p:nvPr>
        </p:nvSpPr>
        <p:spPr>
          <a:xfrm>
            <a:off x="2812650" y="2383775"/>
            <a:ext cx="3518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Time series</a:t>
            </a:r>
            <a:endParaRPr/>
          </a:p>
        </p:txBody>
      </p:sp>
      <p:sp>
        <p:nvSpPr>
          <p:cNvPr id="969" name="Google Shape;969;p52"/>
          <p:cNvSpPr txBox="1"/>
          <p:nvPr>
            <p:ph idx="2" type="title"/>
          </p:nvPr>
        </p:nvSpPr>
        <p:spPr>
          <a:xfrm>
            <a:off x="4110900" y="1473475"/>
            <a:ext cx="9222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970" name="Google Shape;970;p52"/>
          <p:cNvSpPr txBox="1"/>
          <p:nvPr>
            <p:ph idx="1" type="subTitle"/>
          </p:nvPr>
        </p:nvSpPr>
        <p:spPr>
          <a:xfrm>
            <a:off x="2812650" y="3221225"/>
            <a:ext cx="351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Patterns, structure and anomalies</a:t>
            </a:r>
            <a:endParaRPr/>
          </a:p>
        </p:txBody>
      </p:sp>
      <p:sp>
        <p:nvSpPr>
          <p:cNvPr id="971" name="Google Shape;971;p52"/>
          <p:cNvSpPr/>
          <p:nvPr/>
        </p:nvSpPr>
        <p:spPr>
          <a:xfrm rot="-4863327">
            <a:off x="6217190" y="2250405"/>
            <a:ext cx="4163698" cy="4461761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2" name="Google Shape;972;p52"/>
          <p:cNvGrpSpPr/>
          <p:nvPr/>
        </p:nvGrpSpPr>
        <p:grpSpPr>
          <a:xfrm flipH="1" rot="-2700000">
            <a:off x="8111403" y="1585579"/>
            <a:ext cx="595381" cy="520392"/>
            <a:chOff x="15257378" y="1257889"/>
            <a:chExt cx="595387" cy="520397"/>
          </a:xfrm>
        </p:grpSpPr>
        <p:sp>
          <p:nvSpPr>
            <p:cNvPr id="973" name="Google Shape;973;p52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2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2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2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2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2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2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2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2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2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2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2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5" name="Google Shape;985;p52"/>
          <p:cNvGrpSpPr/>
          <p:nvPr/>
        </p:nvGrpSpPr>
        <p:grpSpPr>
          <a:xfrm>
            <a:off x="6907107" y="453231"/>
            <a:ext cx="1424727" cy="1372591"/>
            <a:chOff x="6741119" y="747456"/>
            <a:chExt cx="1424727" cy="1372591"/>
          </a:xfrm>
        </p:grpSpPr>
        <p:grpSp>
          <p:nvGrpSpPr>
            <p:cNvPr id="986" name="Google Shape;986;p52"/>
            <p:cNvGrpSpPr/>
            <p:nvPr/>
          </p:nvGrpSpPr>
          <p:grpSpPr>
            <a:xfrm>
              <a:off x="6759577" y="764903"/>
              <a:ext cx="1388367" cy="1337676"/>
              <a:chOff x="14031548" y="-408002"/>
              <a:chExt cx="1241054" cy="1195741"/>
            </a:xfrm>
          </p:grpSpPr>
          <p:grpSp>
            <p:nvGrpSpPr>
              <p:cNvPr id="987" name="Google Shape;987;p52"/>
              <p:cNvGrpSpPr/>
              <p:nvPr/>
            </p:nvGrpSpPr>
            <p:grpSpPr>
              <a:xfrm>
                <a:off x="14031548" y="-408002"/>
                <a:ext cx="1241054" cy="1195741"/>
                <a:chOff x="-7357452" y="-5698427"/>
                <a:chExt cx="1241054" cy="1195741"/>
              </a:xfrm>
            </p:grpSpPr>
            <p:sp>
              <p:nvSpPr>
                <p:cNvPr id="988" name="Google Shape;988;p52"/>
                <p:cNvSpPr/>
                <p:nvPr/>
              </p:nvSpPr>
              <p:spPr>
                <a:xfrm>
                  <a:off x="-7344014" y="-5004134"/>
                  <a:ext cx="190090" cy="120942"/>
                </a:xfrm>
                <a:custGeom>
                  <a:rect b="b" l="l" r="r" t="t"/>
                  <a:pathLst>
                    <a:path extrusionOk="0" h="1791" w="2815">
                      <a:moveTo>
                        <a:pt x="1933" y="1"/>
                      </a:moveTo>
                      <a:cubicBezTo>
                        <a:pt x="1933" y="1"/>
                        <a:pt x="242" y="1252"/>
                        <a:pt x="103" y="1507"/>
                      </a:cubicBezTo>
                      <a:cubicBezTo>
                        <a:pt x="0" y="1712"/>
                        <a:pt x="1125" y="1791"/>
                        <a:pt x="1885" y="1791"/>
                      </a:cubicBezTo>
                      <a:cubicBezTo>
                        <a:pt x="2159" y="1791"/>
                        <a:pt x="2385" y="1781"/>
                        <a:pt x="2490" y="1762"/>
                      </a:cubicBezTo>
                      <a:cubicBezTo>
                        <a:pt x="2814" y="1693"/>
                        <a:pt x="1933" y="1"/>
                        <a:pt x="193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9" name="Google Shape;989;p52"/>
                <p:cNvSpPr/>
                <p:nvPr/>
              </p:nvSpPr>
              <p:spPr>
                <a:xfrm>
                  <a:off x="-7225035" y="-4860170"/>
                  <a:ext cx="130531" cy="108989"/>
                </a:xfrm>
                <a:custGeom>
                  <a:rect b="b" l="l" r="r" t="t"/>
                  <a:pathLst>
                    <a:path extrusionOk="0" h="1614" w="1933">
                      <a:moveTo>
                        <a:pt x="867" y="1"/>
                      </a:moveTo>
                      <a:cubicBezTo>
                        <a:pt x="867" y="1"/>
                        <a:pt x="32" y="1345"/>
                        <a:pt x="9" y="1554"/>
                      </a:cubicBezTo>
                      <a:cubicBezTo>
                        <a:pt x="1" y="1595"/>
                        <a:pt x="43" y="1613"/>
                        <a:pt x="119" y="1613"/>
                      </a:cubicBezTo>
                      <a:cubicBezTo>
                        <a:pt x="466" y="1613"/>
                        <a:pt x="1519" y="1246"/>
                        <a:pt x="1747" y="1113"/>
                      </a:cubicBezTo>
                      <a:cubicBezTo>
                        <a:pt x="1933" y="974"/>
                        <a:pt x="867" y="1"/>
                        <a:pt x="8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0" name="Google Shape;990;p52"/>
                <p:cNvSpPr/>
                <p:nvPr/>
              </p:nvSpPr>
              <p:spPr>
                <a:xfrm>
                  <a:off x="-7121181" y="-4745917"/>
                  <a:ext cx="153422" cy="160648"/>
                </a:xfrm>
                <a:custGeom>
                  <a:rect b="b" l="l" r="r" t="t"/>
                  <a:pathLst>
                    <a:path extrusionOk="0" h="2379" w="2272">
                      <a:moveTo>
                        <a:pt x="487" y="1"/>
                      </a:moveTo>
                      <a:cubicBezTo>
                        <a:pt x="487" y="1"/>
                        <a:pt x="1" y="2040"/>
                        <a:pt x="70" y="2341"/>
                      </a:cubicBezTo>
                      <a:cubicBezTo>
                        <a:pt x="79" y="2367"/>
                        <a:pt x="100" y="2379"/>
                        <a:pt x="133" y="2379"/>
                      </a:cubicBezTo>
                      <a:cubicBezTo>
                        <a:pt x="456" y="2379"/>
                        <a:pt x="1851" y="1227"/>
                        <a:pt x="2040" y="974"/>
                      </a:cubicBezTo>
                      <a:cubicBezTo>
                        <a:pt x="2272" y="719"/>
                        <a:pt x="487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" name="Google Shape;991;p52"/>
                <p:cNvSpPr/>
                <p:nvPr/>
              </p:nvSpPr>
              <p:spPr>
                <a:xfrm>
                  <a:off x="-7357452" y="-5130878"/>
                  <a:ext cx="143699" cy="92513"/>
                </a:xfrm>
                <a:custGeom>
                  <a:rect b="b" l="l" r="r" t="t"/>
                  <a:pathLst>
                    <a:path extrusionOk="0" h="1370" w="2128">
                      <a:moveTo>
                        <a:pt x="1641" y="1"/>
                      </a:moveTo>
                      <a:cubicBezTo>
                        <a:pt x="1641" y="1"/>
                        <a:pt x="250" y="765"/>
                        <a:pt x="111" y="951"/>
                      </a:cubicBezTo>
                      <a:cubicBezTo>
                        <a:pt x="0" y="1128"/>
                        <a:pt x="1418" y="1369"/>
                        <a:pt x="1824" y="1369"/>
                      </a:cubicBezTo>
                      <a:cubicBezTo>
                        <a:pt x="1843" y="1369"/>
                        <a:pt x="1859" y="1369"/>
                        <a:pt x="1873" y="1368"/>
                      </a:cubicBezTo>
                      <a:cubicBezTo>
                        <a:pt x="2127" y="1345"/>
                        <a:pt x="1641" y="1"/>
                        <a:pt x="16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2" name="Google Shape;992;p52"/>
                <p:cNvSpPr/>
                <p:nvPr/>
              </p:nvSpPr>
              <p:spPr>
                <a:xfrm>
                  <a:off x="-7169661" y="-5515839"/>
                  <a:ext cx="835720" cy="835788"/>
                </a:xfrm>
                <a:custGeom>
                  <a:rect b="b" l="l" r="r" t="t"/>
                  <a:pathLst>
                    <a:path extrusionOk="0" h="12377" w="12376">
                      <a:moveTo>
                        <a:pt x="6188" y="1"/>
                      </a:moveTo>
                      <a:cubicBezTo>
                        <a:pt x="2758" y="1"/>
                        <a:pt x="0" y="2758"/>
                        <a:pt x="0" y="6188"/>
                      </a:cubicBezTo>
                      <a:cubicBezTo>
                        <a:pt x="0" y="9595"/>
                        <a:pt x="2758" y="12376"/>
                        <a:pt x="6188" y="12376"/>
                      </a:cubicBezTo>
                      <a:cubicBezTo>
                        <a:pt x="9595" y="12376"/>
                        <a:pt x="12376" y="9595"/>
                        <a:pt x="12376" y="6188"/>
                      </a:cubicBezTo>
                      <a:cubicBezTo>
                        <a:pt x="12376" y="2758"/>
                        <a:pt x="9595" y="1"/>
                        <a:pt x="618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3" name="Google Shape;993;p52"/>
                <p:cNvSpPr/>
                <p:nvPr/>
              </p:nvSpPr>
              <p:spPr>
                <a:xfrm>
                  <a:off x="-7169661" y="-5515839"/>
                  <a:ext cx="835720" cy="835788"/>
                </a:xfrm>
                <a:custGeom>
                  <a:rect b="b" l="l" r="r" t="t"/>
                  <a:pathLst>
                    <a:path extrusionOk="0" h="12377" w="12376">
                      <a:moveTo>
                        <a:pt x="6188" y="1"/>
                      </a:moveTo>
                      <a:cubicBezTo>
                        <a:pt x="2758" y="1"/>
                        <a:pt x="0" y="2758"/>
                        <a:pt x="0" y="6188"/>
                      </a:cubicBezTo>
                      <a:cubicBezTo>
                        <a:pt x="0" y="9595"/>
                        <a:pt x="2758" y="12376"/>
                        <a:pt x="6188" y="12376"/>
                      </a:cubicBezTo>
                      <a:cubicBezTo>
                        <a:pt x="9595" y="12376"/>
                        <a:pt x="12376" y="9595"/>
                        <a:pt x="12376" y="6188"/>
                      </a:cubicBezTo>
                      <a:cubicBezTo>
                        <a:pt x="12376" y="2758"/>
                        <a:pt x="9595" y="1"/>
                        <a:pt x="618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4" name="Google Shape;994;p52"/>
                <p:cNvSpPr/>
                <p:nvPr/>
              </p:nvSpPr>
              <p:spPr>
                <a:xfrm>
                  <a:off x="-6805025" y="-5698427"/>
                  <a:ext cx="126006" cy="157204"/>
                </a:xfrm>
                <a:custGeom>
                  <a:rect b="b" l="l" r="r" t="t"/>
                  <a:pathLst>
                    <a:path extrusionOk="0" h="2328" w="1866">
                      <a:moveTo>
                        <a:pt x="732" y="1"/>
                      </a:moveTo>
                      <a:cubicBezTo>
                        <a:pt x="718" y="1"/>
                        <a:pt x="706" y="6"/>
                        <a:pt x="695" y="16"/>
                      </a:cubicBezTo>
                      <a:cubicBezTo>
                        <a:pt x="510" y="225"/>
                        <a:pt x="0" y="2287"/>
                        <a:pt x="0" y="2287"/>
                      </a:cubicBezTo>
                      <a:cubicBezTo>
                        <a:pt x="0" y="2287"/>
                        <a:pt x="475" y="2328"/>
                        <a:pt x="942" y="2328"/>
                      </a:cubicBezTo>
                      <a:cubicBezTo>
                        <a:pt x="1408" y="2328"/>
                        <a:pt x="1866" y="2287"/>
                        <a:pt x="1831" y="2125"/>
                      </a:cubicBezTo>
                      <a:cubicBezTo>
                        <a:pt x="1765" y="1773"/>
                        <a:pt x="989" y="1"/>
                        <a:pt x="73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5" name="Google Shape;995;p52"/>
                <p:cNvSpPr/>
                <p:nvPr/>
              </p:nvSpPr>
              <p:spPr>
                <a:xfrm>
                  <a:off x="-6496773" y="-5600448"/>
                  <a:ext cx="141740" cy="164767"/>
                </a:xfrm>
                <a:custGeom>
                  <a:rect b="b" l="l" r="r" t="t"/>
                  <a:pathLst>
                    <a:path extrusionOk="0" h="2440" w="2099">
                      <a:moveTo>
                        <a:pt x="1844" y="0"/>
                      </a:moveTo>
                      <a:cubicBezTo>
                        <a:pt x="1840" y="0"/>
                        <a:pt x="1836" y="1"/>
                        <a:pt x="1832" y="2"/>
                      </a:cubicBezTo>
                      <a:cubicBezTo>
                        <a:pt x="1553" y="95"/>
                        <a:pt x="1" y="1532"/>
                        <a:pt x="1" y="1532"/>
                      </a:cubicBezTo>
                      <a:cubicBezTo>
                        <a:pt x="1" y="1532"/>
                        <a:pt x="1199" y="2439"/>
                        <a:pt x="1554" y="2439"/>
                      </a:cubicBezTo>
                      <a:cubicBezTo>
                        <a:pt x="1601" y="2439"/>
                        <a:pt x="1633" y="2424"/>
                        <a:pt x="1646" y="2389"/>
                      </a:cubicBezTo>
                      <a:cubicBezTo>
                        <a:pt x="1760" y="2093"/>
                        <a:pt x="2099" y="0"/>
                        <a:pt x="184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6" name="Google Shape;996;p52"/>
                <p:cNvSpPr/>
                <p:nvPr/>
              </p:nvSpPr>
              <p:spPr>
                <a:xfrm>
                  <a:off x="-6293320" y="-5259176"/>
                  <a:ext cx="176922" cy="120874"/>
                </a:xfrm>
                <a:custGeom>
                  <a:rect b="b" l="l" r="r" t="t"/>
                  <a:pathLst>
                    <a:path extrusionOk="0" h="1790" w="2620">
                      <a:moveTo>
                        <a:pt x="0" y="0"/>
                      </a:moveTo>
                      <a:cubicBezTo>
                        <a:pt x="0" y="0"/>
                        <a:pt x="175" y="1790"/>
                        <a:pt x="482" y="1790"/>
                      </a:cubicBezTo>
                      <a:cubicBezTo>
                        <a:pt x="491" y="1790"/>
                        <a:pt x="501" y="1788"/>
                        <a:pt x="510" y="1785"/>
                      </a:cubicBezTo>
                      <a:cubicBezTo>
                        <a:pt x="858" y="1623"/>
                        <a:pt x="2619" y="417"/>
                        <a:pt x="2364" y="278"/>
                      </a:cubicBezTo>
                      <a:cubicBezTo>
                        <a:pt x="2109" y="116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7" name="Google Shape;997;p52"/>
                <p:cNvSpPr/>
                <p:nvPr/>
              </p:nvSpPr>
              <p:spPr>
                <a:xfrm>
                  <a:off x="-6348083" y="-4961863"/>
                  <a:ext cx="186849" cy="122968"/>
                </a:xfrm>
                <a:custGeom>
                  <a:rect b="b" l="l" r="r" t="t"/>
                  <a:pathLst>
                    <a:path extrusionOk="0" h="1821" w="2767">
                      <a:moveTo>
                        <a:pt x="1020" y="1"/>
                      </a:moveTo>
                      <a:cubicBezTo>
                        <a:pt x="1020" y="1"/>
                        <a:pt x="0" y="1623"/>
                        <a:pt x="325" y="1716"/>
                      </a:cubicBezTo>
                      <a:cubicBezTo>
                        <a:pt x="521" y="1765"/>
                        <a:pt x="1213" y="1820"/>
                        <a:pt x="1802" y="1820"/>
                      </a:cubicBezTo>
                      <a:cubicBezTo>
                        <a:pt x="2325" y="1820"/>
                        <a:pt x="2766" y="1777"/>
                        <a:pt x="2712" y="1646"/>
                      </a:cubicBezTo>
                      <a:cubicBezTo>
                        <a:pt x="2596" y="1368"/>
                        <a:pt x="1020" y="1"/>
                        <a:pt x="10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8" name="Google Shape;998;p52"/>
                <p:cNvSpPr/>
                <p:nvPr/>
              </p:nvSpPr>
              <p:spPr>
                <a:xfrm>
                  <a:off x="-6560922" y="-4720866"/>
                  <a:ext cx="144036" cy="163552"/>
                </a:xfrm>
                <a:custGeom>
                  <a:rect b="b" l="l" r="r" t="t"/>
                  <a:pathLst>
                    <a:path extrusionOk="0" h="2422" w="2133">
                      <a:moveTo>
                        <a:pt x="1808" y="1"/>
                      </a:moveTo>
                      <a:cubicBezTo>
                        <a:pt x="1808" y="1"/>
                        <a:pt x="0" y="580"/>
                        <a:pt x="186" y="881"/>
                      </a:cubicBezTo>
                      <a:cubicBezTo>
                        <a:pt x="356" y="1136"/>
                        <a:pt x="1693" y="2422"/>
                        <a:pt x="1987" y="2422"/>
                      </a:cubicBezTo>
                      <a:cubicBezTo>
                        <a:pt x="2014" y="2422"/>
                        <a:pt x="2032" y="2411"/>
                        <a:pt x="2040" y="2388"/>
                      </a:cubicBezTo>
                      <a:cubicBezTo>
                        <a:pt x="2133" y="2086"/>
                        <a:pt x="1808" y="1"/>
                        <a:pt x="180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9" name="Google Shape;999;p52"/>
                <p:cNvSpPr/>
                <p:nvPr/>
              </p:nvSpPr>
              <p:spPr>
                <a:xfrm>
                  <a:off x="-6830077" y="-4666508"/>
                  <a:ext cx="123710" cy="163822"/>
                </a:xfrm>
                <a:custGeom>
                  <a:rect b="b" l="l" r="r" t="t"/>
                  <a:pathLst>
                    <a:path extrusionOk="0" h="2426" w="1832">
                      <a:moveTo>
                        <a:pt x="225" y="1"/>
                      </a:moveTo>
                      <a:cubicBezTo>
                        <a:pt x="88" y="1"/>
                        <a:pt x="0" y="28"/>
                        <a:pt x="0" y="99"/>
                      </a:cubicBezTo>
                      <a:cubicBezTo>
                        <a:pt x="0" y="479"/>
                        <a:pt x="365" y="2426"/>
                        <a:pt x="620" y="2426"/>
                      </a:cubicBezTo>
                      <a:cubicBezTo>
                        <a:pt x="630" y="2426"/>
                        <a:pt x="640" y="2423"/>
                        <a:pt x="649" y="2417"/>
                      </a:cubicBezTo>
                      <a:cubicBezTo>
                        <a:pt x="881" y="2231"/>
                        <a:pt x="1831" y="354"/>
                        <a:pt x="1831" y="354"/>
                      </a:cubicBezTo>
                      <a:cubicBezTo>
                        <a:pt x="1831" y="354"/>
                        <a:pt x="714" y="1"/>
                        <a:pt x="22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0" name="Google Shape;1000;p52"/>
                <p:cNvSpPr/>
                <p:nvPr/>
              </p:nvSpPr>
              <p:spPr>
                <a:xfrm>
                  <a:off x="-6632904" y="-5625770"/>
                  <a:ext cx="95349" cy="124858"/>
                </a:xfrm>
                <a:custGeom>
                  <a:rect b="b" l="l" r="r" t="t"/>
                  <a:pathLst>
                    <a:path extrusionOk="0" h="1849" w="1412">
                      <a:moveTo>
                        <a:pt x="1204" y="0"/>
                      </a:moveTo>
                      <a:cubicBezTo>
                        <a:pt x="1197" y="0"/>
                        <a:pt x="1190" y="2"/>
                        <a:pt x="1182" y="6"/>
                      </a:cubicBezTo>
                      <a:cubicBezTo>
                        <a:pt x="974" y="99"/>
                        <a:pt x="0" y="1374"/>
                        <a:pt x="0" y="1374"/>
                      </a:cubicBezTo>
                      <a:cubicBezTo>
                        <a:pt x="0" y="1374"/>
                        <a:pt x="901" y="1849"/>
                        <a:pt x="1230" y="1849"/>
                      </a:cubicBezTo>
                      <a:cubicBezTo>
                        <a:pt x="1292" y="1849"/>
                        <a:pt x="1334" y="1831"/>
                        <a:pt x="1345" y="1791"/>
                      </a:cubicBezTo>
                      <a:cubicBezTo>
                        <a:pt x="1412" y="1500"/>
                        <a:pt x="1392" y="0"/>
                        <a:pt x="120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1" name="Google Shape;1001;p52"/>
                <p:cNvSpPr/>
                <p:nvPr/>
              </p:nvSpPr>
              <p:spPr>
                <a:xfrm>
                  <a:off x="-6349636" y="-5417928"/>
                  <a:ext cx="134650" cy="100008"/>
                </a:xfrm>
                <a:custGeom>
                  <a:rect b="b" l="l" r="r" t="t"/>
                  <a:pathLst>
                    <a:path extrusionOk="0" h="1481" w="1994">
                      <a:moveTo>
                        <a:pt x="1688" y="1"/>
                      </a:moveTo>
                      <a:cubicBezTo>
                        <a:pt x="1286" y="1"/>
                        <a:pt x="0" y="266"/>
                        <a:pt x="0" y="266"/>
                      </a:cubicBezTo>
                      <a:cubicBezTo>
                        <a:pt x="0" y="266"/>
                        <a:pt x="440" y="1481"/>
                        <a:pt x="663" y="1481"/>
                      </a:cubicBezTo>
                      <a:cubicBezTo>
                        <a:pt x="674" y="1481"/>
                        <a:pt x="685" y="1477"/>
                        <a:pt x="695" y="1471"/>
                      </a:cubicBezTo>
                      <a:cubicBezTo>
                        <a:pt x="974" y="1285"/>
                        <a:pt x="1993" y="80"/>
                        <a:pt x="1785" y="11"/>
                      </a:cubicBezTo>
                      <a:cubicBezTo>
                        <a:pt x="1764" y="4"/>
                        <a:pt x="1731" y="1"/>
                        <a:pt x="168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2" name="Google Shape;1002;p52"/>
                <p:cNvSpPr/>
                <p:nvPr/>
              </p:nvSpPr>
              <p:spPr>
                <a:xfrm>
                  <a:off x="-6283934" y="-5087054"/>
                  <a:ext cx="144441" cy="91500"/>
                </a:xfrm>
                <a:custGeom>
                  <a:rect b="b" l="l" r="r" t="t"/>
                  <a:pathLst>
                    <a:path extrusionOk="0" h="1355" w="2139">
                      <a:moveTo>
                        <a:pt x="603" y="1"/>
                      </a:moveTo>
                      <a:cubicBezTo>
                        <a:pt x="603" y="1"/>
                        <a:pt x="1" y="1298"/>
                        <a:pt x="255" y="1345"/>
                      </a:cubicBezTo>
                      <a:cubicBezTo>
                        <a:pt x="303" y="1352"/>
                        <a:pt x="378" y="1355"/>
                        <a:pt x="471" y="1355"/>
                      </a:cubicBezTo>
                      <a:cubicBezTo>
                        <a:pt x="1008" y="1355"/>
                        <a:pt x="2139" y="1244"/>
                        <a:pt x="2040" y="1067"/>
                      </a:cubicBezTo>
                      <a:cubicBezTo>
                        <a:pt x="1924" y="881"/>
                        <a:pt x="603" y="1"/>
                        <a:pt x="60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3" name="Google Shape;1003;p52"/>
                <p:cNvSpPr/>
                <p:nvPr/>
              </p:nvSpPr>
              <p:spPr>
                <a:xfrm>
                  <a:off x="-6420064" y="-4822558"/>
                  <a:ext cx="129923" cy="113041"/>
                </a:xfrm>
                <a:custGeom>
                  <a:rect b="b" l="l" r="r" t="t"/>
                  <a:pathLst>
                    <a:path extrusionOk="0" h="1674" w="1924">
                      <a:moveTo>
                        <a:pt x="1159" y="0"/>
                      </a:moveTo>
                      <a:cubicBezTo>
                        <a:pt x="1159" y="0"/>
                        <a:pt x="0" y="881"/>
                        <a:pt x="209" y="1043"/>
                      </a:cubicBezTo>
                      <a:cubicBezTo>
                        <a:pt x="444" y="1200"/>
                        <a:pt x="1512" y="1673"/>
                        <a:pt x="1832" y="1673"/>
                      </a:cubicBezTo>
                      <a:cubicBezTo>
                        <a:pt x="1890" y="1673"/>
                        <a:pt x="1924" y="1658"/>
                        <a:pt x="1924" y="1622"/>
                      </a:cubicBezTo>
                      <a:cubicBezTo>
                        <a:pt x="1924" y="1414"/>
                        <a:pt x="1159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4" name="Google Shape;1004;p52"/>
                <p:cNvSpPr/>
                <p:nvPr/>
              </p:nvSpPr>
              <p:spPr>
                <a:xfrm>
                  <a:off x="-6672406" y="-4636999"/>
                  <a:ext cx="95889" cy="117633"/>
                </a:xfrm>
                <a:custGeom>
                  <a:rect b="b" l="l" r="r" t="t"/>
                  <a:pathLst>
                    <a:path extrusionOk="0" h="1742" w="1420">
                      <a:moveTo>
                        <a:pt x="968" y="0"/>
                      </a:moveTo>
                      <a:cubicBezTo>
                        <a:pt x="551" y="0"/>
                        <a:pt x="0" y="27"/>
                        <a:pt x="29" y="172"/>
                      </a:cubicBezTo>
                      <a:cubicBezTo>
                        <a:pt x="116" y="477"/>
                        <a:pt x="734" y="1742"/>
                        <a:pt x="925" y="1742"/>
                      </a:cubicBezTo>
                      <a:cubicBezTo>
                        <a:pt x="937" y="1742"/>
                        <a:pt x="948" y="1736"/>
                        <a:pt x="956" y="1725"/>
                      </a:cubicBezTo>
                      <a:cubicBezTo>
                        <a:pt x="1095" y="1563"/>
                        <a:pt x="1420" y="10"/>
                        <a:pt x="1420" y="10"/>
                      </a:cubicBezTo>
                      <a:cubicBezTo>
                        <a:pt x="1420" y="10"/>
                        <a:pt x="1218" y="0"/>
                        <a:pt x="96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5" name="Google Shape;1005;p52"/>
                <p:cNvSpPr/>
                <p:nvPr/>
              </p:nvSpPr>
              <p:spPr>
                <a:xfrm>
                  <a:off x="-7095654" y="-5617735"/>
                  <a:ext cx="132624" cy="167131"/>
                </a:xfrm>
                <a:custGeom>
                  <a:rect b="b" l="l" r="r" t="t"/>
                  <a:pathLst>
                    <a:path extrusionOk="0" h="2475" w="1964">
                      <a:moveTo>
                        <a:pt x="233" y="0"/>
                      </a:moveTo>
                      <a:cubicBezTo>
                        <a:pt x="0" y="0"/>
                        <a:pt x="158" y="2050"/>
                        <a:pt x="249" y="2413"/>
                      </a:cubicBezTo>
                      <a:cubicBezTo>
                        <a:pt x="261" y="2456"/>
                        <a:pt x="300" y="2475"/>
                        <a:pt x="358" y="2475"/>
                      </a:cubicBezTo>
                      <a:cubicBezTo>
                        <a:pt x="741" y="2475"/>
                        <a:pt x="1963" y="1672"/>
                        <a:pt x="1963" y="1672"/>
                      </a:cubicBezTo>
                      <a:cubicBezTo>
                        <a:pt x="1963" y="1672"/>
                        <a:pt x="527" y="119"/>
                        <a:pt x="249" y="3"/>
                      </a:cubicBezTo>
                      <a:cubicBezTo>
                        <a:pt x="243" y="1"/>
                        <a:pt x="238" y="0"/>
                        <a:pt x="23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6" name="Google Shape;1006;p52"/>
                <p:cNvSpPr/>
                <p:nvPr/>
              </p:nvSpPr>
              <p:spPr>
                <a:xfrm>
                  <a:off x="-7357449" y="-5297260"/>
                  <a:ext cx="178475" cy="118443"/>
                </a:xfrm>
                <a:custGeom>
                  <a:rect b="b" l="l" r="r" t="t"/>
                  <a:pathLst>
                    <a:path extrusionOk="0" h="1754" w="2643">
                      <a:moveTo>
                        <a:pt x="1875" y="1"/>
                      </a:moveTo>
                      <a:cubicBezTo>
                        <a:pt x="1237" y="1"/>
                        <a:pt x="408" y="17"/>
                        <a:pt x="255" y="101"/>
                      </a:cubicBezTo>
                      <a:cubicBezTo>
                        <a:pt x="0" y="217"/>
                        <a:pt x="1692" y="1584"/>
                        <a:pt x="1993" y="1746"/>
                      </a:cubicBezTo>
                      <a:cubicBezTo>
                        <a:pt x="2004" y="1751"/>
                        <a:pt x="2015" y="1754"/>
                        <a:pt x="2026" y="1754"/>
                      </a:cubicBezTo>
                      <a:cubicBezTo>
                        <a:pt x="2319" y="1754"/>
                        <a:pt x="2642" y="8"/>
                        <a:pt x="2642" y="8"/>
                      </a:cubicBezTo>
                      <a:cubicBezTo>
                        <a:pt x="2642" y="8"/>
                        <a:pt x="2301" y="1"/>
                        <a:pt x="187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7" name="Google Shape;1007;p52"/>
                <p:cNvSpPr/>
                <p:nvPr/>
              </p:nvSpPr>
              <p:spPr>
                <a:xfrm>
                  <a:off x="-7121178" y="-4745917"/>
                  <a:ext cx="153422" cy="160648"/>
                </a:xfrm>
                <a:custGeom>
                  <a:rect b="b" l="l" r="r" t="t"/>
                  <a:pathLst>
                    <a:path extrusionOk="0" h="2379" w="2272">
                      <a:moveTo>
                        <a:pt x="487" y="1"/>
                      </a:moveTo>
                      <a:cubicBezTo>
                        <a:pt x="487" y="1"/>
                        <a:pt x="1" y="2040"/>
                        <a:pt x="70" y="2341"/>
                      </a:cubicBezTo>
                      <a:cubicBezTo>
                        <a:pt x="79" y="2367"/>
                        <a:pt x="100" y="2379"/>
                        <a:pt x="133" y="2379"/>
                      </a:cubicBezTo>
                      <a:cubicBezTo>
                        <a:pt x="456" y="2379"/>
                        <a:pt x="1851" y="1227"/>
                        <a:pt x="2040" y="974"/>
                      </a:cubicBezTo>
                      <a:cubicBezTo>
                        <a:pt x="2272" y="719"/>
                        <a:pt x="487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8" name="Google Shape;1008;p52"/>
                <p:cNvSpPr/>
                <p:nvPr/>
              </p:nvSpPr>
              <p:spPr>
                <a:xfrm>
                  <a:off x="-6925423" y="-5639748"/>
                  <a:ext cx="95416" cy="125264"/>
                </a:xfrm>
                <a:custGeom>
                  <a:rect b="b" l="l" r="r" t="t"/>
                  <a:pathLst>
                    <a:path extrusionOk="0" h="1855" w="1413">
                      <a:moveTo>
                        <a:pt x="352" y="1"/>
                      </a:moveTo>
                      <a:cubicBezTo>
                        <a:pt x="152" y="1"/>
                        <a:pt x="0" y="1474"/>
                        <a:pt x="45" y="1789"/>
                      </a:cubicBezTo>
                      <a:cubicBezTo>
                        <a:pt x="53" y="1835"/>
                        <a:pt x="103" y="1854"/>
                        <a:pt x="179" y="1854"/>
                      </a:cubicBezTo>
                      <a:cubicBezTo>
                        <a:pt x="525" y="1854"/>
                        <a:pt x="1412" y="1465"/>
                        <a:pt x="1412" y="1465"/>
                      </a:cubicBezTo>
                      <a:cubicBezTo>
                        <a:pt x="1412" y="1465"/>
                        <a:pt x="555" y="121"/>
                        <a:pt x="369" y="5"/>
                      </a:cubicBezTo>
                      <a:cubicBezTo>
                        <a:pt x="363" y="2"/>
                        <a:pt x="357" y="1"/>
                        <a:pt x="35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9" name="Google Shape;1009;p52"/>
                <p:cNvSpPr/>
                <p:nvPr/>
              </p:nvSpPr>
              <p:spPr>
                <a:xfrm>
                  <a:off x="-7244817" y="-5445681"/>
                  <a:ext cx="133097" cy="104533"/>
                </a:xfrm>
                <a:custGeom>
                  <a:rect b="b" l="l" r="r" t="t"/>
                  <a:pathLst>
                    <a:path extrusionOk="0" h="1548" w="1971">
                      <a:moveTo>
                        <a:pt x="256" y="1"/>
                      </a:moveTo>
                      <a:cubicBezTo>
                        <a:pt x="238" y="1"/>
                        <a:pt x="222" y="2"/>
                        <a:pt x="210" y="4"/>
                      </a:cubicBezTo>
                      <a:cubicBezTo>
                        <a:pt x="1" y="51"/>
                        <a:pt x="928" y="1325"/>
                        <a:pt x="1183" y="1534"/>
                      </a:cubicBezTo>
                      <a:cubicBezTo>
                        <a:pt x="1194" y="1543"/>
                        <a:pt x="1206" y="1548"/>
                        <a:pt x="1219" y="1548"/>
                      </a:cubicBezTo>
                      <a:cubicBezTo>
                        <a:pt x="1436" y="1548"/>
                        <a:pt x="1971" y="375"/>
                        <a:pt x="1971" y="375"/>
                      </a:cubicBezTo>
                      <a:cubicBezTo>
                        <a:pt x="1971" y="375"/>
                        <a:pt x="598" y="1"/>
                        <a:pt x="25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0" name="Google Shape;1010;p52"/>
                <p:cNvSpPr/>
                <p:nvPr/>
              </p:nvSpPr>
              <p:spPr>
                <a:xfrm>
                  <a:off x="-6956822" y="-4650437"/>
                  <a:ext cx="97105" cy="120131"/>
                </a:xfrm>
                <a:custGeom>
                  <a:rect b="b" l="l" r="r" t="t"/>
                  <a:pathLst>
                    <a:path extrusionOk="0" h="1779" w="1438">
                      <a:moveTo>
                        <a:pt x="0" y="0"/>
                      </a:moveTo>
                      <a:cubicBezTo>
                        <a:pt x="0" y="0"/>
                        <a:pt x="186" y="1576"/>
                        <a:pt x="325" y="1762"/>
                      </a:cubicBezTo>
                      <a:cubicBezTo>
                        <a:pt x="332" y="1773"/>
                        <a:pt x="342" y="1779"/>
                        <a:pt x="355" y="1779"/>
                      </a:cubicBezTo>
                      <a:cubicBezTo>
                        <a:pt x="543" y="1779"/>
                        <a:pt x="1281" y="561"/>
                        <a:pt x="1368" y="279"/>
                      </a:cubicBezTo>
                      <a:cubicBezTo>
                        <a:pt x="1437" y="2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dk1">
                      <a:alpha val="50196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1" name="Google Shape;1011;p52"/>
                <p:cNvSpPr/>
                <p:nvPr/>
              </p:nvSpPr>
              <p:spPr>
                <a:xfrm>
                  <a:off x="-7169661" y="-5515839"/>
                  <a:ext cx="835720" cy="835788"/>
                </a:xfrm>
                <a:custGeom>
                  <a:rect b="b" l="l" r="r" t="t"/>
                  <a:pathLst>
                    <a:path extrusionOk="0" h="12377" w="12376">
                      <a:moveTo>
                        <a:pt x="6188" y="1"/>
                      </a:moveTo>
                      <a:cubicBezTo>
                        <a:pt x="2758" y="1"/>
                        <a:pt x="0" y="2758"/>
                        <a:pt x="0" y="6188"/>
                      </a:cubicBezTo>
                      <a:cubicBezTo>
                        <a:pt x="0" y="9595"/>
                        <a:pt x="2758" y="12376"/>
                        <a:pt x="6188" y="12376"/>
                      </a:cubicBezTo>
                      <a:cubicBezTo>
                        <a:pt x="9595" y="12376"/>
                        <a:pt x="12376" y="9595"/>
                        <a:pt x="12376" y="6188"/>
                      </a:cubicBezTo>
                      <a:cubicBezTo>
                        <a:pt x="12376" y="2758"/>
                        <a:pt x="9595" y="1"/>
                        <a:pt x="618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2" name="Google Shape;1012;p52"/>
              <p:cNvGrpSpPr/>
              <p:nvPr/>
            </p:nvGrpSpPr>
            <p:grpSpPr>
              <a:xfrm>
                <a:off x="14031551" y="-408002"/>
                <a:ext cx="1241051" cy="1195741"/>
                <a:chOff x="-7357449" y="-5698427"/>
                <a:chExt cx="1241051" cy="1195741"/>
              </a:xfrm>
            </p:grpSpPr>
            <p:sp>
              <p:nvSpPr>
                <p:cNvPr id="1013" name="Google Shape;1013;p52"/>
                <p:cNvSpPr/>
                <p:nvPr/>
              </p:nvSpPr>
              <p:spPr>
                <a:xfrm>
                  <a:off x="-7344011" y="-5004134"/>
                  <a:ext cx="190090" cy="120942"/>
                </a:xfrm>
                <a:custGeom>
                  <a:rect b="b" l="l" r="r" t="t"/>
                  <a:pathLst>
                    <a:path extrusionOk="0" h="1791" w="2815">
                      <a:moveTo>
                        <a:pt x="1933" y="1"/>
                      </a:moveTo>
                      <a:cubicBezTo>
                        <a:pt x="1933" y="1"/>
                        <a:pt x="242" y="1252"/>
                        <a:pt x="103" y="1507"/>
                      </a:cubicBezTo>
                      <a:cubicBezTo>
                        <a:pt x="0" y="1712"/>
                        <a:pt x="1125" y="1791"/>
                        <a:pt x="1885" y="1791"/>
                      </a:cubicBezTo>
                      <a:cubicBezTo>
                        <a:pt x="2159" y="1791"/>
                        <a:pt x="2385" y="1781"/>
                        <a:pt x="2490" y="1762"/>
                      </a:cubicBezTo>
                      <a:cubicBezTo>
                        <a:pt x="2814" y="1693"/>
                        <a:pt x="1933" y="1"/>
                        <a:pt x="193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4" name="Google Shape;1014;p52"/>
                <p:cNvSpPr/>
                <p:nvPr/>
              </p:nvSpPr>
              <p:spPr>
                <a:xfrm>
                  <a:off x="-7225032" y="-4860170"/>
                  <a:ext cx="130531" cy="108989"/>
                </a:xfrm>
                <a:custGeom>
                  <a:rect b="b" l="l" r="r" t="t"/>
                  <a:pathLst>
                    <a:path extrusionOk="0" h="1614" w="1933">
                      <a:moveTo>
                        <a:pt x="867" y="1"/>
                      </a:moveTo>
                      <a:cubicBezTo>
                        <a:pt x="867" y="1"/>
                        <a:pt x="32" y="1345"/>
                        <a:pt x="9" y="1554"/>
                      </a:cubicBezTo>
                      <a:cubicBezTo>
                        <a:pt x="1" y="1595"/>
                        <a:pt x="43" y="1613"/>
                        <a:pt x="119" y="1613"/>
                      </a:cubicBezTo>
                      <a:cubicBezTo>
                        <a:pt x="466" y="1613"/>
                        <a:pt x="1519" y="1246"/>
                        <a:pt x="1747" y="1113"/>
                      </a:cubicBezTo>
                      <a:cubicBezTo>
                        <a:pt x="1933" y="974"/>
                        <a:pt x="867" y="1"/>
                        <a:pt x="8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5" name="Google Shape;1015;p52"/>
                <p:cNvSpPr/>
                <p:nvPr/>
              </p:nvSpPr>
              <p:spPr>
                <a:xfrm>
                  <a:off x="-7169661" y="-5515839"/>
                  <a:ext cx="835720" cy="835788"/>
                </a:xfrm>
                <a:custGeom>
                  <a:rect b="b" l="l" r="r" t="t"/>
                  <a:pathLst>
                    <a:path extrusionOk="0" h="12377" w="12376">
                      <a:moveTo>
                        <a:pt x="6188" y="1"/>
                      </a:moveTo>
                      <a:cubicBezTo>
                        <a:pt x="2758" y="1"/>
                        <a:pt x="0" y="2758"/>
                        <a:pt x="0" y="6188"/>
                      </a:cubicBezTo>
                      <a:cubicBezTo>
                        <a:pt x="0" y="9595"/>
                        <a:pt x="2758" y="12376"/>
                        <a:pt x="6188" y="12376"/>
                      </a:cubicBezTo>
                      <a:cubicBezTo>
                        <a:pt x="9595" y="12376"/>
                        <a:pt x="12376" y="9595"/>
                        <a:pt x="12376" y="6188"/>
                      </a:cubicBezTo>
                      <a:cubicBezTo>
                        <a:pt x="12376" y="2758"/>
                        <a:pt x="9595" y="1"/>
                        <a:pt x="618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52"/>
                <p:cNvSpPr/>
                <p:nvPr/>
              </p:nvSpPr>
              <p:spPr>
                <a:xfrm>
                  <a:off x="-6805025" y="-5698427"/>
                  <a:ext cx="126006" cy="157204"/>
                </a:xfrm>
                <a:custGeom>
                  <a:rect b="b" l="l" r="r" t="t"/>
                  <a:pathLst>
                    <a:path extrusionOk="0" h="2328" w="1866">
                      <a:moveTo>
                        <a:pt x="732" y="1"/>
                      </a:moveTo>
                      <a:cubicBezTo>
                        <a:pt x="718" y="1"/>
                        <a:pt x="706" y="6"/>
                        <a:pt x="695" y="16"/>
                      </a:cubicBezTo>
                      <a:cubicBezTo>
                        <a:pt x="510" y="225"/>
                        <a:pt x="0" y="2287"/>
                        <a:pt x="0" y="2287"/>
                      </a:cubicBezTo>
                      <a:cubicBezTo>
                        <a:pt x="0" y="2287"/>
                        <a:pt x="475" y="2328"/>
                        <a:pt x="942" y="2328"/>
                      </a:cubicBezTo>
                      <a:cubicBezTo>
                        <a:pt x="1408" y="2328"/>
                        <a:pt x="1866" y="2287"/>
                        <a:pt x="1831" y="2125"/>
                      </a:cubicBezTo>
                      <a:cubicBezTo>
                        <a:pt x="1765" y="1773"/>
                        <a:pt x="989" y="1"/>
                        <a:pt x="73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7" name="Google Shape;1017;p52"/>
                <p:cNvSpPr/>
                <p:nvPr/>
              </p:nvSpPr>
              <p:spPr>
                <a:xfrm>
                  <a:off x="-6496773" y="-5600448"/>
                  <a:ext cx="141740" cy="164767"/>
                </a:xfrm>
                <a:custGeom>
                  <a:rect b="b" l="l" r="r" t="t"/>
                  <a:pathLst>
                    <a:path extrusionOk="0" h="2440" w="2099">
                      <a:moveTo>
                        <a:pt x="1844" y="0"/>
                      </a:moveTo>
                      <a:cubicBezTo>
                        <a:pt x="1840" y="0"/>
                        <a:pt x="1836" y="1"/>
                        <a:pt x="1832" y="2"/>
                      </a:cubicBezTo>
                      <a:cubicBezTo>
                        <a:pt x="1553" y="95"/>
                        <a:pt x="1" y="1532"/>
                        <a:pt x="1" y="1532"/>
                      </a:cubicBezTo>
                      <a:cubicBezTo>
                        <a:pt x="1" y="1532"/>
                        <a:pt x="1199" y="2439"/>
                        <a:pt x="1554" y="2439"/>
                      </a:cubicBezTo>
                      <a:cubicBezTo>
                        <a:pt x="1601" y="2439"/>
                        <a:pt x="1633" y="2424"/>
                        <a:pt x="1646" y="2389"/>
                      </a:cubicBezTo>
                      <a:cubicBezTo>
                        <a:pt x="1760" y="2093"/>
                        <a:pt x="2099" y="0"/>
                        <a:pt x="184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8" name="Google Shape;1018;p52"/>
                <p:cNvSpPr/>
                <p:nvPr/>
              </p:nvSpPr>
              <p:spPr>
                <a:xfrm>
                  <a:off x="-6293320" y="-5259176"/>
                  <a:ext cx="176922" cy="120874"/>
                </a:xfrm>
                <a:custGeom>
                  <a:rect b="b" l="l" r="r" t="t"/>
                  <a:pathLst>
                    <a:path extrusionOk="0" h="1790" w="2620">
                      <a:moveTo>
                        <a:pt x="0" y="0"/>
                      </a:moveTo>
                      <a:cubicBezTo>
                        <a:pt x="0" y="0"/>
                        <a:pt x="175" y="1790"/>
                        <a:pt x="482" y="1790"/>
                      </a:cubicBezTo>
                      <a:cubicBezTo>
                        <a:pt x="491" y="1790"/>
                        <a:pt x="501" y="1788"/>
                        <a:pt x="510" y="1785"/>
                      </a:cubicBezTo>
                      <a:cubicBezTo>
                        <a:pt x="858" y="1623"/>
                        <a:pt x="2619" y="417"/>
                        <a:pt x="2364" y="278"/>
                      </a:cubicBezTo>
                      <a:cubicBezTo>
                        <a:pt x="2109" y="116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9" name="Google Shape;1019;p52"/>
                <p:cNvSpPr/>
                <p:nvPr/>
              </p:nvSpPr>
              <p:spPr>
                <a:xfrm>
                  <a:off x="-6348083" y="-4961863"/>
                  <a:ext cx="186849" cy="122968"/>
                </a:xfrm>
                <a:custGeom>
                  <a:rect b="b" l="l" r="r" t="t"/>
                  <a:pathLst>
                    <a:path extrusionOk="0" h="1821" w="2767">
                      <a:moveTo>
                        <a:pt x="1020" y="1"/>
                      </a:moveTo>
                      <a:cubicBezTo>
                        <a:pt x="1020" y="1"/>
                        <a:pt x="0" y="1623"/>
                        <a:pt x="325" y="1716"/>
                      </a:cubicBezTo>
                      <a:cubicBezTo>
                        <a:pt x="521" y="1765"/>
                        <a:pt x="1213" y="1820"/>
                        <a:pt x="1802" y="1820"/>
                      </a:cubicBezTo>
                      <a:cubicBezTo>
                        <a:pt x="2325" y="1820"/>
                        <a:pt x="2766" y="1777"/>
                        <a:pt x="2712" y="1646"/>
                      </a:cubicBezTo>
                      <a:cubicBezTo>
                        <a:pt x="2596" y="1368"/>
                        <a:pt x="1020" y="1"/>
                        <a:pt x="10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0" name="Google Shape;1020;p52"/>
                <p:cNvSpPr/>
                <p:nvPr/>
              </p:nvSpPr>
              <p:spPr>
                <a:xfrm>
                  <a:off x="-6560922" y="-4720866"/>
                  <a:ext cx="144036" cy="163552"/>
                </a:xfrm>
                <a:custGeom>
                  <a:rect b="b" l="l" r="r" t="t"/>
                  <a:pathLst>
                    <a:path extrusionOk="0" h="2422" w="2133">
                      <a:moveTo>
                        <a:pt x="1808" y="1"/>
                      </a:moveTo>
                      <a:cubicBezTo>
                        <a:pt x="1808" y="1"/>
                        <a:pt x="0" y="580"/>
                        <a:pt x="186" y="881"/>
                      </a:cubicBezTo>
                      <a:cubicBezTo>
                        <a:pt x="356" y="1136"/>
                        <a:pt x="1693" y="2422"/>
                        <a:pt x="1987" y="2422"/>
                      </a:cubicBezTo>
                      <a:cubicBezTo>
                        <a:pt x="2014" y="2422"/>
                        <a:pt x="2032" y="2411"/>
                        <a:pt x="2040" y="2388"/>
                      </a:cubicBezTo>
                      <a:cubicBezTo>
                        <a:pt x="2133" y="2086"/>
                        <a:pt x="1808" y="1"/>
                        <a:pt x="180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1" name="Google Shape;1021;p52"/>
                <p:cNvSpPr/>
                <p:nvPr/>
              </p:nvSpPr>
              <p:spPr>
                <a:xfrm>
                  <a:off x="-6830077" y="-4666508"/>
                  <a:ext cx="123710" cy="163822"/>
                </a:xfrm>
                <a:custGeom>
                  <a:rect b="b" l="l" r="r" t="t"/>
                  <a:pathLst>
                    <a:path extrusionOk="0" h="2426" w="1832">
                      <a:moveTo>
                        <a:pt x="225" y="1"/>
                      </a:moveTo>
                      <a:cubicBezTo>
                        <a:pt x="88" y="1"/>
                        <a:pt x="0" y="28"/>
                        <a:pt x="0" y="99"/>
                      </a:cubicBezTo>
                      <a:cubicBezTo>
                        <a:pt x="0" y="479"/>
                        <a:pt x="365" y="2426"/>
                        <a:pt x="620" y="2426"/>
                      </a:cubicBezTo>
                      <a:cubicBezTo>
                        <a:pt x="630" y="2426"/>
                        <a:pt x="640" y="2423"/>
                        <a:pt x="649" y="2417"/>
                      </a:cubicBezTo>
                      <a:cubicBezTo>
                        <a:pt x="881" y="2231"/>
                        <a:pt x="1831" y="354"/>
                        <a:pt x="1831" y="354"/>
                      </a:cubicBezTo>
                      <a:cubicBezTo>
                        <a:pt x="1831" y="354"/>
                        <a:pt x="714" y="1"/>
                        <a:pt x="22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2" name="Google Shape;1022;p52"/>
                <p:cNvSpPr/>
                <p:nvPr/>
              </p:nvSpPr>
              <p:spPr>
                <a:xfrm>
                  <a:off x="-6632904" y="-5625770"/>
                  <a:ext cx="95349" cy="124858"/>
                </a:xfrm>
                <a:custGeom>
                  <a:rect b="b" l="l" r="r" t="t"/>
                  <a:pathLst>
                    <a:path extrusionOk="0" h="1849" w="1412">
                      <a:moveTo>
                        <a:pt x="1204" y="0"/>
                      </a:moveTo>
                      <a:cubicBezTo>
                        <a:pt x="1197" y="0"/>
                        <a:pt x="1190" y="2"/>
                        <a:pt x="1182" y="6"/>
                      </a:cubicBezTo>
                      <a:cubicBezTo>
                        <a:pt x="974" y="99"/>
                        <a:pt x="0" y="1374"/>
                        <a:pt x="0" y="1374"/>
                      </a:cubicBezTo>
                      <a:cubicBezTo>
                        <a:pt x="0" y="1374"/>
                        <a:pt x="901" y="1849"/>
                        <a:pt x="1230" y="1849"/>
                      </a:cubicBezTo>
                      <a:cubicBezTo>
                        <a:pt x="1292" y="1849"/>
                        <a:pt x="1334" y="1831"/>
                        <a:pt x="1345" y="1791"/>
                      </a:cubicBezTo>
                      <a:cubicBezTo>
                        <a:pt x="1412" y="1500"/>
                        <a:pt x="1392" y="0"/>
                        <a:pt x="120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3" name="Google Shape;1023;p52"/>
                <p:cNvSpPr/>
                <p:nvPr/>
              </p:nvSpPr>
              <p:spPr>
                <a:xfrm>
                  <a:off x="-6349636" y="-5417928"/>
                  <a:ext cx="134650" cy="100008"/>
                </a:xfrm>
                <a:custGeom>
                  <a:rect b="b" l="l" r="r" t="t"/>
                  <a:pathLst>
                    <a:path extrusionOk="0" h="1481" w="1994">
                      <a:moveTo>
                        <a:pt x="1688" y="1"/>
                      </a:moveTo>
                      <a:cubicBezTo>
                        <a:pt x="1286" y="1"/>
                        <a:pt x="0" y="266"/>
                        <a:pt x="0" y="266"/>
                      </a:cubicBezTo>
                      <a:cubicBezTo>
                        <a:pt x="0" y="266"/>
                        <a:pt x="440" y="1481"/>
                        <a:pt x="663" y="1481"/>
                      </a:cubicBezTo>
                      <a:cubicBezTo>
                        <a:pt x="674" y="1481"/>
                        <a:pt x="685" y="1477"/>
                        <a:pt x="695" y="1471"/>
                      </a:cubicBezTo>
                      <a:cubicBezTo>
                        <a:pt x="974" y="1285"/>
                        <a:pt x="1993" y="80"/>
                        <a:pt x="1785" y="11"/>
                      </a:cubicBezTo>
                      <a:cubicBezTo>
                        <a:pt x="1764" y="4"/>
                        <a:pt x="1731" y="1"/>
                        <a:pt x="168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4" name="Google Shape;1024;p52"/>
                <p:cNvSpPr/>
                <p:nvPr/>
              </p:nvSpPr>
              <p:spPr>
                <a:xfrm>
                  <a:off x="-6283934" y="-5087054"/>
                  <a:ext cx="144441" cy="91500"/>
                </a:xfrm>
                <a:custGeom>
                  <a:rect b="b" l="l" r="r" t="t"/>
                  <a:pathLst>
                    <a:path extrusionOk="0" h="1355" w="2139">
                      <a:moveTo>
                        <a:pt x="603" y="1"/>
                      </a:moveTo>
                      <a:cubicBezTo>
                        <a:pt x="603" y="1"/>
                        <a:pt x="1" y="1298"/>
                        <a:pt x="255" y="1345"/>
                      </a:cubicBezTo>
                      <a:cubicBezTo>
                        <a:pt x="303" y="1352"/>
                        <a:pt x="378" y="1355"/>
                        <a:pt x="471" y="1355"/>
                      </a:cubicBezTo>
                      <a:cubicBezTo>
                        <a:pt x="1008" y="1355"/>
                        <a:pt x="2139" y="1244"/>
                        <a:pt x="2040" y="1067"/>
                      </a:cubicBezTo>
                      <a:cubicBezTo>
                        <a:pt x="1924" y="881"/>
                        <a:pt x="603" y="1"/>
                        <a:pt x="60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5" name="Google Shape;1025;p52"/>
                <p:cNvSpPr/>
                <p:nvPr/>
              </p:nvSpPr>
              <p:spPr>
                <a:xfrm>
                  <a:off x="-6420064" y="-4822558"/>
                  <a:ext cx="129923" cy="113041"/>
                </a:xfrm>
                <a:custGeom>
                  <a:rect b="b" l="l" r="r" t="t"/>
                  <a:pathLst>
                    <a:path extrusionOk="0" h="1674" w="1924">
                      <a:moveTo>
                        <a:pt x="1159" y="0"/>
                      </a:moveTo>
                      <a:cubicBezTo>
                        <a:pt x="1159" y="0"/>
                        <a:pt x="0" y="881"/>
                        <a:pt x="209" y="1043"/>
                      </a:cubicBezTo>
                      <a:cubicBezTo>
                        <a:pt x="444" y="1200"/>
                        <a:pt x="1512" y="1673"/>
                        <a:pt x="1832" y="1673"/>
                      </a:cubicBezTo>
                      <a:cubicBezTo>
                        <a:pt x="1890" y="1673"/>
                        <a:pt x="1924" y="1658"/>
                        <a:pt x="1924" y="1622"/>
                      </a:cubicBezTo>
                      <a:cubicBezTo>
                        <a:pt x="1924" y="1414"/>
                        <a:pt x="1159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6" name="Google Shape;1026;p52"/>
                <p:cNvSpPr/>
                <p:nvPr/>
              </p:nvSpPr>
              <p:spPr>
                <a:xfrm>
                  <a:off x="-6672406" y="-4636999"/>
                  <a:ext cx="95889" cy="117633"/>
                </a:xfrm>
                <a:custGeom>
                  <a:rect b="b" l="l" r="r" t="t"/>
                  <a:pathLst>
                    <a:path extrusionOk="0" h="1742" w="1420">
                      <a:moveTo>
                        <a:pt x="968" y="0"/>
                      </a:moveTo>
                      <a:cubicBezTo>
                        <a:pt x="551" y="0"/>
                        <a:pt x="0" y="27"/>
                        <a:pt x="29" y="172"/>
                      </a:cubicBezTo>
                      <a:cubicBezTo>
                        <a:pt x="116" y="477"/>
                        <a:pt x="734" y="1742"/>
                        <a:pt x="925" y="1742"/>
                      </a:cubicBezTo>
                      <a:cubicBezTo>
                        <a:pt x="937" y="1742"/>
                        <a:pt x="948" y="1736"/>
                        <a:pt x="956" y="1725"/>
                      </a:cubicBezTo>
                      <a:cubicBezTo>
                        <a:pt x="1095" y="1563"/>
                        <a:pt x="1420" y="10"/>
                        <a:pt x="1420" y="10"/>
                      </a:cubicBezTo>
                      <a:cubicBezTo>
                        <a:pt x="1420" y="10"/>
                        <a:pt x="1218" y="0"/>
                        <a:pt x="96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7" name="Google Shape;1027;p52"/>
                <p:cNvSpPr/>
                <p:nvPr/>
              </p:nvSpPr>
              <p:spPr>
                <a:xfrm>
                  <a:off x="-7095654" y="-5617735"/>
                  <a:ext cx="132624" cy="167131"/>
                </a:xfrm>
                <a:custGeom>
                  <a:rect b="b" l="l" r="r" t="t"/>
                  <a:pathLst>
                    <a:path extrusionOk="0" h="2475" w="1964">
                      <a:moveTo>
                        <a:pt x="233" y="0"/>
                      </a:moveTo>
                      <a:cubicBezTo>
                        <a:pt x="0" y="0"/>
                        <a:pt x="158" y="2050"/>
                        <a:pt x="249" y="2413"/>
                      </a:cubicBezTo>
                      <a:cubicBezTo>
                        <a:pt x="261" y="2456"/>
                        <a:pt x="300" y="2475"/>
                        <a:pt x="358" y="2475"/>
                      </a:cubicBezTo>
                      <a:cubicBezTo>
                        <a:pt x="741" y="2475"/>
                        <a:pt x="1963" y="1672"/>
                        <a:pt x="1963" y="1672"/>
                      </a:cubicBezTo>
                      <a:cubicBezTo>
                        <a:pt x="1963" y="1672"/>
                        <a:pt x="527" y="119"/>
                        <a:pt x="249" y="3"/>
                      </a:cubicBezTo>
                      <a:cubicBezTo>
                        <a:pt x="243" y="1"/>
                        <a:pt x="238" y="0"/>
                        <a:pt x="23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8" name="Google Shape;1028;p52"/>
                <p:cNvSpPr/>
                <p:nvPr/>
              </p:nvSpPr>
              <p:spPr>
                <a:xfrm>
                  <a:off x="-7357449" y="-5297260"/>
                  <a:ext cx="178475" cy="118443"/>
                </a:xfrm>
                <a:custGeom>
                  <a:rect b="b" l="l" r="r" t="t"/>
                  <a:pathLst>
                    <a:path extrusionOk="0" h="1754" w="2643">
                      <a:moveTo>
                        <a:pt x="1875" y="1"/>
                      </a:moveTo>
                      <a:cubicBezTo>
                        <a:pt x="1237" y="1"/>
                        <a:pt x="408" y="17"/>
                        <a:pt x="255" y="101"/>
                      </a:cubicBezTo>
                      <a:cubicBezTo>
                        <a:pt x="0" y="217"/>
                        <a:pt x="1692" y="1584"/>
                        <a:pt x="1993" y="1746"/>
                      </a:cubicBezTo>
                      <a:cubicBezTo>
                        <a:pt x="2004" y="1751"/>
                        <a:pt x="2015" y="1754"/>
                        <a:pt x="2026" y="1754"/>
                      </a:cubicBezTo>
                      <a:cubicBezTo>
                        <a:pt x="2319" y="1754"/>
                        <a:pt x="2642" y="8"/>
                        <a:pt x="2642" y="8"/>
                      </a:cubicBezTo>
                      <a:cubicBezTo>
                        <a:pt x="2642" y="8"/>
                        <a:pt x="2301" y="1"/>
                        <a:pt x="187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9" name="Google Shape;1029;p52"/>
                <p:cNvSpPr/>
                <p:nvPr/>
              </p:nvSpPr>
              <p:spPr>
                <a:xfrm>
                  <a:off x="-7121178" y="-4745917"/>
                  <a:ext cx="153422" cy="160648"/>
                </a:xfrm>
                <a:custGeom>
                  <a:rect b="b" l="l" r="r" t="t"/>
                  <a:pathLst>
                    <a:path extrusionOk="0" h="2379" w="2272">
                      <a:moveTo>
                        <a:pt x="487" y="1"/>
                      </a:moveTo>
                      <a:cubicBezTo>
                        <a:pt x="487" y="1"/>
                        <a:pt x="1" y="2040"/>
                        <a:pt x="70" y="2341"/>
                      </a:cubicBezTo>
                      <a:cubicBezTo>
                        <a:pt x="79" y="2367"/>
                        <a:pt x="100" y="2379"/>
                        <a:pt x="133" y="2379"/>
                      </a:cubicBezTo>
                      <a:cubicBezTo>
                        <a:pt x="456" y="2379"/>
                        <a:pt x="1851" y="1227"/>
                        <a:pt x="2040" y="974"/>
                      </a:cubicBezTo>
                      <a:cubicBezTo>
                        <a:pt x="2272" y="719"/>
                        <a:pt x="487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0" name="Google Shape;1030;p52"/>
                <p:cNvSpPr/>
                <p:nvPr/>
              </p:nvSpPr>
              <p:spPr>
                <a:xfrm>
                  <a:off x="-6925423" y="-5639748"/>
                  <a:ext cx="95416" cy="125264"/>
                </a:xfrm>
                <a:custGeom>
                  <a:rect b="b" l="l" r="r" t="t"/>
                  <a:pathLst>
                    <a:path extrusionOk="0" h="1855" w="1413">
                      <a:moveTo>
                        <a:pt x="352" y="1"/>
                      </a:moveTo>
                      <a:cubicBezTo>
                        <a:pt x="152" y="1"/>
                        <a:pt x="0" y="1474"/>
                        <a:pt x="45" y="1789"/>
                      </a:cubicBezTo>
                      <a:cubicBezTo>
                        <a:pt x="53" y="1835"/>
                        <a:pt x="103" y="1854"/>
                        <a:pt x="179" y="1854"/>
                      </a:cubicBezTo>
                      <a:cubicBezTo>
                        <a:pt x="525" y="1854"/>
                        <a:pt x="1412" y="1465"/>
                        <a:pt x="1412" y="1465"/>
                      </a:cubicBezTo>
                      <a:cubicBezTo>
                        <a:pt x="1412" y="1465"/>
                        <a:pt x="555" y="121"/>
                        <a:pt x="369" y="5"/>
                      </a:cubicBezTo>
                      <a:cubicBezTo>
                        <a:pt x="363" y="2"/>
                        <a:pt x="357" y="1"/>
                        <a:pt x="35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1" name="Google Shape;1031;p52"/>
                <p:cNvSpPr/>
                <p:nvPr/>
              </p:nvSpPr>
              <p:spPr>
                <a:xfrm>
                  <a:off x="-7244817" y="-5445681"/>
                  <a:ext cx="133097" cy="104533"/>
                </a:xfrm>
                <a:custGeom>
                  <a:rect b="b" l="l" r="r" t="t"/>
                  <a:pathLst>
                    <a:path extrusionOk="0" h="1548" w="1971">
                      <a:moveTo>
                        <a:pt x="256" y="1"/>
                      </a:moveTo>
                      <a:cubicBezTo>
                        <a:pt x="238" y="1"/>
                        <a:pt x="222" y="2"/>
                        <a:pt x="210" y="4"/>
                      </a:cubicBezTo>
                      <a:cubicBezTo>
                        <a:pt x="1" y="51"/>
                        <a:pt x="928" y="1325"/>
                        <a:pt x="1183" y="1534"/>
                      </a:cubicBezTo>
                      <a:cubicBezTo>
                        <a:pt x="1194" y="1543"/>
                        <a:pt x="1206" y="1548"/>
                        <a:pt x="1219" y="1548"/>
                      </a:cubicBezTo>
                      <a:cubicBezTo>
                        <a:pt x="1436" y="1548"/>
                        <a:pt x="1971" y="375"/>
                        <a:pt x="1971" y="375"/>
                      </a:cubicBezTo>
                      <a:cubicBezTo>
                        <a:pt x="1971" y="375"/>
                        <a:pt x="598" y="1"/>
                        <a:pt x="25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2" name="Google Shape;1032;p52"/>
                <p:cNvSpPr/>
                <p:nvPr/>
              </p:nvSpPr>
              <p:spPr>
                <a:xfrm>
                  <a:off x="-7347725" y="-5130878"/>
                  <a:ext cx="143699" cy="92513"/>
                </a:xfrm>
                <a:custGeom>
                  <a:rect b="b" l="l" r="r" t="t"/>
                  <a:pathLst>
                    <a:path extrusionOk="0" h="1370" w="2128">
                      <a:moveTo>
                        <a:pt x="1641" y="1"/>
                      </a:moveTo>
                      <a:cubicBezTo>
                        <a:pt x="1641" y="1"/>
                        <a:pt x="250" y="765"/>
                        <a:pt x="111" y="951"/>
                      </a:cubicBezTo>
                      <a:cubicBezTo>
                        <a:pt x="0" y="1128"/>
                        <a:pt x="1418" y="1369"/>
                        <a:pt x="1824" y="1369"/>
                      </a:cubicBezTo>
                      <a:cubicBezTo>
                        <a:pt x="1843" y="1369"/>
                        <a:pt x="1859" y="1369"/>
                        <a:pt x="1873" y="1368"/>
                      </a:cubicBezTo>
                      <a:cubicBezTo>
                        <a:pt x="2127" y="1345"/>
                        <a:pt x="1641" y="1"/>
                        <a:pt x="16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3" name="Google Shape;1033;p52"/>
                <p:cNvSpPr/>
                <p:nvPr/>
              </p:nvSpPr>
              <p:spPr>
                <a:xfrm>
                  <a:off x="-6956822" y="-4650437"/>
                  <a:ext cx="97105" cy="120131"/>
                </a:xfrm>
                <a:custGeom>
                  <a:rect b="b" l="l" r="r" t="t"/>
                  <a:pathLst>
                    <a:path extrusionOk="0" h="1779" w="1438">
                      <a:moveTo>
                        <a:pt x="0" y="0"/>
                      </a:moveTo>
                      <a:cubicBezTo>
                        <a:pt x="0" y="0"/>
                        <a:pt x="186" y="1576"/>
                        <a:pt x="325" y="1762"/>
                      </a:cubicBezTo>
                      <a:cubicBezTo>
                        <a:pt x="332" y="1773"/>
                        <a:pt x="342" y="1779"/>
                        <a:pt x="355" y="1779"/>
                      </a:cubicBezTo>
                      <a:cubicBezTo>
                        <a:pt x="543" y="1779"/>
                        <a:pt x="1281" y="561"/>
                        <a:pt x="1368" y="279"/>
                      </a:cubicBezTo>
                      <a:cubicBezTo>
                        <a:pt x="1437" y="2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34" name="Google Shape;1034;p52"/>
            <p:cNvGrpSpPr/>
            <p:nvPr/>
          </p:nvGrpSpPr>
          <p:grpSpPr>
            <a:xfrm>
              <a:off x="6741119" y="747456"/>
              <a:ext cx="1424727" cy="1372591"/>
              <a:chOff x="-7357449" y="-5698427"/>
              <a:chExt cx="1241051" cy="1195741"/>
            </a:xfrm>
          </p:grpSpPr>
          <p:sp>
            <p:nvSpPr>
              <p:cNvPr id="1035" name="Google Shape;1035;p52"/>
              <p:cNvSpPr/>
              <p:nvPr/>
            </p:nvSpPr>
            <p:spPr>
              <a:xfrm>
                <a:off x="-7169661" y="-5515839"/>
                <a:ext cx="835720" cy="835788"/>
              </a:xfrm>
              <a:custGeom>
                <a:rect b="b" l="l" r="r" t="t"/>
                <a:pathLst>
                  <a:path extrusionOk="0" h="12377" w="12376">
                    <a:moveTo>
                      <a:pt x="6188" y="1"/>
                    </a:moveTo>
                    <a:cubicBezTo>
                      <a:pt x="2758" y="1"/>
                      <a:pt x="0" y="2758"/>
                      <a:pt x="0" y="6188"/>
                    </a:cubicBezTo>
                    <a:cubicBezTo>
                      <a:pt x="0" y="9595"/>
                      <a:pt x="2758" y="12376"/>
                      <a:pt x="6188" y="12376"/>
                    </a:cubicBezTo>
                    <a:cubicBezTo>
                      <a:pt x="9595" y="12376"/>
                      <a:pt x="12376" y="9595"/>
                      <a:pt x="12376" y="6188"/>
                    </a:cubicBezTo>
                    <a:cubicBezTo>
                      <a:pt x="12376" y="2758"/>
                      <a:pt x="9595" y="1"/>
                      <a:pt x="61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" name="Google Shape;1036;p52"/>
              <p:cNvSpPr/>
              <p:nvPr/>
            </p:nvSpPr>
            <p:spPr>
              <a:xfrm>
                <a:off x="-6579694" y="-5083948"/>
                <a:ext cx="123710" cy="125264"/>
              </a:xfrm>
              <a:custGeom>
                <a:rect b="b" l="l" r="r" t="t"/>
                <a:pathLst>
                  <a:path extrusionOk="0" h="1855" w="1832">
                    <a:moveTo>
                      <a:pt x="904" y="1"/>
                    </a:moveTo>
                    <a:cubicBezTo>
                      <a:pt x="394" y="1"/>
                      <a:pt x="0" y="418"/>
                      <a:pt x="0" y="928"/>
                    </a:cubicBezTo>
                    <a:cubicBezTo>
                      <a:pt x="0" y="1438"/>
                      <a:pt x="394" y="1855"/>
                      <a:pt x="904" y="1855"/>
                    </a:cubicBezTo>
                    <a:cubicBezTo>
                      <a:pt x="1414" y="1855"/>
                      <a:pt x="1831" y="1438"/>
                      <a:pt x="1831" y="928"/>
                    </a:cubicBezTo>
                    <a:cubicBezTo>
                      <a:pt x="1831" y="418"/>
                      <a:pt x="1414" y="1"/>
                      <a:pt x="9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52"/>
              <p:cNvSpPr/>
              <p:nvPr/>
            </p:nvSpPr>
            <p:spPr>
              <a:xfrm>
                <a:off x="-7053856" y="-5077668"/>
                <a:ext cx="123710" cy="123710"/>
              </a:xfrm>
              <a:custGeom>
                <a:rect b="b" l="l" r="r" t="t"/>
                <a:pathLst>
                  <a:path extrusionOk="0" h="1832" w="1832">
                    <a:moveTo>
                      <a:pt x="904" y="1"/>
                    </a:moveTo>
                    <a:cubicBezTo>
                      <a:pt x="394" y="1"/>
                      <a:pt x="0" y="395"/>
                      <a:pt x="0" y="904"/>
                    </a:cubicBezTo>
                    <a:cubicBezTo>
                      <a:pt x="0" y="1414"/>
                      <a:pt x="394" y="1831"/>
                      <a:pt x="904" y="1831"/>
                    </a:cubicBezTo>
                    <a:cubicBezTo>
                      <a:pt x="1414" y="1831"/>
                      <a:pt x="1831" y="1414"/>
                      <a:pt x="1831" y="904"/>
                    </a:cubicBezTo>
                    <a:cubicBezTo>
                      <a:pt x="1831" y="395"/>
                      <a:pt x="1414" y="1"/>
                      <a:pt x="9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8" name="Google Shape;1038;p52"/>
              <p:cNvSpPr/>
              <p:nvPr/>
            </p:nvSpPr>
            <p:spPr>
              <a:xfrm>
                <a:off x="-6814411" y="-5142695"/>
                <a:ext cx="122090" cy="110475"/>
              </a:xfrm>
              <a:custGeom>
                <a:rect b="b" l="l" r="r" t="t"/>
                <a:pathLst>
                  <a:path extrusionOk="0" h="1636" w="1808">
                    <a:moveTo>
                      <a:pt x="1721" y="1"/>
                    </a:moveTo>
                    <a:cubicBezTo>
                      <a:pt x="1688" y="1"/>
                      <a:pt x="1656" y="19"/>
                      <a:pt x="1646" y="60"/>
                    </a:cubicBezTo>
                    <a:cubicBezTo>
                      <a:pt x="1599" y="454"/>
                      <a:pt x="1391" y="1427"/>
                      <a:pt x="881" y="1473"/>
                    </a:cubicBezTo>
                    <a:cubicBezTo>
                      <a:pt x="860" y="1478"/>
                      <a:pt x="840" y="1479"/>
                      <a:pt x="821" y="1479"/>
                    </a:cubicBezTo>
                    <a:cubicBezTo>
                      <a:pt x="732" y="1479"/>
                      <a:pt x="656" y="1438"/>
                      <a:pt x="579" y="1381"/>
                    </a:cubicBezTo>
                    <a:cubicBezTo>
                      <a:pt x="232" y="1079"/>
                      <a:pt x="162" y="176"/>
                      <a:pt x="162" y="176"/>
                    </a:cubicBezTo>
                    <a:cubicBezTo>
                      <a:pt x="162" y="129"/>
                      <a:pt x="116" y="106"/>
                      <a:pt x="70" y="106"/>
                    </a:cubicBezTo>
                    <a:cubicBezTo>
                      <a:pt x="23" y="106"/>
                      <a:pt x="0" y="152"/>
                      <a:pt x="0" y="176"/>
                    </a:cubicBezTo>
                    <a:cubicBezTo>
                      <a:pt x="0" y="222"/>
                      <a:pt x="70" y="1149"/>
                      <a:pt x="487" y="1497"/>
                    </a:cubicBezTo>
                    <a:cubicBezTo>
                      <a:pt x="579" y="1589"/>
                      <a:pt x="695" y="1636"/>
                      <a:pt x="834" y="1636"/>
                    </a:cubicBezTo>
                    <a:lnTo>
                      <a:pt x="881" y="1636"/>
                    </a:lnTo>
                    <a:cubicBezTo>
                      <a:pt x="1622" y="1589"/>
                      <a:pt x="1808" y="152"/>
                      <a:pt x="1808" y="83"/>
                    </a:cubicBezTo>
                    <a:cubicBezTo>
                      <a:pt x="1808" y="31"/>
                      <a:pt x="1764" y="1"/>
                      <a:pt x="17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52"/>
              <p:cNvSpPr/>
              <p:nvPr/>
            </p:nvSpPr>
            <p:spPr>
              <a:xfrm>
                <a:off x="-6963102" y="-5213799"/>
                <a:ext cx="92378" cy="117430"/>
              </a:xfrm>
              <a:custGeom>
                <a:rect b="b" l="l" r="r" t="t"/>
                <a:pathLst>
                  <a:path extrusionOk="0" h="1739" w="1368">
                    <a:moveTo>
                      <a:pt x="116" y="0"/>
                    </a:moveTo>
                    <a:cubicBezTo>
                      <a:pt x="70" y="0"/>
                      <a:pt x="24" y="24"/>
                      <a:pt x="24" y="70"/>
                    </a:cubicBezTo>
                    <a:cubicBezTo>
                      <a:pt x="24" y="232"/>
                      <a:pt x="0" y="1623"/>
                      <a:pt x="510" y="1739"/>
                    </a:cubicBezTo>
                    <a:lnTo>
                      <a:pt x="580" y="1739"/>
                    </a:lnTo>
                    <a:cubicBezTo>
                      <a:pt x="626" y="1739"/>
                      <a:pt x="696" y="1739"/>
                      <a:pt x="742" y="1692"/>
                    </a:cubicBezTo>
                    <a:cubicBezTo>
                      <a:pt x="1136" y="1437"/>
                      <a:pt x="1345" y="232"/>
                      <a:pt x="1345" y="93"/>
                    </a:cubicBezTo>
                    <a:cubicBezTo>
                      <a:pt x="1368" y="47"/>
                      <a:pt x="1321" y="0"/>
                      <a:pt x="1275" y="0"/>
                    </a:cubicBezTo>
                    <a:cubicBezTo>
                      <a:pt x="1252" y="0"/>
                      <a:pt x="1206" y="24"/>
                      <a:pt x="1206" y="70"/>
                    </a:cubicBezTo>
                    <a:cubicBezTo>
                      <a:pt x="1136" y="418"/>
                      <a:pt x="951" y="1368"/>
                      <a:pt x="649" y="1576"/>
                    </a:cubicBezTo>
                    <a:cubicBezTo>
                      <a:pt x="626" y="1599"/>
                      <a:pt x="580" y="1599"/>
                      <a:pt x="557" y="1599"/>
                    </a:cubicBezTo>
                    <a:cubicBezTo>
                      <a:pt x="255" y="1530"/>
                      <a:pt x="163" y="626"/>
                      <a:pt x="186" y="93"/>
                    </a:cubicBezTo>
                    <a:cubicBezTo>
                      <a:pt x="186" y="47"/>
                      <a:pt x="163" y="0"/>
                      <a:pt x="1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52"/>
              <p:cNvSpPr/>
              <p:nvPr/>
            </p:nvSpPr>
            <p:spPr>
              <a:xfrm>
                <a:off x="-6617238" y="-5217378"/>
                <a:ext cx="92378" cy="117903"/>
              </a:xfrm>
              <a:custGeom>
                <a:rect b="b" l="l" r="r" t="t"/>
                <a:pathLst>
                  <a:path extrusionOk="0" h="1746" w="1368">
                    <a:moveTo>
                      <a:pt x="1273" y="1"/>
                    </a:moveTo>
                    <a:cubicBezTo>
                      <a:pt x="1236" y="1"/>
                      <a:pt x="1205" y="39"/>
                      <a:pt x="1205" y="77"/>
                    </a:cubicBezTo>
                    <a:cubicBezTo>
                      <a:pt x="1159" y="401"/>
                      <a:pt x="950" y="1374"/>
                      <a:pt x="672" y="1560"/>
                    </a:cubicBezTo>
                    <a:cubicBezTo>
                      <a:pt x="626" y="1583"/>
                      <a:pt x="603" y="1583"/>
                      <a:pt x="556" y="1583"/>
                    </a:cubicBezTo>
                    <a:cubicBezTo>
                      <a:pt x="255" y="1537"/>
                      <a:pt x="186" y="633"/>
                      <a:pt x="209" y="77"/>
                    </a:cubicBezTo>
                    <a:cubicBezTo>
                      <a:pt x="209" y="30"/>
                      <a:pt x="162" y="7"/>
                      <a:pt x="116" y="7"/>
                    </a:cubicBezTo>
                    <a:cubicBezTo>
                      <a:pt x="93" y="7"/>
                      <a:pt x="47" y="30"/>
                      <a:pt x="47" y="77"/>
                    </a:cubicBezTo>
                    <a:cubicBezTo>
                      <a:pt x="47" y="239"/>
                      <a:pt x="0" y="1629"/>
                      <a:pt x="533" y="1745"/>
                    </a:cubicBezTo>
                    <a:lnTo>
                      <a:pt x="580" y="1745"/>
                    </a:lnTo>
                    <a:cubicBezTo>
                      <a:pt x="649" y="1745"/>
                      <a:pt x="695" y="1722"/>
                      <a:pt x="765" y="1699"/>
                    </a:cubicBezTo>
                    <a:cubicBezTo>
                      <a:pt x="1136" y="1421"/>
                      <a:pt x="1344" y="239"/>
                      <a:pt x="1368" y="100"/>
                    </a:cubicBezTo>
                    <a:cubicBezTo>
                      <a:pt x="1368" y="53"/>
                      <a:pt x="1344" y="7"/>
                      <a:pt x="1298" y="7"/>
                    </a:cubicBezTo>
                    <a:cubicBezTo>
                      <a:pt x="1289" y="3"/>
                      <a:pt x="1281" y="1"/>
                      <a:pt x="12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52"/>
              <p:cNvSpPr/>
              <p:nvPr/>
            </p:nvSpPr>
            <p:spPr>
              <a:xfrm>
                <a:off x="-6805025" y="-5698427"/>
                <a:ext cx="126006" cy="157204"/>
              </a:xfrm>
              <a:custGeom>
                <a:rect b="b" l="l" r="r" t="t"/>
                <a:pathLst>
                  <a:path extrusionOk="0" h="2328" w="1866">
                    <a:moveTo>
                      <a:pt x="732" y="1"/>
                    </a:moveTo>
                    <a:cubicBezTo>
                      <a:pt x="718" y="1"/>
                      <a:pt x="706" y="6"/>
                      <a:pt x="695" y="16"/>
                    </a:cubicBezTo>
                    <a:cubicBezTo>
                      <a:pt x="510" y="225"/>
                      <a:pt x="0" y="2287"/>
                      <a:pt x="0" y="2287"/>
                    </a:cubicBezTo>
                    <a:cubicBezTo>
                      <a:pt x="0" y="2287"/>
                      <a:pt x="475" y="2328"/>
                      <a:pt x="942" y="2328"/>
                    </a:cubicBezTo>
                    <a:cubicBezTo>
                      <a:pt x="1408" y="2328"/>
                      <a:pt x="1866" y="2287"/>
                      <a:pt x="1831" y="2125"/>
                    </a:cubicBezTo>
                    <a:cubicBezTo>
                      <a:pt x="1765" y="1773"/>
                      <a:pt x="989" y="1"/>
                      <a:pt x="7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52"/>
              <p:cNvSpPr/>
              <p:nvPr/>
            </p:nvSpPr>
            <p:spPr>
              <a:xfrm>
                <a:off x="-6496773" y="-5600448"/>
                <a:ext cx="141740" cy="164767"/>
              </a:xfrm>
              <a:custGeom>
                <a:rect b="b" l="l" r="r" t="t"/>
                <a:pathLst>
                  <a:path extrusionOk="0" h="2440" w="2099">
                    <a:moveTo>
                      <a:pt x="1844" y="0"/>
                    </a:moveTo>
                    <a:cubicBezTo>
                      <a:pt x="1840" y="0"/>
                      <a:pt x="1836" y="1"/>
                      <a:pt x="1832" y="2"/>
                    </a:cubicBezTo>
                    <a:cubicBezTo>
                      <a:pt x="1553" y="95"/>
                      <a:pt x="1" y="1532"/>
                      <a:pt x="1" y="1532"/>
                    </a:cubicBezTo>
                    <a:cubicBezTo>
                      <a:pt x="1" y="1532"/>
                      <a:pt x="1199" y="2439"/>
                      <a:pt x="1554" y="2439"/>
                    </a:cubicBezTo>
                    <a:cubicBezTo>
                      <a:pt x="1601" y="2439"/>
                      <a:pt x="1633" y="2424"/>
                      <a:pt x="1646" y="2389"/>
                    </a:cubicBezTo>
                    <a:cubicBezTo>
                      <a:pt x="1760" y="2093"/>
                      <a:pt x="2099" y="0"/>
                      <a:pt x="1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" name="Google Shape;1043;p52"/>
              <p:cNvSpPr/>
              <p:nvPr/>
            </p:nvSpPr>
            <p:spPr>
              <a:xfrm>
                <a:off x="-6293320" y="-5259176"/>
                <a:ext cx="176922" cy="120874"/>
              </a:xfrm>
              <a:custGeom>
                <a:rect b="b" l="l" r="r" t="t"/>
                <a:pathLst>
                  <a:path extrusionOk="0" h="1790" w="2620">
                    <a:moveTo>
                      <a:pt x="0" y="0"/>
                    </a:moveTo>
                    <a:cubicBezTo>
                      <a:pt x="0" y="0"/>
                      <a:pt x="175" y="1790"/>
                      <a:pt x="482" y="1790"/>
                    </a:cubicBezTo>
                    <a:cubicBezTo>
                      <a:pt x="491" y="1790"/>
                      <a:pt x="501" y="1788"/>
                      <a:pt x="510" y="1785"/>
                    </a:cubicBezTo>
                    <a:cubicBezTo>
                      <a:pt x="858" y="1623"/>
                      <a:pt x="2619" y="417"/>
                      <a:pt x="2364" y="278"/>
                    </a:cubicBezTo>
                    <a:cubicBezTo>
                      <a:pt x="2109" y="116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52"/>
              <p:cNvSpPr/>
              <p:nvPr/>
            </p:nvSpPr>
            <p:spPr>
              <a:xfrm>
                <a:off x="-6348083" y="-4961863"/>
                <a:ext cx="186849" cy="122968"/>
              </a:xfrm>
              <a:custGeom>
                <a:rect b="b" l="l" r="r" t="t"/>
                <a:pathLst>
                  <a:path extrusionOk="0" h="1821" w="2767">
                    <a:moveTo>
                      <a:pt x="1020" y="1"/>
                    </a:moveTo>
                    <a:cubicBezTo>
                      <a:pt x="1020" y="1"/>
                      <a:pt x="0" y="1623"/>
                      <a:pt x="325" y="1716"/>
                    </a:cubicBezTo>
                    <a:cubicBezTo>
                      <a:pt x="521" y="1765"/>
                      <a:pt x="1213" y="1820"/>
                      <a:pt x="1802" y="1820"/>
                    </a:cubicBezTo>
                    <a:cubicBezTo>
                      <a:pt x="2325" y="1820"/>
                      <a:pt x="2766" y="1777"/>
                      <a:pt x="2712" y="1646"/>
                    </a:cubicBezTo>
                    <a:cubicBezTo>
                      <a:pt x="2596" y="1368"/>
                      <a:pt x="1020" y="1"/>
                      <a:pt x="102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52"/>
              <p:cNvSpPr/>
              <p:nvPr/>
            </p:nvSpPr>
            <p:spPr>
              <a:xfrm>
                <a:off x="-6560922" y="-4720866"/>
                <a:ext cx="144036" cy="163552"/>
              </a:xfrm>
              <a:custGeom>
                <a:rect b="b" l="l" r="r" t="t"/>
                <a:pathLst>
                  <a:path extrusionOk="0" h="2422" w="2133">
                    <a:moveTo>
                      <a:pt x="1808" y="1"/>
                    </a:moveTo>
                    <a:cubicBezTo>
                      <a:pt x="1808" y="1"/>
                      <a:pt x="0" y="580"/>
                      <a:pt x="186" y="881"/>
                    </a:cubicBezTo>
                    <a:cubicBezTo>
                      <a:pt x="356" y="1136"/>
                      <a:pt x="1693" y="2422"/>
                      <a:pt x="1987" y="2422"/>
                    </a:cubicBezTo>
                    <a:cubicBezTo>
                      <a:pt x="2014" y="2422"/>
                      <a:pt x="2032" y="2411"/>
                      <a:pt x="2040" y="2388"/>
                    </a:cubicBezTo>
                    <a:cubicBezTo>
                      <a:pt x="2133" y="2086"/>
                      <a:pt x="1808" y="1"/>
                      <a:pt x="18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52"/>
              <p:cNvSpPr/>
              <p:nvPr/>
            </p:nvSpPr>
            <p:spPr>
              <a:xfrm>
                <a:off x="-6830077" y="-4666508"/>
                <a:ext cx="123710" cy="163822"/>
              </a:xfrm>
              <a:custGeom>
                <a:rect b="b" l="l" r="r" t="t"/>
                <a:pathLst>
                  <a:path extrusionOk="0" h="2426" w="1832">
                    <a:moveTo>
                      <a:pt x="225" y="1"/>
                    </a:moveTo>
                    <a:cubicBezTo>
                      <a:pt x="88" y="1"/>
                      <a:pt x="0" y="28"/>
                      <a:pt x="0" y="99"/>
                    </a:cubicBezTo>
                    <a:cubicBezTo>
                      <a:pt x="0" y="479"/>
                      <a:pt x="365" y="2426"/>
                      <a:pt x="620" y="2426"/>
                    </a:cubicBezTo>
                    <a:cubicBezTo>
                      <a:pt x="630" y="2426"/>
                      <a:pt x="640" y="2423"/>
                      <a:pt x="649" y="2417"/>
                    </a:cubicBezTo>
                    <a:cubicBezTo>
                      <a:pt x="881" y="2231"/>
                      <a:pt x="1831" y="354"/>
                      <a:pt x="1831" y="354"/>
                    </a:cubicBezTo>
                    <a:cubicBezTo>
                      <a:pt x="1831" y="354"/>
                      <a:pt x="714" y="1"/>
                      <a:pt x="2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52"/>
              <p:cNvSpPr/>
              <p:nvPr/>
            </p:nvSpPr>
            <p:spPr>
              <a:xfrm>
                <a:off x="-6632904" y="-5625770"/>
                <a:ext cx="95349" cy="124858"/>
              </a:xfrm>
              <a:custGeom>
                <a:rect b="b" l="l" r="r" t="t"/>
                <a:pathLst>
                  <a:path extrusionOk="0" h="1849" w="1412">
                    <a:moveTo>
                      <a:pt x="1204" y="0"/>
                    </a:moveTo>
                    <a:cubicBezTo>
                      <a:pt x="1197" y="0"/>
                      <a:pt x="1190" y="2"/>
                      <a:pt x="1182" y="6"/>
                    </a:cubicBezTo>
                    <a:cubicBezTo>
                      <a:pt x="974" y="99"/>
                      <a:pt x="0" y="1374"/>
                      <a:pt x="0" y="1374"/>
                    </a:cubicBezTo>
                    <a:cubicBezTo>
                      <a:pt x="0" y="1374"/>
                      <a:pt x="901" y="1849"/>
                      <a:pt x="1230" y="1849"/>
                    </a:cubicBezTo>
                    <a:cubicBezTo>
                      <a:pt x="1292" y="1849"/>
                      <a:pt x="1334" y="1831"/>
                      <a:pt x="1345" y="1791"/>
                    </a:cubicBezTo>
                    <a:cubicBezTo>
                      <a:pt x="1412" y="1500"/>
                      <a:pt x="1392" y="0"/>
                      <a:pt x="120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52"/>
              <p:cNvSpPr/>
              <p:nvPr/>
            </p:nvSpPr>
            <p:spPr>
              <a:xfrm>
                <a:off x="-6349636" y="-5417928"/>
                <a:ext cx="134650" cy="100008"/>
              </a:xfrm>
              <a:custGeom>
                <a:rect b="b" l="l" r="r" t="t"/>
                <a:pathLst>
                  <a:path extrusionOk="0" h="1481" w="1994">
                    <a:moveTo>
                      <a:pt x="1688" y="1"/>
                    </a:moveTo>
                    <a:cubicBezTo>
                      <a:pt x="1286" y="1"/>
                      <a:pt x="0" y="266"/>
                      <a:pt x="0" y="266"/>
                    </a:cubicBezTo>
                    <a:cubicBezTo>
                      <a:pt x="0" y="266"/>
                      <a:pt x="440" y="1481"/>
                      <a:pt x="663" y="1481"/>
                    </a:cubicBezTo>
                    <a:cubicBezTo>
                      <a:pt x="674" y="1481"/>
                      <a:pt x="685" y="1477"/>
                      <a:pt x="695" y="1471"/>
                    </a:cubicBezTo>
                    <a:cubicBezTo>
                      <a:pt x="974" y="1285"/>
                      <a:pt x="1993" y="80"/>
                      <a:pt x="1785" y="11"/>
                    </a:cubicBezTo>
                    <a:cubicBezTo>
                      <a:pt x="1764" y="4"/>
                      <a:pt x="1731" y="1"/>
                      <a:pt x="16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9" name="Google Shape;1049;p52"/>
              <p:cNvSpPr/>
              <p:nvPr/>
            </p:nvSpPr>
            <p:spPr>
              <a:xfrm>
                <a:off x="-6283934" y="-5087054"/>
                <a:ext cx="144441" cy="91500"/>
              </a:xfrm>
              <a:custGeom>
                <a:rect b="b" l="l" r="r" t="t"/>
                <a:pathLst>
                  <a:path extrusionOk="0" h="1355" w="2139">
                    <a:moveTo>
                      <a:pt x="603" y="1"/>
                    </a:moveTo>
                    <a:cubicBezTo>
                      <a:pt x="603" y="1"/>
                      <a:pt x="1" y="1298"/>
                      <a:pt x="255" y="1345"/>
                    </a:cubicBezTo>
                    <a:cubicBezTo>
                      <a:pt x="303" y="1352"/>
                      <a:pt x="378" y="1355"/>
                      <a:pt x="471" y="1355"/>
                    </a:cubicBezTo>
                    <a:cubicBezTo>
                      <a:pt x="1008" y="1355"/>
                      <a:pt x="2139" y="1244"/>
                      <a:pt x="2040" y="1067"/>
                    </a:cubicBezTo>
                    <a:cubicBezTo>
                      <a:pt x="1924" y="881"/>
                      <a:pt x="603" y="1"/>
                      <a:pt x="6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p52"/>
              <p:cNvSpPr/>
              <p:nvPr/>
            </p:nvSpPr>
            <p:spPr>
              <a:xfrm>
                <a:off x="-6420064" y="-4822558"/>
                <a:ext cx="129923" cy="113041"/>
              </a:xfrm>
              <a:custGeom>
                <a:rect b="b" l="l" r="r" t="t"/>
                <a:pathLst>
                  <a:path extrusionOk="0" h="1674" w="1924">
                    <a:moveTo>
                      <a:pt x="1159" y="0"/>
                    </a:moveTo>
                    <a:cubicBezTo>
                      <a:pt x="1159" y="0"/>
                      <a:pt x="0" y="881"/>
                      <a:pt x="209" y="1043"/>
                    </a:cubicBezTo>
                    <a:cubicBezTo>
                      <a:pt x="444" y="1200"/>
                      <a:pt x="1512" y="1673"/>
                      <a:pt x="1832" y="1673"/>
                    </a:cubicBezTo>
                    <a:cubicBezTo>
                      <a:pt x="1890" y="1673"/>
                      <a:pt x="1924" y="1658"/>
                      <a:pt x="1924" y="1622"/>
                    </a:cubicBezTo>
                    <a:cubicBezTo>
                      <a:pt x="1924" y="1414"/>
                      <a:pt x="1159" y="0"/>
                      <a:pt x="115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52"/>
              <p:cNvSpPr/>
              <p:nvPr/>
            </p:nvSpPr>
            <p:spPr>
              <a:xfrm>
                <a:off x="-6672406" y="-4636999"/>
                <a:ext cx="95889" cy="117633"/>
              </a:xfrm>
              <a:custGeom>
                <a:rect b="b" l="l" r="r" t="t"/>
                <a:pathLst>
                  <a:path extrusionOk="0" h="1742" w="1420">
                    <a:moveTo>
                      <a:pt x="968" y="0"/>
                    </a:moveTo>
                    <a:cubicBezTo>
                      <a:pt x="551" y="0"/>
                      <a:pt x="0" y="27"/>
                      <a:pt x="29" y="172"/>
                    </a:cubicBezTo>
                    <a:cubicBezTo>
                      <a:pt x="116" y="477"/>
                      <a:pt x="734" y="1742"/>
                      <a:pt x="925" y="1742"/>
                    </a:cubicBezTo>
                    <a:cubicBezTo>
                      <a:pt x="937" y="1742"/>
                      <a:pt x="948" y="1736"/>
                      <a:pt x="956" y="1725"/>
                    </a:cubicBezTo>
                    <a:cubicBezTo>
                      <a:pt x="1095" y="1563"/>
                      <a:pt x="1420" y="10"/>
                      <a:pt x="1420" y="10"/>
                    </a:cubicBezTo>
                    <a:cubicBezTo>
                      <a:pt x="1420" y="10"/>
                      <a:pt x="1218" y="0"/>
                      <a:pt x="9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52"/>
              <p:cNvSpPr/>
              <p:nvPr/>
            </p:nvSpPr>
            <p:spPr>
              <a:xfrm>
                <a:off x="-7095654" y="-5617735"/>
                <a:ext cx="132624" cy="167131"/>
              </a:xfrm>
              <a:custGeom>
                <a:rect b="b" l="l" r="r" t="t"/>
                <a:pathLst>
                  <a:path extrusionOk="0" h="2475" w="1964">
                    <a:moveTo>
                      <a:pt x="233" y="0"/>
                    </a:moveTo>
                    <a:cubicBezTo>
                      <a:pt x="0" y="0"/>
                      <a:pt x="158" y="2050"/>
                      <a:pt x="249" y="2413"/>
                    </a:cubicBezTo>
                    <a:cubicBezTo>
                      <a:pt x="261" y="2456"/>
                      <a:pt x="300" y="2475"/>
                      <a:pt x="358" y="2475"/>
                    </a:cubicBezTo>
                    <a:cubicBezTo>
                      <a:pt x="741" y="2475"/>
                      <a:pt x="1963" y="1672"/>
                      <a:pt x="1963" y="1672"/>
                    </a:cubicBezTo>
                    <a:cubicBezTo>
                      <a:pt x="1963" y="1672"/>
                      <a:pt x="527" y="119"/>
                      <a:pt x="249" y="3"/>
                    </a:cubicBezTo>
                    <a:cubicBezTo>
                      <a:pt x="243" y="1"/>
                      <a:pt x="238" y="0"/>
                      <a:pt x="2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52"/>
              <p:cNvSpPr/>
              <p:nvPr/>
            </p:nvSpPr>
            <p:spPr>
              <a:xfrm>
                <a:off x="-7357449" y="-5297260"/>
                <a:ext cx="178475" cy="118443"/>
              </a:xfrm>
              <a:custGeom>
                <a:rect b="b" l="l" r="r" t="t"/>
                <a:pathLst>
                  <a:path extrusionOk="0" h="1754" w="2643">
                    <a:moveTo>
                      <a:pt x="1875" y="1"/>
                    </a:moveTo>
                    <a:cubicBezTo>
                      <a:pt x="1237" y="1"/>
                      <a:pt x="408" y="17"/>
                      <a:pt x="255" y="101"/>
                    </a:cubicBezTo>
                    <a:cubicBezTo>
                      <a:pt x="0" y="217"/>
                      <a:pt x="1692" y="1584"/>
                      <a:pt x="1993" y="1746"/>
                    </a:cubicBezTo>
                    <a:cubicBezTo>
                      <a:pt x="2004" y="1751"/>
                      <a:pt x="2015" y="1754"/>
                      <a:pt x="2026" y="1754"/>
                    </a:cubicBezTo>
                    <a:cubicBezTo>
                      <a:pt x="2319" y="1754"/>
                      <a:pt x="2642" y="8"/>
                      <a:pt x="2642" y="8"/>
                    </a:cubicBezTo>
                    <a:cubicBezTo>
                      <a:pt x="2642" y="8"/>
                      <a:pt x="2301" y="1"/>
                      <a:pt x="18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52"/>
              <p:cNvSpPr/>
              <p:nvPr/>
            </p:nvSpPr>
            <p:spPr>
              <a:xfrm>
                <a:off x="-7344011" y="-5004134"/>
                <a:ext cx="190090" cy="120942"/>
              </a:xfrm>
              <a:custGeom>
                <a:rect b="b" l="l" r="r" t="t"/>
                <a:pathLst>
                  <a:path extrusionOk="0" h="1791" w="2815">
                    <a:moveTo>
                      <a:pt x="1933" y="1"/>
                    </a:moveTo>
                    <a:cubicBezTo>
                      <a:pt x="1933" y="1"/>
                      <a:pt x="242" y="1252"/>
                      <a:pt x="103" y="1507"/>
                    </a:cubicBezTo>
                    <a:cubicBezTo>
                      <a:pt x="0" y="1712"/>
                      <a:pt x="1125" y="1791"/>
                      <a:pt x="1885" y="1791"/>
                    </a:cubicBezTo>
                    <a:cubicBezTo>
                      <a:pt x="2159" y="1791"/>
                      <a:pt x="2385" y="1781"/>
                      <a:pt x="2490" y="1762"/>
                    </a:cubicBezTo>
                    <a:cubicBezTo>
                      <a:pt x="2814" y="1693"/>
                      <a:pt x="1933" y="1"/>
                      <a:pt x="19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52"/>
              <p:cNvSpPr/>
              <p:nvPr/>
            </p:nvSpPr>
            <p:spPr>
              <a:xfrm>
                <a:off x="-7121178" y="-4745917"/>
                <a:ext cx="153422" cy="160648"/>
              </a:xfrm>
              <a:custGeom>
                <a:rect b="b" l="l" r="r" t="t"/>
                <a:pathLst>
                  <a:path extrusionOk="0" h="2379" w="2272">
                    <a:moveTo>
                      <a:pt x="487" y="1"/>
                    </a:moveTo>
                    <a:cubicBezTo>
                      <a:pt x="487" y="1"/>
                      <a:pt x="1" y="2040"/>
                      <a:pt x="70" y="2341"/>
                    </a:cubicBezTo>
                    <a:cubicBezTo>
                      <a:pt x="79" y="2367"/>
                      <a:pt x="100" y="2379"/>
                      <a:pt x="133" y="2379"/>
                    </a:cubicBezTo>
                    <a:cubicBezTo>
                      <a:pt x="456" y="2379"/>
                      <a:pt x="1851" y="1227"/>
                      <a:pt x="2040" y="974"/>
                    </a:cubicBezTo>
                    <a:cubicBezTo>
                      <a:pt x="2272" y="719"/>
                      <a:pt x="487" y="1"/>
                      <a:pt x="4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52"/>
              <p:cNvSpPr/>
              <p:nvPr/>
            </p:nvSpPr>
            <p:spPr>
              <a:xfrm>
                <a:off x="-6925423" y="-5639748"/>
                <a:ext cx="95416" cy="125264"/>
              </a:xfrm>
              <a:custGeom>
                <a:rect b="b" l="l" r="r" t="t"/>
                <a:pathLst>
                  <a:path extrusionOk="0" h="1855" w="1413">
                    <a:moveTo>
                      <a:pt x="352" y="1"/>
                    </a:moveTo>
                    <a:cubicBezTo>
                      <a:pt x="152" y="1"/>
                      <a:pt x="0" y="1474"/>
                      <a:pt x="45" y="1789"/>
                    </a:cubicBezTo>
                    <a:cubicBezTo>
                      <a:pt x="53" y="1835"/>
                      <a:pt x="103" y="1854"/>
                      <a:pt x="179" y="1854"/>
                    </a:cubicBezTo>
                    <a:cubicBezTo>
                      <a:pt x="525" y="1854"/>
                      <a:pt x="1412" y="1465"/>
                      <a:pt x="1412" y="1465"/>
                    </a:cubicBezTo>
                    <a:cubicBezTo>
                      <a:pt x="1412" y="1465"/>
                      <a:pt x="555" y="121"/>
                      <a:pt x="369" y="5"/>
                    </a:cubicBezTo>
                    <a:cubicBezTo>
                      <a:pt x="363" y="2"/>
                      <a:pt x="357" y="1"/>
                      <a:pt x="3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52"/>
              <p:cNvSpPr/>
              <p:nvPr/>
            </p:nvSpPr>
            <p:spPr>
              <a:xfrm>
                <a:off x="-7244817" y="-5445681"/>
                <a:ext cx="133097" cy="104533"/>
              </a:xfrm>
              <a:custGeom>
                <a:rect b="b" l="l" r="r" t="t"/>
                <a:pathLst>
                  <a:path extrusionOk="0" h="1548" w="1971">
                    <a:moveTo>
                      <a:pt x="256" y="1"/>
                    </a:moveTo>
                    <a:cubicBezTo>
                      <a:pt x="238" y="1"/>
                      <a:pt x="222" y="2"/>
                      <a:pt x="210" y="4"/>
                    </a:cubicBezTo>
                    <a:cubicBezTo>
                      <a:pt x="1" y="51"/>
                      <a:pt x="928" y="1325"/>
                      <a:pt x="1183" y="1534"/>
                    </a:cubicBezTo>
                    <a:cubicBezTo>
                      <a:pt x="1194" y="1543"/>
                      <a:pt x="1206" y="1548"/>
                      <a:pt x="1219" y="1548"/>
                    </a:cubicBezTo>
                    <a:cubicBezTo>
                      <a:pt x="1436" y="1548"/>
                      <a:pt x="1971" y="375"/>
                      <a:pt x="1971" y="375"/>
                    </a:cubicBezTo>
                    <a:cubicBezTo>
                      <a:pt x="1971" y="375"/>
                      <a:pt x="598" y="1"/>
                      <a:pt x="2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52"/>
              <p:cNvSpPr/>
              <p:nvPr/>
            </p:nvSpPr>
            <p:spPr>
              <a:xfrm>
                <a:off x="-7347725" y="-5130878"/>
                <a:ext cx="143699" cy="92513"/>
              </a:xfrm>
              <a:custGeom>
                <a:rect b="b" l="l" r="r" t="t"/>
                <a:pathLst>
                  <a:path extrusionOk="0" h="1370" w="2128">
                    <a:moveTo>
                      <a:pt x="1641" y="1"/>
                    </a:moveTo>
                    <a:cubicBezTo>
                      <a:pt x="1641" y="1"/>
                      <a:pt x="250" y="765"/>
                      <a:pt x="111" y="951"/>
                    </a:cubicBezTo>
                    <a:cubicBezTo>
                      <a:pt x="0" y="1128"/>
                      <a:pt x="1418" y="1369"/>
                      <a:pt x="1824" y="1369"/>
                    </a:cubicBezTo>
                    <a:cubicBezTo>
                      <a:pt x="1843" y="1369"/>
                      <a:pt x="1859" y="1369"/>
                      <a:pt x="1873" y="1368"/>
                    </a:cubicBezTo>
                    <a:cubicBezTo>
                      <a:pt x="2127" y="1345"/>
                      <a:pt x="1641" y="1"/>
                      <a:pt x="16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52"/>
              <p:cNvSpPr/>
              <p:nvPr/>
            </p:nvSpPr>
            <p:spPr>
              <a:xfrm>
                <a:off x="-7225032" y="-4860170"/>
                <a:ext cx="130531" cy="108989"/>
              </a:xfrm>
              <a:custGeom>
                <a:rect b="b" l="l" r="r" t="t"/>
                <a:pathLst>
                  <a:path extrusionOk="0" h="1614" w="1933">
                    <a:moveTo>
                      <a:pt x="867" y="1"/>
                    </a:moveTo>
                    <a:cubicBezTo>
                      <a:pt x="867" y="1"/>
                      <a:pt x="32" y="1345"/>
                      <a:pt x="9" y="1554"/>
                    </a:cubicBezTo>
                    <a:cubicBezTo>
                      <a:pt x="1" y="1595"/>
                      <a:pt x="43" y="1613"/>
                      <a:pt x="119" y="1613"/>
                    </a:cubicBezTo>
                    <a:cubicBezTo>
                      <a:pt x="466" y="1613"/>
                      <a:pt x="1519" y="1246"/>
                      <a:pt x="1747" y="1113"/>
                    </a:cubicBezTo>
                    <a:cubicBezTo>
                      <a:pt x="1933" y="974"/>
                      <a:pt x="867" y="1"/>
                      <a:pt x="8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52"/>
              <p:cNvSpPr/>
              <p:nvPr/>
            </p:nvSpPr>
            <p:spPr>
              <a:xfrm>
                <a:off x="-6956822" y="-4650437"/>
                <a:ext cx="97105" cy="120131"/>
              </a:xfrm>
              <a:custGeom>
                <a:rect b="b" l="l" r="r" t="t"/>
                <a:pathLst>
                  <a:path extrusionOk="0" h="1779" w="1438">
                    <a:moveTo>
                      <a:pt x="0" y="0"/>
                    </a:moveTo>
                    <a:cubicBezTo>
                      <a:pt x="0" y="0"/>
                      <a:pt x="186" y="1576"/>
                      <a:pt x="325" y="1762"/>
                    </a:cubicBezTo>
                    <a:cubicBezTo>
                      <a:pt x="332" y="1773"/>
                      <a:pt x="342" y="1779"/>
                      <a:pt x="355" y="1779"/>
                    </a:cubicBezTo>
                    <a:cubicBezTo>
                      <a:pt x="543" y="1779"/>
                      <a:pt x="1281" y="561"/>
                      <a:pt x="1368" y="279"/>
                    </a:cubicBezTo>
                    <a:cubicBezTo>
                      <a:pt x="1437" y="2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52"/>
              <p:cNvSpPr/>
              <p:nvPr/>
            </p:nvSpPr>
            <p:spPr>
              <a:xfrm>
                <a:off x="-6562475" y="-5422587"/>
                <a:ext cx="42340" cy="36735"/>
              </a:xfrm>
              <a:custGeom>
                <a:rect b="b" l="l" r="r" t="t"/>
                <a:pathLst>
                  <a:path extrusionOk="0" h="544" w="627">
                    <a:moveTo>
                      <a:pt x="83" y="1"/>
                    </a:moveTo>
                    <a:cubicBezTo>
                      <a:pt x="57" y="1"/>
                      <a:pt x="40" y="23"/>
                      <a:pt x="23" y="56"/>
                    </a:cubicBezTo>
                    <a:cubicBezTo>
                      <a:pt x="0" y="103"/>
                      <a:pt x="23" y="149"/>
                      <a:pt x="70" y="149"/>
                    </a:cubicBezTo>
                    <a:cubicBezTo>
                      <a:pt x="232" y="219"/>
                      <a:pt x="371" y="335"/>
                      <a:pt x="487" y="497"/>
                    </a:cubicBezTo>
                    <a:cubicBezTo>
                      <a:pt x="487" y="520"/>
                      <a:pt x="510" y="543"/>
                      <a:pt x="557" y="543"/>
                    </a:cubicBezTo>
                    <a:lnTo>
                      <a:pt x="580" y="543"/>
                    </a:lnTo>
                    <a:cubicBezTo>
                      <a:pt x="626" y="520"/>
                      <a:pt x="626" y="474"/>
                      <a:pt x="626" y="427"/>
                    </a:cubicBezTo>
                    <a:cubicBezTo>
                      <a:pt x="510" y="242"/>
                      <a:pt x="325" y="80"/>
                      <a:pt x="116" y="10"/>
                    </a:cubicBezTo>
                    <a:cubicBezTo>
                      <a:pt x="104" y="4"/>
                      <a:pt x="93" y="1"/>
                      <a:pt x="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52"/>
              <p:cNvSpPr/>
              <p:nvPr/>
            </p:nvSpPr>
            <p:spPr>
              <a:xfrm>
                <a:off x="-6706439" y="-5440751"/>
                <a:ext cx="50105" cy="23567"/>
              </a:xfrm>
              <a:custGeom>
                <a:rect b="b" l="l" r="r" t="t"/>
                <a:pathLst>
                  <a:path extrusionOk="0" h="349" w="742">
                    <a:moveTo>
                      <a:pt x="93" y="1"/>
                    </a:moveTo>
                    <a:cubicBezTo>
                      <a:pt x="47" y="1"/>
                      <a:pt x="0" y="24"/>
                      <a:pt x="23" y="71"/>
                    </a:cubicBezTo>
                    <a:cubicBezTo>
                      <a:pt x="23" y="117"/>
                      <a:pt x="47" y="140"/>
                      <a:pt x="93" y="140"/>
                    </a:cubicBezTo>
                    <a:cubicBezTo>
                      <a:pt x="278" y="163"/>
                      <a:pt x="441" y="210"/>
                      <a:pt x="603" y="325"/>
                    </a:cubicBezTo>
                    <a:cubicBezTo>
                      <a:pt x="603" y="349"/>
                      <a:pt x="626" y="349"/>
                      <a:pt x="649" y="349"/>
                    </a:cubicBezTo>
                    <a:cubicBezTo>
                      <a:pt x="672" y="349"/>
                      <a:pt x="695" y="349"/>
                      <a:pt x="695" y="325"/>
                    </a:cubicBezTo>
                    <a:cubicBezTo>
                      <a:pt x="742" y="302"/>
                      <a:pt x="742" y="233"/>
                      <a:pt x="695" y="210"/>
                    </a:cubicBezTo>
                    <a:cubicBezTo>
                      <a:pt x="533" y="71"/>
                      <a:pt x="325" y="1"/>
                      <a:pt x="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52"/>
              <p:cNvSpPr/>
              <p:nvPr/>
            </p:nvSpPr>
            <p:spPr>
              <a:xfrm>
                <a:off x="-6720551" y="-5476742"/>
                <a:ext cx="48620" cy="25120"/>
              </a:xfrm>
              <a:custGeom>
                <a:rect b="b" l="l" r="r" t="t"/>
                <a:pathLst>
                  <a:path extrusionOk="0" h="372" w="720">
                    <a:moveTo>
                      <a:pt x="93" y="1"/>
                    </a:moveTo>
                    <a:cubicBezTo>
                      <a:pt x="47" y="1"/>
                      <a:pt x="1" y="47"/>
                      <a:pt x="1" y="94"/>
                    </a:cubicBezTo>
                    <a:cubicBezTo>
                      <a:pt x="1" y="140"/>
                      <a:pt x="24" y="163"/>
                      <a:pt x="70" y="163"/>
                    </a:cubicBezTo>
                    <a:cubicBezTo>
                      <a:pt x="256" y="163"/>
                      <a:pt x="441" y="233"/>
                      <a:pt x="580" y="349"/>
                    </a:cubicBezTo>
                    <a:cubicBezTo>
                      <a:pt x="603" y="349"/>
                      <a:pt x="626" y="372"/>
                      <a:pt x="650" y="372"/>
                    </a:cubicBezTo>
                    <a:cubicBezTo>
                      <a:pt x="650" y="372"/>
                      <a:pt x="673" y="349"/>
                      <a:pt x="696" y="349"/>
                    </a:cubicBezTo>
                    <a:cubicBezTo>
                      <a:pt x="719" y="302"/>
                      <a:pt x="719" y="256"/>
                      <a:pt x="696" y="233"/>
                    </a:cubicBezTo>
                    <a:cubicBezTo>
                      <a:pt x="510" y="94"/>
                      <a:pt x="302" y="1"/>
                      <a:pt x="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52"/>
              <p:cNvSpPr/>
              <p:nvPr/>
            </p:nvSpPr>
            <p:spPr>
              <a:xfrm>
                <a:off x="-6485834" y="-5370930"/>
                <a:ext cx="34507" cy="44501"/>
              </a:xfrm>
              <a:custGeom>
                <a:rect b="b" l="l" r="r" t="t"/>
                <a:pathLst>
                  <a:path extrusionOk="0" h="659" w="511">
                    <a:moveTo>
                      <a:pt x="100" y="0"/>
                    </a:moveTo>
                    <a:cubicBezTo>
                      <a:pt x="68" y="0"/>
                      <a:pt x="40" y="17"/>
                      <a:pt x="24" y="33"/>
                    </a:cubicBezTo>
                    <a:cubicBezTo>
                      <a:pt x="1" y="79"/>
                      <a:pt x="1" y="126"/>
                      <a:pt x="47" y="149"/>
                    </a:cubicBezTo>
                    <a:cubicBezTo>
                      <a:pt x="186" y="265"/>
                      <a:pt x="279" y="404"/>
                      <a:pt x="349" y="589"/>
                    </a:cubicBezTo>
                    <a:cubicBezTo>
                      <a:pt x="349" y="612"/>
                      <a:pt x="372" y="636"/>
                      <a:pt x="418" y="659"/>
                    </a:cubicBezTo>
                    <a:lnTo>
                      <a:pt x="441" y="659"/>
                    </a:lnTo>
                    <a:cubicBezTo>
                      <a:pt x="488" y="636"/>
                      <a:pt x="511" y="589"/>
                      <a:pt x="488" y="566"/>
                    </a:cubicBezTo>
                    <a:cubicBezTo>
                      <a:pt x="441" y="334"/>
                      <a:pt x="302" y="149"/>
                      <a:pt x="140" y="10"/>
                    </a:cubicBezTo>
                    <a:cubicBezTo>
                      <a:pt x="126" y="3"/>
                      <a:pt x="113" y="0"/>
                      <a:pt x="1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52"/>
              <p:cNvSpPr/>
              <p:nvPr/>
            </p:nvSpPr>
            <p:spPr>
              <a:xfrm>
                <a:off x="-6554642" y="-5374036"/>
                <a:ext cx="42272" cy="36667"/>
              </a:xfrm>
              <a:custGeom>
                <a:rect b="b" l="l" r="r" t="t"/>
                <a:pathLst>
                  <a:path extrusionOk="0" h="543" w="626">
                    <a:moveTo>
                      <a:pt x="80" y="0"/>
                    </a:moveTo>
                    <a:cubicBezTo>
                      <a:pt x="48" y="0"/>
                      <a:pt x="23" y="22"/>
                      <a:pt x="23" y="56"/>
                    </a:cubicBezTo>
                    <a:cubicBezTo>
                      <a:pt x="0" y="102"/>
                      <a:pt x="23" y="149"/>
                      <a:pt x="47" y="172"/>
                    </a:cubicBezTo>
                    <a:cubicBezTo>
                      <a:pt x="232" y="218"/>
                      <a:pt x="371" y="357"/>
                      <a:pt x="464" y="496"/>
                    </a:cubicBezTo>
                    <a:cubicBezTo>
                      <a:pt x="487" y="519"/>
                      <a:pt x="510" y="543"/>
                      <a:pt x="533" y="543"/>
                    </a:cubicBezTo>
                    <a:lnTo>
                      <a:pt x="580" y="543"/>
                    </a:lnTo>
                    <a:cubicBezTo>
                      <a:pt x="603" y="519"/>
                      <a:pt x="626" y="473"/>
                      <a:pt x="603" y="427"/>
                    </a:cubicBezTo>
                    <a:cubicBezTo>
                      <a:pt x="487" y="241"/>
                      <a:pt x="325" y="102"/>
                      <a:pt x="116" y="10"/>
                    </a:cubicBezTo>
                    <a:cubicBezTo>
                      <a:pt x="104" y="3"/>
                      <a:pt x="91" y="0"/>
                      <a:pt x="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52"/>
              <p:cNvSpPr/>
              <p:nvPr/>
            </p:nvSpPr>
            <p:spPr>
              <a:xfrm>
                <a:off x="-6628245" y="-5414754"/>
                <a:ext cx="42340" cy="36667"/>
              </a:xfrm>
              <a:custGeom>
                <a:rect b="b" l="l" r="r" t="t"/>
                <a:pathLst>
                  <a:path extrusionOk="0" h="543" w="627">
                    <a:moveTo>
                      <a:pt x="80" y="1"/>
                    </a:moveTo>
                    <a:cubicBezTo>
                      <a:pt x="49" y="1"/>
                      <a:pt x="24" y="22"/>
                      <a:pt x="24" y="56"/>
                    </a:cubicBezTo>
                    <a:cubicBezTo>
                      <a:pt x="1" y="79"/>
                      <a:pt x="24" y="126"/>
                      <a:pt x="70" y="149"/>
                    </a:cubicBezTo>
                    <a:cubicBezTo>
                      <a:pt x="233" y="219"/>
                      <a:pt x="372" y="334"/>
                      <a:pt x="464" y="497"/>
                    </a:cubicBezTo>
                    <a:cubicBezTo>
                      <a:pt x="488" y="520"/>
                      <a:pt x="511" y="543"/>
                      <a:pt x="557" y="543"/>
                    </a:cubicBezTo>
                    <a:lnTo>
                      <a:pt x="580" y="520"/>
                    </a:lnTo>
                    <a:cubicBezTo>
                      <a:pt x="627" y="520"/>
                      <a:pt x="627" y="450"/>
                      <a:pt x="627" y="427"/>
                    </a:cubicBezTo>
                    <a:cubicBezTo>
                      <a:pt x="511" y="219"/>
                      <a:pt x="325" y="79"/>
                      <a:pt x="117" y="10"/>
                    </a:cubicBezTo>
                    <a:cubicBezTo>
                      <a:pt x="104" y="4"/>
                      <a:pt x="92" y="1"/>
                      <a:pt x="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52"/>
              <p:cNvSpPr/>
              <p:nvPr/>
            </p:nvSpPr>
            <p:spPr>
              <a:xfrm>
                <a:off x="-6664235" y="-5396927"/>
                <a:ext cx="42340" cy="37680"/>
              </a:xfrm>
              <a:custGeom>
                <a:rect b="b" l="l" r="r" t="t"/>
                <a:pathLst>
                  <a:path extrusionOk="0" h="558" w="627">
                    <a:moveTo>
                      <a:pt x="117" y="1"/>
                    </a:moveTo>
                    <a:cubicBezTo>
                      <a:pt x="70" y="1"/>
                      <a:pt x="24" y="24"/>
                      <a:pt x="24" y="70"/>
                    </a:cubicBezTo>
                    <a:cubicBezTo>
                      <a:pt x="1" y="94"/>
                      <a:pt x="24" y="140"/>
                      <a:pt x="70" y="163"/>
                    </a:cubicBezTo>
                    <a:cubicBezTo>
                      <a:pt x="233" y="233"/>
                      <a:pt x="372" y="349"/>
                      <a:pt x="464" y="511"/>
                    </a:cubicBezTo>
                    <a:cubicBezTo>
                      <a:pt x="488" y="534"/>
                      <a:pt x="511" y="557"/>
                      <a:pt x="557" y="557"/>
                    </a:cubicBezTo>
                    <a:cubicBezTo>
                      <a:pt x="557" y="557"/>
                      <a:pt x="580" y="557"/>
                      <a:pt x="580" y="534"/>
                    </a:cubicBezTo>
                    <a:cubicBezTo>
                      <a:pt x="627" y="511"/>
                      <a:pt x="627" y="464"/>
                      <a:pt x="627" y="441"/>
                    </a:cubicBezTo>
                    <a:cubicBezTo>
                      <a:pt x="511" y="233"/>
                      <a:pt x="325" y="94"/>
                      <a:pt x="1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52"/>
              <p:cNvSpPr/>
              <p:nvPr/>
            </p:nvSpPr>
            <p:spPr>
              <a:xfrm>
                <a:off x="-6592254" y="-5353711"/>
                <a:ext cx="42340" cy="36667"/>
              </a:xfrm>
              <a:custGeom>
                <a:rect b="b" l="l" r="r" t="t"/>
                <a:pathLst>
                  <a:path extrusionOk="0" h="543" w="627">
                    <a:moveTo>
                      <a:pt x="80" y="1"/>
                    </a:moveTo>
                    <a:cubicBezTo>
                      <a:pt x="49" y="1"/>
                      <a:pt x="24" y="22"/>
                      <a:pt x="24" y="56"/>
                    </a:cubicBezTo>
                    <a:cubicBezTo>
                      <a:pt x="1" y="102"/>
                      <a:pt x="24" y="149"/>
                      <a:pt x="71" y="149"/>
                    </a:cubicBezTo>
                    <a:cubicBezTo>
                      <a:pt x="233" y="218"/>
                      <a:pt x="372" y="334"/>
                      <a:pt x="464" y="496"/>
                    </a:cubicBezTo>
                    <a:cubicBezTo>
                      <a:pt x="488" y="520"/>
                      <a:pt x="511" y="543"/>
                      <a:pt x="557" y="543"/>
                    </a:cubicBezTo>
                    <a:lnTo>
                      <a:pt x="580" y="543"/>
                    </a:lnTo>
                    <a:cubicBezTo>
                      <a:pt x="627" y="520"/>
                      <a:pt x="627" y="473"/>
                      <a:pt x="604" y="427"/>
                    </a:cubicBezTo>
                    <a:cubicBezTo>
                      <a:pt x="511" y="242"/>
                      <a:pt x="325" y="102"/>
                      <a:pt x="117" y="10"/>
                    </a:cubicBezTo>
                    <a:cubicBezTo>
                      <a:pt x="104" y="4"/>
                      <a:pt x="92" y="1"/>
                      <a:pt x="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52"/>
              <p:cNvSpPr/>
              <p:nvPr/>
            </p:nvSpPr>
            <p:spPr>
              <a:xfrm>
                <a:off x="-6640737" y="-5457903"/>
                <a:ext cx="48552" cy="29780"/>
              </a:xfrm>
              <a:custGeom>
                <a:rect b="b" l="l" r="r" t="t"/>
                <a:pathLst>
                  <a:path extrusionOk="0" h="441" w="719">
                    <a:moveTo>
                      <a:pt x="93" y="0"/>
                    </a:moveTo>
                    <a:cubicBezTo>
                      <a:pt x="47" y="0"/>
                      <a:pt x="24" y="23"/>
                      <a:pt x="1" y="70"/>
                    </a:cubicBezTo>
                    <a:cubicBezTo>
                      <a:pt x="1" y="116"/>
                      <a:pt x="47" y="162"/>
                      <a:pt x="70" y="162"/>
                    </a:cubicBezTo>
                    <a:cubicBezTo>
                      <a:pt x="255" y="185"/>
                      <a:pt x="418" y="278"/>
                      <a:pt x="557" y="394"/>
                    </a:cubicBezTo>
                    <a:cubicBezTo>
                      <a:pt x="557" y="417"/>
                      <a:pt x="580" y="440"/>
                      <a:pt x="626" y="440"/>
                    </a:cubicBezTo>
                    <a:cubicBezTo>
                      <a:pt x="626" y="440"/>
                      <a:pt x="649" y="417"/>
                      <a:pt x="673" y="417"/>
                    </a:cubicBezTo>
                    <a:cubicBezTo>
                      <a:pt x="719" y="371"/>
                      <a:pt x="719" y="325"/>
                      <a:pt x="673" y="301"/>
                    </a:cubicBezTo>
                    <a:cubicBezTo>
                      <a:pt x="534" y="139"/>
                      <a:pt x="325" y="46"/>
                      <a:pt x="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70" name="Google Shape;1070;p52"/>
          <p:cNvGrpSpPr/>
          <p:nvPr/>
        </p:nvGrpSpPr>
        <p:grpSpPr>
          <a:xfrm>
            <a:off x="6897052" y="3283357"/>
            <a:ext cx="1444815" cy="858164"/>
            <a:chOff x="-702500" y="-3149848"/>
            <a:chExt cx="2546379" cy="1512449"/>
          </a:xfrm>
        </p:grpSpPr>
        <p:sp>
          <p:nvSpPr>
            <p:cNvPr id="1071" name="Google Shape;1071;p52"/>
            <p:cNvSpPr/>
            <p:nvPr/>
          </p:nvSpPr>
          <p:spPr>
            <a:xfrm>
              <a:off x="-623931" y="-3146876"/>
              <a:ext cx="2407849" cy="1509477"/>
            </a:xfrm>
            <a:custGeom>
              <a:rect b="b" l="l" r="r" t="t"/>
              <a:pathLst>
                <a:path extrusionOk="0" h="11681" w="18633">
                  <a:moveTo>
                    <a:pt x="9325" y="0"/>
                  </a:moveTo>
                  <a:cubicBezTo>
                    <a:pt x="8601" y="0"/>
                    <a:pt x="7914" y="345"/>
                    <a:pt x="7509" y="972"/>
                  </a:cubicBezTo>
                  <a:cubicBezTo>
                    <a:pt x="7083" y="412"/>
                    <a:pt x="6441" y="91"/>
                    <a:pt x="5750" y="91"/>
                  </a:cubicBezTo>
                  <a:cubicBezTo>
                    <a:pt x="5726" y="91"/>
                    <a:pt x="5702" y="91"/>
                    <a:pt x="5678" y="92"/>
                  </a:cubicBezTo>
                  <a:lnTo>
                    <a:pt x="5632" y="92"/>
                  </a:lnTo>
                  <a:cubicBezTo>
                    <a:pt x="4102" y="92"/>
                    <a:pt x="3662" y="1598"/>
                    <a:pt x="3523" y="2409"/>
                  </a:cubicBezTo>
                  <a:cubicBezTo>
                    <a:pt x="3245" y="2201"/>
                    <a:pt x="2920" y="2062"/>
                    <a:pt x="2573" y="2062"/>
                  </a:cubicBezTo>
                  <a:cubicBezTo>
                    <a:pt x="1970" y="2062"/>
                    <a:pt x="1367" y="2432"/>
                    <a:pt x="765" y="3128"/>
                  </a:cubicBezTo>
                  <a:cubicBezTo>
                    <a:pt x="209" y="3753"/>
                    <a:pt x="0" y="4402"/>
                    <a:pt x="162" y="5051"/>
                  </a:cubicBezTo>
                  <a:cubicBezTo>
                    <a:pt x="325" y="5677"/>
                    <a:pt x="742" y="6187"/>
                    <a:pt x="1321" y="6488"/>
                  </a:cubicBezTo>
                  <a:cubicBezTo>
                    <a:pt x="1043" y="7114"/>
                    <a:pt x="1043" y="7832"/>
                    <a:pt x="1344" y="8435"/>
                  </a:cubicBezTo>
                  <a:cubicBezTo>
                    <a:pt x="1576" y="8968"/>
                    <a:pt x="2086" y="9339"/>
                    <a:pt x="2688" y="9408"/>
                  </a:cubicBezTo>
                  <a:cubicBezTo>
                    <a:pt x="2828" y="9431"/>
                    <a:pt x="2967" y="9443"/>
                    <a:pt x="3106" y="9443"/>
                  </a:cubicBezTo>
                  <a:cubicBezTo>
                    <a:pt x="3245" y="9443"/>
                    <a:pt x="3384" y="9431"/>
                    <a:pt x="3523" y="9408"/>
                  </a:cubicBezTo>
                  <a:cubicBezTo>
                    <a:pt x="3755" y="10381"/>
                    <a:pt x="4612" y="11054"/>
                    <a:pt x="5609" y="11077"/>
                  </a:cubicBezTo>
                  <a:cubicBezTo>
                    <a:pt x="5679" y="11084"/>
                    <a:pt x="5749" y="11088"/>
                    <a:pt x="5819" y="11088"/>
                  </a:cubicBezTo>
                  <a:cubicBezTo>
                    <a:pt x="6391" y="11088"/>
                    <a:pt x="6931" y="10838"/>
                    <a:pt x="7323" y="10405"/>
                  </a:cubicBezTo>
                  <a:cubicBezTo>
                    <a:pt x="7754" y="11197"/>
                    <a:pt x="8582" y="11680"/>
                    <a:pt x="9485" y="11680"/>
                  </a:cubicBezTo>
                  <a:cubicBezTo>
                    <a:pt x="9506" y="11680"/>
                    <a:pt x="9527" y="11680"/>
                    <a:pt x="9548" y="11679"/>
                  </a:cubicBezTo>
                  <a:cubicBezTo>
                    <a:pt x="9664" y="11679"/>
                    <a:pt x="9803" y="11679"/>
                    <a:pt x="9919" y="11656"/>
                  </a:cubicBezTo>
                  <a:cubicBezTo>
                    <a:pt x="11032" y="11540"/>
                    <a:pt x="11472" y="10961"/>
                    <a:pt x="11634" y="10567"/>
                  </a:cubicBezTo>
                  <a:cubicBezTo>
                    <a:pt x="12190" y="10891"/>
                    <a:pt x="12816" y="11077"/>
                    <a:pt x="13442" y="11077"/>
                  </a:cubicBezTo>
                  <a:cubicBezTo>
                    <a:pt x="13952" y="11077"/>
                    <a:pt x="14438" y="10961"/>
                    <a:pt x="14855" y="10706"/>
                  </a:cubicBezTo>
                  <a:cubicBezTo>
                    <a:pt x="15643" y="10219"/>
                    <a:pt x="15875" y="9756"/>
                    <a:pt x="15921" y="9408"/>
                  </a:cubicBezTo>
                  <a:cubicBezTo>
                    <a:pt x="16061" y="9431"/>
                    <a:pt x="16200" y="9431"/>
                    <a:pt x="16339" y="9431"/>
                  </a:cubicBezTo>
                  <a:cubicBezTo>
                    <a:pt x="16372" y="9433"/>
                    <a:pt x="16405" y="9434"/>
                    <a:pt x="16438" y="9434"/>
                  </a:cubicBezTo>
                  <a:cubicBezTo>
                    <a:pt x="16802" y="9434"/>
                    <a:pt x="17179" y="9319"/>
                    <a:pt x="17497" y="9107"/>
                  </a:cubicBezTo>
                  <a:cubicBezTo>
                    <a:pt x="18146" y="8597"/>
                    <a:pt x="18540" y="8041"/>
                    <a:pt x="18610" y="7461"/>
                  </a:cubicBezTo>
                  <a:cubicBezTo>
                    <a:pt x="18633" y="6812"/>
                    <a:pt x="18424" y="6187"/>
                    <a:pt x="17984" y="5723"/>
                  </a:cubicBezTo>
                  <a:cubicBezTo>
                    <a:pt x="17822" y="5491"/>
                    <a:pt x="17613" y="5306"/>
                    <a:pt x="17382" y="5144"/>
                  </a:cubicBezTo>
                  <a:cubicBezTo>
                    <a:pt x="17799" y="4263"/>
                    <a:pt x="17544" y="3220"/>
                    <a:pt x="16802" y="2618"/>
                  </a:cubicBezTo>
                  <a:cubicBezTo>
                    <a:pt x="16478" y="2316"/>
                    <a:pt x="16084" y="2154"/>
                    <a:pt x="15643" y="2131"/>
                  </a:cubicBezTo>
                  <a:cubicBezTo>
                    <a:pt x="15528" y="2131"/>
                    <a:pt x="15388" y="2154"/>
                    <a:pt x="15273" y="2201"/>
                  </a:cubicBezTo>
                  <a:cubicBezTo>
                    <a:pt x="15157" y="1389"/>
                    <a:pt x="14670" y="671"/>
                    <a:pt x="13975" y="254"/>
                  </a:cubicBezTo>
                  <a:cubicBezTo>
                    <a:pt x="13720" y="92"/>
                    <a:pt x="13442" y="22"/>
                    <a:pt x="13164" y="22"/>
                  </a:cubicBezTo>
                  <a:cubicBezTo>
                    <a:pt x="12445" y="22"/>
                    <a:pt x="11819" y="532"/>
                    <a:pt x="11472" y="995"/>
                  </a:cubicBezTo>
                  <a:cubicBezTo>
                    <a:pt x="11240" y="648"/>
                    <a:pt x="10730" y="161"/>
                    <a:pt x="9641" y="22"/>
                  </a:cubicBezTo>
                  <a:cubicBezTo>
                    <a:pt x="9535" y="7"/>
                    <a:pt x="9430" y="0"/>
                    <a:pt x="932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miter lim="2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52"/>
            <p:cNvSpPr/>
            <p:nvPr/>
          </p:nvSpPr>
          <p:spPr>
            <a:xfrm>
              <a:off x="-702500" y="-3135504"/>
              <a:ext cx="2546379" cy="1488543"/>
            </a:xfrm>
            <a:custGeom>
              <a:rect b="b" l="l" r="r" t="t"/>
              <a:pathLst>
                <a:path extrusionOk="0" h="11519" w="19705">
                  <a:moveTo>
                    <a:pt x="13771" y="1"/>
                  </a:moveTo>
                  <a:cubicBezTo>
                    <a:pt x="13050" y="1"/>
                    <a:pt x="12416" y="534"/>
                    <a:pt x="12077" y="1042"/>
                  </a:cubicBezTo>
                  <a:lnTo>
                    <a:pt x="12077" y="1042"/>
                  </a:lnTo>
                  <a:cubicBezTo>
                    <a:pt x="11821" y="603"/>
                    <a:pt x="11253" y="145"/>
                    <a:pt x="10226" y="27"/>
                  </a:cubicBezTo>
                  <a:cubicBezTo>
                    <a:pt x="10113" y="13"/>
                    <a:pt x="10004" y="6"/>
                    <a:pt x="9900" y="6"/>
                  </a:cubicBezTo>
                  <a:cubicBezTo>
                    <a:pt x="9012" y="6"/>
                    <a:pt x="8424" y="493"/>
                    <a:pt x="8107" y="1017"/>
                  </a:cubicBezTo>
                  <a:lnTo>
                    <a:pt x="8107" y="1017"/>
                  </a:lnTo>
                  <a:cubicBezTo>
                    <a:pt x="7808" y="541"/>
                    <a:pt x="7226" y="105"/>
                    <a:pt x="6286" y="73"/>
                  </a:cubicBezTo>
                  <a:cubicBezTo>
                    <a:pt x="6269" y="73"/>
                    <a:pt x="6252" y="73"/>
                    <a:pt x="6236" y="73"/>
                  </a:cubicBezTo>
                  <a:cubicBezTo>
                    <a:pt x="4683" y="73"/>
                    <a:pt x="4274" y="1690"/>
                    <a:pt x="4168" y="2458"/>
                  </a:cubicBezTo>
                  <a:lnTo>
                    <a:pt x="4168" y="2458"/>
                  </a:lnTo>
                  <a:cubicBezTo>
                    <a:pt x="3923" y="2231"/>
                    <a:pt x="3581" y="2045"/>
                    <a:pt x="3166" y="2045"/>
                  </a:cubicBezTo>
                  <a:cubicBezTo>
                    <a:pt x="2675" y="2045"/>
                    <a:pt x="2080" y="2305"/>
                    <a:pt x="1419" y="3063"/>
                  </a:cubicBezTo>
                  <a:cubicBezTo>
                    <a:pt x="0" y="4687"/>
                    <a:pt x="1300" y="6038"/>
                    <a:pt x="2016" y="6354"/>
                  </a:cubicBezTo>
                  <a:lnTo>
                    <a:pt x="2016" y="6354"/>
                  </a:lnTo>
                  <a:cubicBezTo>
                    <a:pt x="1517" y="7212"/>
                    <a:pt x="1795" y="9035"/>
                    <a:pt x="3296" y="9227"/>
                  </a:cubicBezTo>
                  <a:cubicBezTo>
                    <a:pt x="3460" y="9248"/>
                    <a:pt x="3609" y="9258"/>
                    <a:pt x="3746" y="9258"/>
                  </a:cubicBezTo>
                  <a:cubicBezTo>
                    <a:pt x="3907" y="9258"/>
                    <a:pt x="4050" y="9245"/>
                    <a:pt x="4176" y="9221"/>
                  </a:cubicBezTo>
                  <a:lnTo>
                    <a:pt x="4176" y="9221"/>
                  </a:lnTo>
                  <a:cubicBezTo>
                    <a:pt x="4346" y="9969"/>
                    <a:pt x="5001" y="10864"/>
                    <a:pt x="6217" y="10919"/>
                  </a:cubicBezTo>
                  <a:cubicBezTo>
                    <a:pt x="6260" y="10921"/>
                    <a:pt x="6302" y="10922"/>
                    <a:pt x="6343" y="10922"/>
                  </a:cubicBezTo>
                  <a:cubicBezTo>
                    <a:pt x="7134" y="10922"/>
                    <a:pt x="7646" y="10578"/>
                    <a:pt x="7933" y="10176"/>
                  </a:cubicBezTo>
                  <a:lnTo>
                    <a:pt x="7933" y="10176"/>
                  </a:lnTo>
                  <a:cubicBezTo>
                    <a:pt x="8271" y="10838"/>
                    <a:pt x="8997" y="11519"/>
                    <a:pt x="10154" y="11519"/>
                  </a:cubicBezTo>
                  <a:cubicBezTo>
                    <a:pt x="10266" y="11519"/>
                    <a:pt x="10383" y="11512"/>
                    <a:pt x="10504" y="11499"/>
                  </a:cubicBezTo>
                  <a:cubicBezTo>
                    <a:pt x="11520" y="11376"/>
                    <a:pt x="12017" y="10876"/>
                    <a:pt x="12199" y="10366"/>
                  </a:cubicBezTo>
                  <a:lnTo>
                    <a:pt x="12199" y="10366"/>
                  </a:lnTo>
                  <a:cubicBezTo>
                    <a:pt x="12678" y="10678"/>
                    <a:pt x="13349" y="10921"/>
                    <a:pt x="14045" y="10921"/>
                  </a:cubicBezTo>
                  <a:cubicBezTo>
                    <a:pt x="14508" y="10921"/>
                    <a:pt x="14981" y="10814"/>
                    <a:pt x="15417" y="10548"/>
                  </a:cubicBezTo>
                  <a:cubicBezTo>
                    <a:pt x="16158" y="10087"/>
                    <a:pt x="16427" y="9605"/>
                    <a:pt x="16448" y="9218"/>
                  </a:cubicBezTo>
                  <a:lnTo>
                    <a:pt x="16448" y="9218"/>
                  </a:lnTo>
                  <a:cubicBezTo>
                    <a:pt x="16604" y="9244"/>
                    <a:pt x="16770" y="9259"/>
                    <a:pt x="16936" y="9259"/>
                  </a:cubicBezTo>
                  <a:cubicBezTo>
                    <a:pt x="17340" y="9259"/>
                    <a:pt x="17747" y="9171"/>
                    <a:pt x="18036" y="8949"/>
                  </a:cubicBezTo>
                  <a:cubicBezTo>
                    <a:pt x="18963" y="8254"/>
                    <a:pt x="19704" y="7188"/>
                    <a:pt x="18546" y="5705"/>
                  </a:cubicBezTo>
                  <a:cubicBezTo>
                    <a:pt x="18316" y="5412"/>
                    <a:pt x="18094" y="5218"/>
                    <a:pt x="17890" y="5097"/>
                  </a:cubicBezTo>
                  <a:lnTo>
                    <a:pt x="17890" y="5097"/>
                  </a:lnTo>
                  <a:cubicBezTo>
                    <a:pt x="18237" y="4464"/>
                    <a:pt x="18285" y="3374"/>
                    <a:pt x="17364" y="2599"/>
                  </a:cubicBezTo>
                  <a:cubicBezTo>
                    <a:pt x="16968" y="2260"/>
                    <a:pt x="16588" y="2133"/>
                    <a:pt x="16260" y="2133"/>
                  </a:cubicBezTo>
                  <a:cubicBezTo>
                    <a:pt x="16097" y="2133"/>
                    <a:pt x="15947" y="2164"/>
                    <a:pt x="15813" y="2215"/>
                  </a:cubicBezTo>
                  <a:lnTo>
                    <a:pt x="15813" y="2215"/>
                  </a:lnTo>
                  <a:cubicBezTo>
                    <a:pt x="15757" y="1555"/>
                    <a:pt x="15391" y="713"/>
                    <a:pt x="14536" y="212"/>
                  </a:cubicBezTo>
                  <a:cubicBezTo>
                    <a:pt x="14277" y="64"/>
                    <a:pt x="14019" y="1"/>
                    <a:pt x="1377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52"/>
            <p:cNvSpPr/>
            <p:nvPr/>
          </p:nvSpPr>
          <p:spPr>
            <a:xfrm>
              <a:off x="-623931" y="-3149848"/>
              <a:ext cx="2404877" cy="1512320"/>
            </a:xfrm>
            <a:custGeom>
              <a:rect b="b" l="l" r="r" t="t"/>
              <a:pathLst>
                <a:path extrusionOk="0" h="11703" w="18610">
                  <a:moveTo>
                    <a:pt x="11449" y="1320"/>
                  </a:moveTo>
                  <a:cubicBezTo>
                    <a:pt x="11565" y="1505"/>
                    <a:pt x="11565" y="1714"/>
                    <a:pt x="11495" y="1922"/>
                  </a:cubicBezTo>
                  <a:cubicBezTo>
                    <a:pt x="11472" y="1992"/>
                    <a:pt x="11402" y="1992"/>
                    <a:pt x="11402" y="1992"/>
                  </a:cubicBezTo>
                  <a:cubicBezTo>
                    <a:pt x="11379" y="1992"/>
                    <a:pt x="11356" y="1969"/>
                    <a:pt x="11356" y="1969"/>
                  </a:cubicBezTo>
                  <a:cubicBezTo>
                    <a:pt x="11310" y="1969"/>
                    <a:pt x="11286" y="1922"/>
                    <a:pt x="11286" y="1899"/>
                  </a:cubicBezTo>
                  <a:cubicBezTo>
                    <a:pt x="11263" y="1691"/>
                    <a:pt x="11333" y="1482"/>
                    <a:pt x="11449" y="1320"/>
                  </a:cubicBezTo>
                  <a:close/>
                  <a:moveTo>
                    <a:pt x="7509" y="1297"/>
                  </a:moveTo>
                  <a:cubicBezTo>
                    <a:pt x="7671" y="1552"/>
                    <a:pt x="7717" y="1876"/>
                    <a:pt x="7625" y="2177"/>
                  </a:cubicBezTo>
                  <a:cubicBezTo>
                    <a:pt x="7578" y="2247"/>
                    <a:pt x="7509" y="2293"/>
                    <a:pt x="7439" y="2293"/>
                  </a:cubicBezTo>
                  <a:cubicBezTo>
                    <a:pt x="7431" y="2298"/>
                    <a:pt x="7422" y="2299"/>
                    <a:pt x="7413" y="2299"/>
                  </a:cubicBezTo>
                  <a:cubicBezTo>
                    <a:pt x="7377" y="2299"/>
                    <a:pt x="7347" y="2266"/>
                    <a:pt x="7347" y="2247"/>
                  </a:cubicBezTo>
                  <a:cubicBezTo>
                    <a:pt x="7254" y="1922"/>
                    <a:pt x="7323" y="1575"/>
                    <a:pt x="7509" y="1297"/>
                  </a:cubicBezTo>
                  <a:close/>
                  <a:moveTo>
                    <a:pt x="15134" y="2432"/>
                  </a:moveTo>
                  <a:cubicBezTo>
                    <a:pt x="15157" y="2687"/>
                    <a:pt x="15087" y="2942"/>
                    <a:pt x="14948" y="3127"/>
                  </a:cubicBezTo>
                  <a:cubicBezTo>
                    <a:pt x="14913" y="3180"/>
                    <a:pt x="14866" y="3206"/>
                    <a:pt x="14805" y="3206"/>
                  </a:cubicBezTo>
                  <a:cubicBezTo>
                    <a:pt x="14784" y="3206"/>
                    <a:pt x="14763" y="3203"/>
                    <a:pt x="14740" y="3197"/>
                  </a:cubicBezTo>
                  <a:cubicBezTo>
                    <a:pt x="14670" y="3197"/>
                    <a:pt x="14624" y="3127"/>
                    <a:pt x="14624" y="3058"/>
                  </a:cubicBezTo>
                  <a:cubicBezTo>
                    <a:pt x="14670" y="2780"/>
                    <a:pt x="14855" y="2548"/>
                    <a:pt x="15134" y="2455"/>
                  </a:cubicBezTo>
                  <a:lnTo>
                    <a:pt x="15134" y="2432"/>
                  </a:lnTo>
                  <a:close/>
                  <a:moveTo>
                    <a:pt x="3639" y="2733"/>
                  </a:moveTo>
                  <a:cubicBezTo>
                    <a:pt x="3778" y="2896"/>
                    <a:pt x="3894" y="3104"/>
                    <a:pt x="3894" y="3313"/>
                  </a:cubicBezTo>
                  <a:cubicBezTo>
                    <a:pt x="3870" y="3336"/>
                    <a:pt x="3847" y="3336"/>
                    <a:pt x="3824" y="3336"/>
                  </a:cubicBezTo>
                  <a:cubicBezTo>
                    <a:pt x="3685" y="3336"/>
                    <a:pt x="3615" y="3058"/>
                    <a:pt x="3615" y="2965"/>
                  </a:cubicBezTo>
                  <a:cubicBezTo>
                    <a:pt x="3615" y="2965"/>
                    <a:pt x="3615" y="2896"/>
                    <a:pt x="3639" y="2733"/>
                  </a:cubicBezTo>
                  <a:close/>
                  <a:moveTo>
                    <a:pt x="16733" y="5120"/>
                  </a:moveTo>
                  <a:cubicBezTo>
                    <a:pt x="16872" y="5120"/>
                    <a:pt x="17034" y="5144"/>
                    <a:pt x="17150" y="5213"/>
                  </a:cubicBezTo>
                  <a:cubicBezTo>
                    <a:pt x="16993" y="5468"/>
                    <a:pt x="16803" y="5623"/>
                    <a:pt x="16622" y="5623"/>
                  </a:cubicBezTo>
                  <a:cubicBezTo>
                    <a:pt x="16589" y="5623"/>
                    <a:pt x="16556" y="5618"/>
                    <a:pt x="16524" y="5607"/>
                  </a:cubicBezTo>
                  <a:cubicBezTo>
                    <a:pt x="16385" y="5561"/>
                    <a:pt x="16315" y="5491"/>
                    <a:pt x="16339" y="5352"/>
                  </a:cubicBezTo>
                  <a:cubicBezTo>
                    <a:pt x="16339" y="5236"/>
                    <a:pt x="16501" y="5120"/>
                    <a:pt x="16733" y="5120"/>
                  </a:cubicBezTo>
                  <a:close/>
                  <a:moveTo>
                    <a:pt x="2074" y="6114"/>
                  </a:moveTo>
                  <a:cubicBezTo>
                    <a:pt x="2093" y="6114"/>
                    <a:pt x="2113" y="6115"/>
                    <a:pt x="2132" y="6117"/>
                  </a:cubicBezTo>
                  <a:cubicBezTo>
                    <a:pt x="2271" y="6117"/>
                    <a:pt x="2341" y="6163"/>
                    <a:pt x="2341" y="6187"/>
                  </a:cubicBezTo>
                  <a:cubicBezTo>
                    <a:pt x="2341" y="6274"/>
                    <a:pt x="2094" y="6443"/>
                    <a:pt x="1717" y="6443"/>
                  </a:cubicBezTo>
                  <a:cubicBezTo>
                    <a:pt x="1693" y="6443"/>
                    <a:pt x="1670" y="6443"/>
                    <a:pt x="1646" y="6441"/>
                  </a:cubicBezTo>
                  <a:cubicBezTo>
                    <a:pt x="1599" y="6441"/>
                    <a:pt x="1576" y="6441"/>
                    <a:pt x="1530" y="6418"/>
                  </a:cubicBezTo>
                  <a:cubicBezTo>
                    <a:pt x="1657" y="6227"/>
                    <a:pt x="1862" y="6114"/>
                    <a:pt x="2074" y="6114"/>
                  </a:cubicBezTo>
                  <a:close/>
                  <a:moveTo>
                    <a:pt x="4009" y="8365"/>
                  </a:moveTo>
                  <a:cubicBezTo>
                    <a:pt x="4148" y="8365"/>
                    <a:pt x="4264" y="8458"/>
                    <a:pt x="4288" y="8620"/>
                  </a:cubicBezTo>
                  <a:cubicBezTo>
                    <a:pt x="4311" y="8829"/>
                    <a:pt x="4102" y="9107"/>
                    <a:pt x="3615" y="9223"/>
                  </a:cubicBezTo>
                  <a:cubicBezTo>
                    <a:pt x="3569" y="8991"/>
                    <a:pt x="3592" y="8736"/>
                    <a:pt x="3708" y="8504"/>
                  </a:cubicBezTo>
                  <a:cubicBezTo>
                    <a:pt x="3755" y="8435"/>
                    <a:pt x="3824" y="8388"/>
                    <a:pt x="3894" y="8365"/>
                  </a:cubicBezTo>
                  <a:close/>
                  <a:moveTo>
                    <a:pt x="15226" y="8620"/>
                  </a:moveTo>
                  <a:cubicBezTo>
                    <a:pt x="15365" y="8620"/>
                    <a:pt x="15481" y="8666"/>
                    <a:pt x="15551" y="8782"/>
                  </a:cubicBezTo>
                  <a:cubicBezTo>
                    <a:pt x="15667" y="8898"/>
                    <a:pt x="15736" y="9060"/>
                    <a:pt x="15736" y="9223"/>
                  </a:cubicBezTo>
                  <a:cubicBezTo>
                    <a:pt x="15296" y="9107"/>
                    <a:pt x="15018" y="8944"/>
                    <a:pt x="14971" y="8829"/>
                  </a:cubicBezTo>
                  <a:cubicBezTo>
                    <a:pt x="14971" y="8805"/>
                    <a:pt x="14971" y="8759"/>
                    <a:pt x="15018" y="8689"/>
                  </a:cubicBezTo>
                  <a:cubicBezTo>
                    <a:pt x="15087" y="8643"/>
                    <a:pt x="15157" y="8620"/>
                    <a:pt x="15226" y="8620"/>
                  </a:cubicBezTo>
                  <a:close/>
                  <a:moveTo>
                    <a:pt x="7370" y="9130"/>
                  </a:moveTo>
                  <a:cubicBezTo>
                    <a:pt x="7416" y="9130"/>
                    <a:pt x="7463" y="9153"/>
                    <a:pt x="7486" y="9223"/>
                  </a:cubicBezTo>
                  <a:cubicBezTo>
                    <a:pt x="7578" y="9524"/>
                    <a:pt x="7509" y="9848"/>
                    <a:pt x="7323" y="10103"/>
                  </a:cubicBezTo>
                  <a:cubicBezTo>
                    <a:pt x="7184" y="9825"/>
                    <a:pt x="7138" y="9524"/>
                    <a:pt x="7208" y="9223"/>
                  </a:cubicBezTo>
                  <a:cubicBezTo>
                    <a:pt x="7231" y="9176"/>
                    <a:pt x="7277" y="9130"/>
                    <a:pt x="7323" y="9130"/>
                  </a:cubicBezTo>
                  <a:close/>
                  <a:moveTo>
                    <a:pt x="11240" y="9292"/>
                  </a:moveTo>
                  <a:cubicBezTo>
                    <a:pt x="11333" y="9315"/>
                    <a:pt x="11402" y="9362"/>
                    <a:pt x="11449" y="9431"/>
                  </a:cubicBezTo>
                  <a:cubicBezTo>
                    <a:pt x="11611" y="9709"/>
                    <a:pt x="11634" y="10034"/>
                    <a:pt x="11541" y="10335"/>
                  </a:cubicBezTo>
                  <a:cubicBezTo>
                    <a:pt x="11263" y="10173"/>
                    <a:pt x="11055" y="9918"/>
                    <a:pt x="10962" y="9593"/>
                  </a:cubicBezTo>
                  <a:cubicBezTo>
                    <a:pt x="10962" y="9524"/>
                    <a:pt x="10985" y="9431"/>
                    <a:pt x="11055" y="9385"/>
                  </a:cubicBezTo>
                  <a:cubicBezTo>
                    <a:pt x="11101" y="9338"/>
                    <a:pt x="11171" y="9315"/>
                    <a:pt x="11240" y="9292"/>
                  </a:cubicBezTo>
                  <a:close/>
                  <a:moveTo>
                    <a:pt x="9340" y="207"/>
                  </a:moveTo>
                  <a:cubicBezTo>
                    <a:pt x="9432" y="207"/>
                    <a:pt x="9525" y="231"/>
                    <a:pt x="9618" y="231"/>
                  </a:cubicBezTo>
                  <a:cubicBezTo>
                    <a:pt x="10707" y="370"/>
                    <a:pt x="11194" y="879"/>
                    <a:pt x="11379" y="1181"/>
                  </a:cubicBezTo>
                  <a:cubicBezTo>
                    <a:pt x="11194" y="1412"/>
                    <a:pt x="11124" y="1691"/>
                    <a:pt x="11147" y="1969"/>
                  </a:cubicBezTo>
                  <a:cubicBezTo>
                    <a:pt x="11171" y="2038"/>
                    <a:pt x="11217" y="2108"/>
                    <a:pt x="11310" y="2131"/>
                  </a:cubicBezTo>
                  <a:cubicBezTo>
                    <a:pt x="11333" y="2154"/>
                    <a:pt x="11379" y="2154"/>
                    <a:pt x="11425" y="2154"/>
                  </a:cubicBezTo>
                  <a:cubicBezTo>
                    <a:pt x="11518" y="2154"/>
                    <a:pt x="11611" y="2108"/>
                    <a:pt x="11657" y="2015"/>
                  </a:cubicBezTo>
                  <a:cubicBezTo>
                    <a:pt x="11750" y="1737"/>
                    <a:pt x="11727" y="1436"/>
                    <a:pt x="11565" y="1204"/>
                  </a:cubicBezTo>
                  <a:cubicBezTo>
                    <a:pt x="11889" y="740"/>
                    <a:pt x="12468" y="231"/>
                    <a:pt x="13164" y="231"/>
                  </a:cubicBezTo>
                  <a:cubicBezTo>
                    <a:pt x="13419" y="231"/>
                    <a:pt x="13673" y="300"/>
                    <a:pt x="13882" y="439"/>
                  </a:cubicBezTo>
                  <a:cubicBezTo>
                    <a:pt x="14577" y="833"/>
                    <a:pt x="15018" y="1528"/>
                    <a:pt x="15110" y="2293"/>
                  </a:cubicBezTo>
                  <a:cubicBezTo>
                    <a:pt x="14763" y="2432"/>
                    <a:pt x="14508" y="2733"/>
                    <a:pt x="14461" y="3104"/>
                  </a:cubicBezTo>
                  <a:cubicBezTo>
                    <a:pt x="14485" y="3243"/>
                    <a:pt x="14577" y="3359"/>
                    <a:pt x="14716" y="3382"/>
                  </a:cubicBezTo>
                  <a:cubicBezTo>
                    <a:pt x="14752" y="3394"/>
                    <a:pt x="14788" y="3400"/>
                    <a:pt x="14823" y="3400"/>
                  </a:cubicBezTo>
                  <a:cubicBezTo>
                    <a:pt x="14924" y="3400"/>
                    <a:pt x="15018" y="3352"/>
                    <a:pt x="15087" y="3266"/>
                  </a:cubicBezTo>
                  <a:cubicBezTo>
                    <a:pt x="15249" y="3012"/>
                    <a:pt x="15342" y="2710"/>
                    <a:pt x="15296" y="2409"/>
                  </a:cubicBezTo>
                  <a:cubicBezTo>
                    <a:pt x="15412" y="2363"/>
                    <a:pt x="15528" y="2339"/>
                    <a:pt x="15643" y="2339"/>
                  </a:cubicBezTo>
                  <a:cubicBezTo>
                    <a:pt x="16037" y="2363"/>
                    <a:pt x="16408" y="2502"/>
                    <a:pt x="16686" y="2780"/>
                  </a:cubicBezTo>
                  <a:cubicBezTo>
                    <a:pt x="17382" y="3336"/>
                    <a:pt x="17613" y="4286"/>
                    <a:pt x="17242" y="5097"/>
                  </a:cubicBezTo>
                  <a:cubicBezTo>
                    <a:pt x="17080" y="5005"/>
                    <a:pt x="16918" y="4958"/>
                    <a:pt x="16756" y="4958"/>
                  </a:cubicBezTo>
                  <a:cubicBezTo>
                    <a:pt x="16738" y="4957"/>
                    <a:pt x="16721" y="4956"/>
                    <a:pt x="16703" y="4956"/>
                  </a:cubicBezTo>
                  <a:cubicBezTo>
                    <a:pt x="16449" y="4956"/>
                    <a:pt x="16242" y="5114"/>
                    <a:pt x="16176" y="5352"/>
                  </a:cubicBezTo>
                  <a:cubicBezTo>
                    <a:pt x="16153" y="5538"/>
                    <a:pt x="16269" y="5723"/>
                    <a:pt x="16455" y="5769"/>
                  </a:cubicBezTo>
                  <a:cubicBezTo>
                    <a:pt x="16502" y="5785"/>
                    <a:pt x="16551" y="5793"/>
                    <a:pt x="16601" y="5793"/>
                  </a:cubicBezTo>
                  <a:cubicBezTo>
                    <a:pt x="16841" y="5793"/>
                    <a:pt x="17097" y="5613"/>
                    <a:pt x="17289" y="5306"/>
                  </a:cubicBezTo>
                  <a:cubicBezTo>
                    <a:pt x="17497" y="5468"/>
                    <a:pt x="17683" y="5654"/>
                    <a:pt x="17845" y="5862"/>
                  </a:cubicBezTo>
                  <a:cubicBezTo>
                    <a:pt x="18262" y="6279"/>
                    <a:pt x="18471" y="6882"/>
                    <a:pt x="18424" y="7461"/>
                  </a:cubicBezTo>
                  <a:cubicBezTo>
                    <a:pt x="18355" y="7994"/>
                    <a:pt x="18007" y="8527"/>
                    <a:pt x="17382" y="8991"/>
                  </a:cubicBezTo>
                  <a:cubicBezTo>
                    <a:pt x="17084" y="9182"/>
                    <a:pt x="16749" y="9295"/>
                    <a:pt x="16409" y="9295"/>
                  </a:cubicBezTo>
                  <a:cubicBezTo>
                    <a:pt x="16378" y="9295"/>
                    <a:pt x="16347" y="9294"/>
                    <a:pt x="16315" y="9292"/>
                  </a:cubicBezTo>
                  <a:cubicBezTo>
                    <a:pt x="16176" y="9292"/>
                    <a:pt x="16037" y="9269"/>
                    <a:pt x="15898" y="9269"/>
                  </a:cubicBezTo>
                  <a:cubicBezTo>
                    <a:pt x="15898" y="9037"/>
                    <a:pt x="15806" y="8829"/>
                    <a:pt x="15667" y="8689"/>
                  </a:cubicBezTo>
                  <a:cubicBezTo>
                    <a:pt x="15562" y="8545"/>
                    <a:pt x="15405" y="8475"/>
                    <a:pt x="15250" y="8475"/>
                  </a:cubicBezTo>
                  <a:cubicBezTo>
                    <a:pt x="15132" y="8475"/>
                    <a:pt x="15015" y="8516"/>
                    <a:pt x="14925" y="8597"/>
                  </a:cubicBezTo>
                  <a:cubicBezTo>
                    <a:pt x="14832" y="8666"/>
                    <a:pt x="14786" y="8782"/>
                    <a:pt x="14832" y="8875"/>
                  </a:cubicBezTo>
                  <a:cubicBezTo>
                    <a:pt x="14902" y="9153"/>
                    <a:pt x="15342" y="9315"/>
                    <a:pt x="15736" y="9385"/>
                  </a:cubicBezTo>
                  <a:cubicBezTo>
                    <a:pt x="15690" y="9802"/>
                    <a:pt x="15342" y="10219"/>
                    <a:pt x="14763" y="10590"/>
                  </a:cubicBezTo>
                  <a:cubicBezTo>
                    <a:pt x="14369" y="10822"/>
                    <a:pt x="13905" y="10937"/>
                    <a:pt x="13442" y="10937"/>
                  </a:cubicBezTo>
                  <a:cubicBezTo>
                    <a:pt x="12816" y="10937"/>
                    <a:pt x="12213" y="10752"/>
                    <a:pt x="11680" y="10428"/>
                  </a:cubicBezTo>
                  <a:cubicBezTo>
                    <a:pt x="11796" y="10080"/>
                    <a:pt x="11773" y="9686"/>
                    <a:pt x="11588" y="9362"/>
                  </a:cubicBezTo>
                  <a:cubicBezTo>
                    <a:pt x="11507" y="9227"/>
                    <a:pt x="11371" y="9154"/>
                    <a:pt x="11235" y="9154"/>
                  </a:cubicBezTo>
                  <a:cubicBezTo>
                    <a:pt x="11137" y="9154"/>
                    <a:pt x="11039" y="9191"/>
                    <a:pt x="10962" y="9269"/>
                  </a:cubicBezTo>
                  <a:cubicBezTo>
                    <a:pt x="10846" y="9362"/>
                    <a:pt x="10800" y="9477"/>
                    <a:pt x="10800" y="9616"/>
                  </a:cubicBezTo>
                  <a:cubicBezTo>
                    <a:pt x="10823" y="9871"/>
                    <a:pt x="11078" y="10196"/>
                    <a:pt x="11495" y="10497"/>
                  </a:cubicBezTo>
                  <a:cubicBezTo>
                    <a:pt x="11333" y="10845"/>
                    <a:pt x="10962" y="11378"/>
                    <a:pt x="9896" y="11517"/>
                  </a:cubicBezTo>
                  <a:cubicBezTo>
                    <a:pt x="9780" y="11517"/>
                    <a:pt x="9641" y="11540"/>
                    <a:pt x="9525" y="11540"/>
                  </a:cubicBezTo>
                  <a:cubicBezTo>
                    <a:pt x="8644" y="11540"/>
                    <a:pt x="7810" y="11053"/>
                    <a:pt x="7416" y="10289"/>
                  </a:cubicBezTo>
                  <a:cubicBezTo>
                    <a:pt x="7671" y="9964"/>
                    <a:pt x="7741" y="9524"/>
                    <a:pt x="7625" y="9130"/>
                  </a:cubicBezTo>
                  <a:cubicBezTo>
                    <a:pt x="7564" y="9029"/>
                    <a:pt x="7451" y="8963"/>
                    <a:pt x="7331" y="8963"/>
                  </a:cubicBezTo>
                  <a:cubicBezTo>
                    <a:pt x="7313" y="8963"/>
                    <a:pt x="7295" y="8965"/>
                    <a:pt x="7277" y="8968"/>
                  </a:cubicBezTo>
                  <a:cubicBezTo>
                    <a:pt x="7184" y="8991"/>
                    <a:pt x="7092" y="9060"/>
                    <a:pt x="7069" y="9153"/>
                  </a:cubicBezTo>
                  <a:cubicBezTo>
                    <a:pt x="6953" y="9524"/>
                    <a:pt x="7022" y="9918"/>
                    <a:pt x="7208" y="10265"/>
                  </a:cubicBezTo>
                  <a:cubicBezTo>
                    <a:pt x="6847" y="10711"/>
                    <a:pt x="6310" y="10943"/>
                    <a:pt x="5760" y="10943"/>
                  </a:cubicBezTo>
                  <a:cubicBezTo>
                    <a:pt x="5709" y="10943"/>
                    <a:pt x="5659" y="10941"/>
                    <a:pt x="5609" y="10937"/>
                  </a:cubicBezTo>
                  <a:cubicBezTo>
                    <a:pt x="4682" y="10914"/>
                    <a:pt x="3870" y="10265"/>
                    <a:pt x="3639" y="9385"/>
                  </a:cubicBezTo>
                  <a:cubicBezTo>
                    <a:pt x="4218" y="9246"/>
                    <a:pt x="4473" y="8898"/>
                    <a:pt x="4427" y="8597"/>
                  </a:cubicBezTo>
                  <a:cubicBezTo>
                    <a:pt x="4408" y="8368"/>
                    <a:pt x="4216" y="8202"/>
                    <a:pt x="3994" y="8202"/>
                  </a:cubicBezTo>
                  <a:cubicBezTo>
                    <a:pt x="3946" y="8202"/>
                    <a:pt x="3896" y="8210"/>
                    <a:pt x="3847" y="8226"/>
                  </a:cubicBezTo>
                  <a:cubicBezTo>
                    <a:pt x="3731" y="8249"/>
                    <a:pt x="3639" y="8342"/>
                    <a:pt x="3569" y="8435"/>
                  </a:cubicBezTo>
                  <a:cubicBezTo>
                    <a:pt x="3430" y="8689"/>
                    <a:pt x="3384" y="8991"/>
                    <a:pt x="3453" y="9269"/>
                  </a:cubicBezTo>
                  <a:cubicBezTo>
                    <a:pt x="3326" y="9280"/>
                    <a:pt x="3198" y="9286"/>
                    <a:pt x="3071" y="9286"/>
                  </a:cubicBezTo>
                  <a:cubicBezTo>
                    <a:pt x="2943" y="9286"/>
                    <a:pt x="2816" y="9280"/>
                    <a:pt x="2688" y="9269"/>
                  </a:cubicBezTo>
                  <a:cubicBezTo>
                    <a:pt x="2155" y="9199"/>
                    <a:pt x="1692" y="8852"/>
                    <a:pt x="1460" y="8365"/>
                  </a:cubicBezTo>
                  <a:cubicBezTo>
                    <a:pt x="1182" y="7809"/>
                    <a:pt x="1182" y="7137"/>
                    <a:pt x="1437" y="6557"/>
                  </a:cubicBezTo>
                  <a:lnTo>
                    <a:pt x="1437" y="6557"/>
                  </a:lnTo>
                  <a:cubicBezTo>
                    <a:pt x="1507" y="6581"/>
                    <a:pt x="1553" y="6604"/>
                    <a:pt x="1622" y="6604"/>
                  </a:cubicBezTo>
                  <a:cubicBezTo>
                    <a:pt x="1646" y="6605"/>
                    <a:pt x="1670" y="6605"/>
                    <a:pt x="1693" y="6605"/>
                  </a:cubicBezTo>
                  <a:cubicBezTo>
                    <a:pt x="2128" y="6605"/>
                    <a:pt x="2503" y="6406"/>
                    <a:pt x="2503" y="6187"/>
                  </a:cubicBezTo>
                  <a:cubicBezTo>
                    <a:pt x="2503" y="6140"/>
                    <a:pt x="2480" y="5978"/>
                    <a:pt x="2132" y="5955"/>
                  </a:cubicBezTo>
                  <a:cubicBezTo>
                    <a:pt x="1831" y="5955"/>
                    <a:pt x="1553" y="6117"/>
                    <a:pt x="1391" y="6395"/>
                  </a:cubicBezTo>
                  <a:cubicBezTo>
                    <a:pt x="858" y="6117"/>
                    <a:pt x="464" y="5607"/>
                    <a:pt x="301" y="5028"/>
                  </a:cubicBezTo>
                  <a:cubicBezTo>
                    <a:pt x="186" y="4448"/>
                    <a:pt x="371" y="3823"/>
                    <a:pt x="881" y="3243"/>
                  </a:cubicBezTo>
                  <a:cubicBezTo>
                    <a:pt x="1460" y="2594"/>
                    <a:pt x="2040" y="2247"/>
                    <a:pt x="2573" y="2247"/>
                  </a:cubicBezTo>
                  <a:cubicBezTo>
                    <a:pt x="2920" y="2247"/>
                    <a:pt x="3245" y="2386"/>
                    <a:pt x="3500" y="2618"/>
                  </a:cubicBezTo>
                  <a:cubicBezTo>
                    <a:pt x="3476" y="2757"/>
                    <a:pt x="3476" y="2873"/>
                    <a:pt x="3476" y="3012"/>
                  </a:cubicBezTo>
                  <a:cubicBezTo>
                    <a:pt x="3476" y="3035"/>
                    <a:pt x="3546" y="3521"/>
                    <a:pt x="3847" y="3521"/>
                  </a:cubicBezTo>
                  <a:cubicBezTo>
                    <a:pt x="3894" y="3521"/>
                    <a:pt x="3940" y="3498"/>
                    <a:pt x="3986" y="3475"/>
                  </a:cubicBezTo>
                  <a:cubicBezTo>
                    <a:pt x="4033" y="3452"/>
                    <a:pt x="4079" y="3406"/>
                    <a:pt x="4079" y="3359"/>
                  </a:cubicBezTo>
                  <a:cubicBezTo>
                    <a:pt x="4056" y="3058"/>
                    <a:pt x="3917" y="2757"/>
                    <a:pt x="3662" y="2571"/>
                  </a:cubicBezTo>
                  <a:cubicBezTo>
                    <a:pt x="3963" y="509"/>
                    <a:pt x="5145" y="300"/>
                    <a:pt x="5632" y="300"/>
                  </a:cubicBezTo>
                  <a:lnTo>
                    <a:pt x="5701" y="300"/>
                  </a:lnTo>
                  <a:cubicBezTo>
                    <a:pt x="5724" y="299"/>
                    <a:pt x="5746" y="299"/>
                    <a:pt x="5769" y="299"/>
                  </a:cubicBezTo>
                  <a:cubicBezTo>
                    <a:pt x="6418" y="299"/>
                    <a:pt x="7059" y="620"/>
                    <a:pt x="7439" y="1158"/>
                  </a:cubicBezTo>
                  <a:cubicBezTo>
                    <a:pt x="7184" y="1598"/>
                    <a:pt x="7092" y="2108"/>
                    <a:pt x="7231" y="2339"/>
                  </a:cubicBezTo>
                  <a:cubicBezTo>
                    <a:pt x="7271" y="2420"/>
                    <a:pt x="7346" y="2483"/>
                    <a:pt x="7441" y="2483"/>
                  </a:cubicBezTo>
                  <a:cubicBezTo>
                    <a:pt x="7456" y="2483"/>
                    <a:pt x="7470" y="2482"/>
                    <a:pt x="7486" y="2479"/>
                  </a:cubicBezTo>
                  <a:cubicBezTo>
                    <a:pt x="7625" y="2479"/>
                    <a:pt x="7717" y="2386"/>
                    <a:pt x="7787" y="2270"/>
                  </a:cubicBezTo>
                  <a:cubicBezTo>
                    <a:pt x="7903" y="1899"/>
                    <a:pt x="7833" y="1482"/>
                    <a:pt x="7602" y="1158"/>
                  </a:cubicBezTo>
                  <a:cubicBezTo>
                    <a:pt x="7972" y="555"/>
                    <a:pt x="8644" y="207"/>
                    <a:pt x="9340" y="207"/>
                  </a:cubicBezTo>
                  <a:close/>
                  <a:moveTo>
                    <a:pt x="9302" y="0"/>
                  </a:moveTo>
                  <a:cubicBezTo>
                    <a:pt x="8578" y="0"/>
                    <a:pt x="7891" y="345"/>
                    <a:pt x="7486" y="972"/>
                  </a:cubicBezTo>
                  <a:cubicBezTo>
                    <a:pt x="7060" y="412"/>
                    <a:pt x="6418" y="90"/>
                    <a:pt x="5748" y="90"/>
                  </a:cubicBezTo>
                  <a:cubicBezTo>
                    <a:pt x="5725" y="90"/>
                    <a:pt x="5701" y="91"/>
                    <a:pt x="5678" y="91"/>
                  </a:cubicBezTo>
                  <a:lnTo>
                    <a:pt x="5609" y="91"/>
                  </a:lnTo>
                  <a:cubicBezTo>
                    <a:pt x="4079" y="91"/>
                    <a:pt x="3639" y="1621"/>
                    <a:pt x="3500" y="2409"/>
                  </a:cubicBezTo>
                  <a:cubicBezTo>
                    <a:pt x="3221" y="2200"/>
                    <a:pt x="2897" y="2085"/>
                    <a:pt x="2549" y="2085"/>
                  </a:cubicBezTo>
                  <a:cubicBezTo>
                    <a:pt x="1970" y="2085"/>
                    <a:pt x="1344" y="2455"/>
                    <a:pt x="742" y="3151"/>
                  </a:cubicBezTo>
                  <a:cubicBezTo>
                    <a:pt x="186" y="3776"/>
                    <a:pt x="0" y="4425"/>
                    <a:pt x="139" y="5074"/>
                  </a:cubicBezTo>
                  <a:cubicBezTo>
                    <a:pt x="301" y="5700"/>
                    <a:pt x="719" y="6210"/>
                    <a:pt x="1298" y="6511"/>
                  </a:cubicBezTo>
                  <a:cubicBezTo>
                    <a:pt x="1020" y="7137"/>
                    <a:pt x="1020" y="7855"/>
                    <a:pt x="1321" y="8458"/>
                  </a:cubicBezTo>
                  <a:cubicBezTo>
                    <a:pt x="1576" y="8991"/>
                    <a:pt x="2086" y="9362"/>
                    <a:pt x="2665" y="9431"/>
                  </a:cubicBezTo>
                  <a:cubicBezTo>
                    <a:pt x="2804" y="9454"/>
                    <a:pt x="2943" y="9466"/>
                    <a:pt x="3082" y="9466"/>
                  </a:cubicBezTo>
                  <a:cubicBezTo>
                    <a:pt x="3221" y="9466"/>
                    <a:pt x="3361" y="9454"/>
                    <a:pt x="3500" y="9431"/>
                  </a:cubicBezTo>
                  <a:cubicBezTo>
                    <a:pt x="3755" y="10381"/>
                    <a:pt x="4612" y="11077"/>
                    <a:pt x="5609" y="11100"/>
                  </a:cubicBezTo>
                  <a:cubicBezTo>
                    <a:pt x="5659" y="11103"/>
                    <a:pt x="5709" y="11105"/>
                    <a:pt x="5760" y="11105"/>
                  </a:cubicBezTo>
                  <a:cubicBezTo>
                    <a:pt x="6354" y="11105"/>
                    <a:pt x="6916" y="10855"/>
                    <a:pt x="7300" y="10428"/>
                  </a:cubicBezTo>
                  <a:cubicBezTo>
                    <a:pt x="7764" y="11216"/>
                    <a:pt x="8621" y="11702"/>
                    <a:pt x="9525" y="11702"/>
                  </a:cubicBezTo>
                  <a:cubicBezTo>
                    <a:pt x="9641" y="11679"/>
                    <a:pt x="9757" y="11679"/>
                    <a:pt x="9873" y="11656"/>
                  </a:cubicBezTo>
                  <a:cubicBezTo>
                    <a:pt x="11008" y="11517"/>
                    <a:pt x="11449" y="10961"/>
                    <a:pt x="11611" y="10567"/>
                  </a:cubicBezTo>
                  <a:cubicBezTo>
                    <a:pt x="12144" y="10891"/>
                    <a:pt x="12770" y="11077"/>
                    <a:pt x="13419" y="11077"/>
                  </a:cubicBezTo>
                  <a:cubicBezTo>
                    <a:pt x="13905" y="11077"/>
                    <a:pt x="14392" y="10937"/>
                    <a:pt x="14832" y="10683"/>
                  </a:cubicBezTo>
                  <a:cubicBezTo>
                    <a:pt x="15574" y="10219"/>
                    <a:pt x="15829" y="9732"/>
                    <a:pt x="15875" y="9408"/>
                  </a:cubicBezTo>
                  <a:cubicBezTo>
                    <a:pt x="16014" y="9408"/>
                    <a:pt x="16153" y="9431"/>
                    <a:pt x="16292" y="9431"/>
                  </a:cubicBezTo>
                  <a:cubicBezTo>
                    <a:pt x="16327" y="9433"/>
                    <a:pt x="16362" y="9434"/>
                    <a:pt x="16397" y="9434"/>
                  </a:cubicBezTo>
                  <a:cubicBezTo>
                    <a:pt x="16779" y="9434"/>
                    <a:pt x="17154" y="9319"/>
                    <a:pt x="17451" y="9107"/>
                  </a:cubicBezTo>
                  <a:cubicBezTo>
                    <a:pt x="18123" y="8597"/>
                    <a:pt x="18494" y="8041"/>
                    <a:pt x="18563" y="7461"/>
                  </a:cubicBezTo>
                  <a:cubicBezTo>
                    <a:pt x="18610" y="6812"/>
                    <a:pt x="18401" y="6187"/>
                    <a:pt x="17961" y="5723"/>
                  </a:cubicBezTo>
                  <a:cubicBezTo>
                    <a:pt x="17799" y="5491"/>
                    <a:pt x="17590" y="5306"/>
                    <a:pt x="17358" y="5144"/>
                  </a:cubicBezTo>
                  <a:cubicBezTo>
                    <a:pt x="17775" y="4263"/>
                    <a:pt x="17544" y="3220"/>
                    <a:pt x="16779" y="2618"/>
                  </a:cubicBezTo>
                  <a:cubicBezTo>
                    <a:pt x="16455" y="2316"/>
                    <a:pt x="16061" y="2154"/>
                    <a:pt x="15643" y="2131"/>
                  </a:cubicBezTo>
                  <a:cubicBezTo>
                    <a:pt x="15504" y="2131"/>
                    <a:pt x="15365" y="2154"/>
                    <a:pt x="15249" y="2200"/>
                  </a:cubicBezTo>
                  <a:cubicBezTo>
                    <a:pt x="15134" y="1389"/>
                    <a:pt x="14647" y="671"/>
                    <a:pt x="13952" y="254"/>
                  </a:cubicBezTo>
                  <a:cubicBezTo>
                    <a:pt x="13697" y="91"/>
                    <a:pt x="13419" y="22"/>
                    <a:pt x="13140" y="22"/>
                  </a:cubicBezTo>
                  <a:cubicBezTo>
                    <a:pt x="12422" y="22"/>
                    <a:pt x="11796" y="532"/>
                    <a:pt x="11449" y="995"/>
                  </a:cubicBezTo>
                  <a:cubicBezTo>
                    <a:pt x="11217" y="648"/>
                    <a:pt x="10707" y="161"/>
                    <a:pt x="9618" y="22"/>
                  </a:cubicBezTo>
                  <a:cubicBezTo>
                    <a:pt x="9512" y="7"/>
                    <a:pt x="9407" y="0"/>
                    <a:pt x="9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52"/>
            <p:cNvSpPr/>
            <p:nvPr/>
          </p:nvSpPr>
          <p:spPr>
            <a:xfrm>
              <a:off x="151678" y="-2622997"/>
              <a:ext cx="191770" cy="227694"/>
            </a:xfrm>
            <a:custGeom>
              <a:rect b="b" l="l" r="r" t="t"/>
              <a:pathLst>
                <a:path extrusionOk="0" h="1762" w="1484">
                  <a:moveTo>
                    <a:pt x="325" y="1"/>
                  </a:moveTo>
                  <a:cubicBezTo>
                    <a:pt x="279" y="1"/>
                    <a:pt x="232" y="24"/>
                    <a:pt x="232" y="70"/>
                  </a:cubicBezTo>
                  <a:cubicBezTo>
                    <a:pt x="209" y="232"/>
                    <a:pt x="1" y="1600"/>
                    <a:pt x="580" y="1762"/>
                  </a:cubicBezTo>
                  <a:lnTo>
                    <a:pt x="649" y="1762"/>
                  </a:lnTo>
                  <a:cubicBezTo>
                    <a:pt x="719" y="1762"/>
                    <a:pt x="788" y="1739"/>
                    <a:pt x="858" y="1716"/>
                  </a:cubicBezTo>
                  <a:cubicBezTo>
                    <a:pt x="1252" y="1461"/>
                    <a:pt x="1484" y="348"/>
                    <a:pt x="1484" y="302"/>
                  </a:cubicBezTo>
                  <a:cubicBezTo>
                    <a:pt x="1484" y="256"/>
                    <a:pt x="1461" y="209"/>
                    <a:pt x="1414" y="209"/>
                  </a:cubicBezTo>
                  <a:cubicBezTo>
                    <a:pt x="1402" y="203"/>
                    <a:pt x="1391" y="200"/>
                    <a:pt x="1381" y="200"/>
                  </a:cubicBezTo>
                  <a:cubicBezTo>
                    <a:pt x="1355" y="200"/>
                    <a:pt x="1338" y="222"/>
                    <a:pt x="1321" y="256"/>
                  </a:cubicBezTo>
                  <a:cubicBezTo>
                    <a:pt x="1275" y="557"/>
                    <a:pt x="1067" y="1391"/>
                    <a:pt x="765" y="1577"/>
                  </a:cubicBezTo>
                  <a:cubicBezTo>
                    <a:pt x="733" y="1593"/>
                    <a:pt x="700" y="1609"/>
                    <a:pt x="659" y="1609"/>
                  </a:cubicBezTo>
                  <a:cubicBezTo>
                    <a:pt x="642" y="1609"/>
                    <a:pt x="623" y="1606"/>
                    <a:pt x="603" y="1600"/>
                  </a:cubicBezTo>
                  <a:cubicBezTo>
                    <a:pt x="232" y="1507"/>
                    <a:pt x="325" y="464"/>
                    <a:pt x="394" y="93"/>
                  </a:cubicBezTo>
                  <a:cubicBezTo>
                    <a:pt x="394" y="47"/>
                    <a:pt x="371" y="24"/>
                    <a:pt x="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52"/>
            <p:cNvSpPr/>
            <p:nvPr/>
          </p:nvSpPr>
          <p:spPr>
            <a:xfrm>
              <a:off x="786560" y="-2602063"/>
              <a:ext cx="194871" cy="227824"/>
            </a:xfrm>
            <a:custGeom>
              <a:rect b="b" l="l" r="r" t="t"/>
              <a:pathLst>
                <a:path extrusionOk="0" h="1763" w="1508">
                  <a:moveTo>
                    <a:pt x="325" y="1"/>
                  </a:moveTo>
                  <a:cubicBezTo>
                    <a:pt x="279" y="1"/>
                    <a:pt x="232" y="24"/>
                    <a:pt x="232" y="70"/>
                  </a:cubicBezTo>
                  <a:cubicBezTo>
                    <a:pt x="209" y="233"/>
                    <a:pt x="1" y="1600"/>
                    <a:pt x="580" y="1762"/>
                  </a:cubicBezTo>
                  <a:lnTo>
                    <a:pt x="673" y="1762"/>
                  </a:lnTo>
                  <a:cubicBezTo>
                    <a:pt x="742" y="1762"/>
                    <a:pt x="789" y="1739"/>
                    <a:pt x="858" y="1716"/>
                  </a:cubicBezTo>
                  <a:cubicBezTo>
                    <a:pt x="1275" y="1461"/>
                    <a:pt x="1484" y="348"/>
                    <a:pt x="1484" y="302"/>
                  </a:cubicBezTo>
                  <a:cubicBezTo>
                    <a:pt x="1507" y="256"/>
                    <a:pt x="1461" y="209"/>
                    <a:pt x="1438" y="209"/>
                  </a:cubicBezTo>
                  <a:cubicBezTo>
                    <a:pt x="1429" y="205"/>
                    <a:pt x="1420" y="203"/>
                    <a:pt x="1411" y="203"/>
                  </a:cubicBezTo>
                  <a:cubicBezTo>
                    <a:pt x="1375" y="203"/>
                    <a:pt x="1345" y="237"/>
                    <a:pt x="1345" y="256"/>
                  </a:cubicBezTo>
                  <a:cubicBezTo>
                    <a:pt x="1275" y="557"/>
                    <a:pt x="1067" y="1391"/>
                    <a:pt x="765" y="1577"/>
                  </a:cubicBezTo>
                  <a:cubicBezTo>
                    <a:pt x="719" y="1600"/>
                    <a:pt x="673" y="1600"/>
                    <a:pt x="626" y="1600"/>
                  </a:cubicBezTo>
                  <a:cubicBezTo>
                    <a:pt x="256" y="1507"/>
                    <a:pt x="325" y="464"/>
                    <a:pt x="395" y="94"/>
                  </a:cubicBezTo>
                  <a:cubicBezTo>
                    <a:pt x="395" y="47"/>
                    <a:pt x="371" y="24"/>
                    <a:pt x="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52"/>
            <p:cNvSpPr/>
            <p:nvPr/>
          </p:nvSpPr>
          <p:spPr>
            <a:xfrm>
              <a:off x="-120858" y="-2539130"/>
              <a:ext cx="194742" cy="194742"/>
            </a:xfrm>
            <a:custGeom>
              <a:rect b="b" l="l" r="r" t="t"/>
              <a:pathLst>
                <a:path extrusionOk="0" h="1507" w="1507">
                  <a:moveTo>
                    <a:pt x="742" y="1"/>
                  </a:moveTo>
                  <a:cubicBezTo>
                    <a:pt x="325" y="1"/>
                    <a:pt x="1" y="325"/>
                    <a:pt x="1" y="742"/>
                  </a:cubicBezTo>
                  <a:cubicBezTo>
                    <a:pt x="1" y="1159"/>
                    <a:pt x="325" y="1507"/>
                    <a:pt x="742" y="1507"/>
                  </a:cubicBezTo>
                  <a:cubicBezTo>
                    <a:pt x="1159" y="1507"/>
                    <a:pt x="1507" y="1159"/>
                    <a:pt x="1507" y="742"/>
                  </a:cubicBezTo>
                  <a:cubicBezTo>
                    <a:pt x="1507" y="325"/>
                    <a:pt x="1159" y="1"/>
                    <a:pt x="7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52"/>
            <p:cNvSpPr/>
            <p:nvPr/>
          </p:nvSpPr>
          <p:spPr>
            <a:xfrm>
              <a:off x="981302" y="-2464309"/>
              <a:ext cx="194742" cy="194871"/>
            </a:xfrm>
            <a:custGeom>
              <a:rect b="b" l="l" r="r" t="t"/>
              <a:pathLst>
                <a:path extrusionOk="0" h="1508" w="1507">
                  <a:moveTo>
                    <a:pt x="765" y="1"/>
                  </a:moveTo>
                  <a:cubicBezTo>
                    <a:pt x="348" y="1"/>
                    <a:pt x="0" y="349"/>
                    <a:pt x="0" y="766"/>
                  </a:cubicBezTo>
                  <a:cubicBezTo>
                    <a:pt x="0" y="1183"/>
                    <a:pt x="348" y="1507"/>
                    <a:pt x="765" y="1507"/>
                  </a:cubicBezTo>
                  <a:cubicBezTo>
                    <a:pt x="1182" y="1507"/>
                    <a:pt x="1506" y="1183"/>
                    <a:pt x="1506" y="766"/>
                  </a:cubicBezTo>
                  <a:cubicBezTo>
                    <a:pt x="1506" y="349"/>
                    <a:pt x="1182" y="1"/>
                    <a:pt x="7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52"/>
            <p:cNvSpPr/>
            <p:nvPr/>
          </p:nvSpPr>
          <p:spPr>
            <a:xfrm>
              <a:off x="328328" y="-2374368"/>
              <a:ext cx="257675" cy="314534"/>
            </a:xfrm>
            <a:custGeom>
              <a:rect b="b" l="l" r="r" t="t"/>
              <a:pathLst>
                <a:path extrusionOk="0" h="2434" w="1994">
                  <a:moveTo>
                    <a:pt x="1113" y="0"/>
                  </a:moveTo>
                  <a:cubicBezTo>
                    <a:pt x="951" y="23"/>
                    <a:pt x="163" y="162"/>
                    <a:pt x="47" y="464"/>
                  </a:cubicBezTo>
                  <a:cubicBezTo>
                    <a:pt x="1" y="510"/>
                    <a:pt x="1" y="580"/>
                    <a:pt x="47" y="649"/>
                  </a:cubicBezTo>
                  <a:cubicBezTo>
                    <a:pt x="279" y="904"/>
                    <a:pt x="557" y="1113"/>
                    <a:pt x="905" y="1252"/>
                  </a:cubicBezTo>
                  <a:cubicBezTo>
                    <a:pt x="650" y="1553"/>
                    <a:pt x="209" y="2132"/>
                    <a:pt x="325" y="2341"/>
                  </a:cubicBezTo>
                  <a:cubicBezTo>
                    <a:pt x="348" y="2410"/>
                    <a:pt x="418" y="2434"/>
                    <a:pt x="488" y="2434"/>
                  </a:cubicBezTo>
                  <a:lnTo>
                    <a:pt x="511" y="2434"/>
                  </a:lnTo>
                  <a:cubicBezTo>
                    <a:pt x="997" y="2341"/>
                    <a:pt x="1484" y="2202"/>
                    <a:pt x="1948" y="2016"/>
                  </a:cubicBezTo>
                  <a:cubicBezTo>
                    <a:pt x="1971" y="1993"/>
                    <a:pt x="1994" y="1947"/>
                    <a:pt x="1994" y="1924"/>
                  </a:cubicBezTo>
                  <a:cubicBezTo>
                    <a:pt x="1977" y="1890"/>
                    <a:pt x="1948" y="1868"/>
                    <a:pt x="1915" y="1868"/>
                  </a:cubicBezTo>
                  <a:cubicBezTo>
                    <a:pt x="1903" y="1868"/>
                    <a:pt x="1890" y="1871"/>
                    <a:pt x="1878" y="1877"/>
                  </a:cubicBezTo>
                  <a:cubicBezTo>
                    <a:pt x="1438" y="2063"/>
                    <a:pt x="974" y="2202"/>
                    <a:pt x="511" y="2271"/>
                  </a:cubicBezTo>
                  <a:lnTo>
                    <a:pt x="441" y="2271"/>
                  </a:lnTo>
                  <a:cubicBezTo>
                    <a:pt x="395" y="2179"/>
                    <a:pt x="696" y="1715"/>
                    <a:pt x="1090" y="1275"/>
                  </a:cubicBezTo>
                  <a:cubicBezTo>
                    <a:pt x="1113" y="1252"/>
                    <a:pt x="1113" y="1228"/>
                    <a:pt x="1113" y="1205"/>
                  </a:cubicBezTo>
                  <a:cubicBezTo>
                    <a:pt x="1090" y="1182"/>
                    <a:pt x="1090" y="1159"/>
                    <a:pt x="1044" y="1136"/>
                  </a:cubicBezTo>
                  <a:cubicBezTo>
                    <a:pt x="858" y="1066"/>
                    <a:pt x="325" y="811"/>
                    <a:pt x="186" y="556"/>
                  </a:cubicBezTo>
                  <a:cubicBezTo>
                    <a:pt x="186" y="556"/>
                    <a:pt x="186" y="533"/>
                    <a:pt x="186" y="510"/>
                  </a:cubicBezTo>
                  <a:cubicBezTo>
                    <a:pt x="256" y="371"/>
                    <a:pt x="789" y="209"/>
                    <a:pt x="1136" y="162"/>
                  </a:cubicBezTo>
                  <a:cubicBezTo>
                    <a:pt x="1183" y="139"/>
                    <a:pt x="1206" y="116"/>
                    <a:pt x="1206" y="70"/>
                  </a:cubicBezTo>
                  <a:cubicBezTo>
                    <a:pt x="1206" y="23"/>
                    <a:pt x="1160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9" name="Google Shape;1079;p52"/>
          <p:cNvGrpSpPr/>
          <p:nvPr/>
        </p:nvGrpSpPr>
        <p:grpSpPr>
          <a:xfrm rot="-314604">
            <a:off x="670892" y="2561564"/>
            <a:ext cx="1622013" cy="1684556"/>
            <a:chOff x="-587877" y="-1914854"/>
            <a:chExt cx="1444746" cy="1500454"/>
          </a:xfrm>
        </p:grpSpPr>
        <p:grpSp>
          <p:nvGrpSpPr>
            <p:cNvPr id="1080" name="Google Shape;1080;p52"/>
            <p:cNvGrpSpPr/>
            <p:nvPr/>
          </p:nvGrpSpPr>
          <p:grpSpPr>
            <a:xfrm>
              <a:off x="-587877" y="-1914854"/>
              <a:ext cx="1444746" cy="1500451"/>
              <a:chOff x="3110911" y="3736271"/>
              <a:chExt cx="1444746" cy="1500451"/>
            </a:xfrm>
          </p:grpSpPr>
          <p:grpSp>
            <p:nvGrpSpPr>
              <p:cNvPr id="1081" name="Google Shape;1081;p52"/>
              <p:cNvGrpSpPr/>
              <p:nvPr/>
            </p:nvGrpSpPr>
            <p:grpSpPr>
              <a:xfrm>
                <a:off x="3111991" y="3736271"/>
                <a:ext cx="1443666" cy="1500451"/>
                <a:chOff x="3111991" y="3736271"/>
                <a:chExt cx="1443666" cy="1500451"/>
              </a:xfrm>
            </p:grpSpPr>
            <p:grpSp>
              <p:nvGrpSpPr>
                <p:cNvPr id="1082" name="Google Shape;1082;p52"/>
                <p:cNvGrpSpPr/>
                <p:nvPr/>
              </p:nvGrpSpPr>
              <p:grpSpPr>
                <a:xfrm>
                  <a:off x="3275401" y="3736271"/>
                  <a:ext cx="1025834" cy="784092"/>
                  <a:chOff x="-631662" y="-5154729"/>
                  <a:chExt cx="1025834" cy="784092"/>
                </a:xfrm>
              </p:grpSpPr>
              <p:sp>
                <p:nvSpPr>
                  <p:cNvPr id="1083" name="Google Shape;1083;p52"/>
                  <p:cNvSpPr/>
                  <p:nvPr/>
                </p:nvSpPr>
                <p:spPr>
                  <a:xfrm>
                    <a:off x="-473773" y="-5154729"/>
                    <a:ext cx="822012" cy="525021"/>
                  </a:xfrm>
                  <a:custGeom>
                    <a:rect b="b" l="l" r="r" t="t"/>
                    <a:pathLst>
                      <a:path extrusionOk="0" h="11176" w="17498">
                        <a:moveTo>
                          <a:pt x="5358" y="0"/>
                        </a:moveTo>
                        <a:cubicBezTo>
                          <a:pt x="3980" y="0"/>
                          <a:pt x="3518" y="1372"/>
                          <a:pt x="3361" y="2113"/>
                        </a:cubicBezTo>
                        <a:cubicBezTo>
                          <a:pt x="3106" y="1882"/>
                          <a:pt x="2758" y="1766"/>
                          <a:pt x="2434" y="1766"/>
                        </a:cubicBezTo>
                        <a:cubicBezTo>
                          <a:pt x="1877" y="1766"/>
                          <a:pt x="1298" y="2067"/>
                          <a:pt x="719" y="2693"/>
                        </a:cubicBezTo>
                        <a:cubicBezTo>
                          <a:pt x="232" y="3133"/>
                          <a:pt x="0" y="3782"/>
                          <a:pt x="70" y="4431"/>
                        </a:cubicBezTo>
                        <a:cubicBezTo>
                          <a:pt x="162" y="5010"/>
                          <a:pt x="510" y="5520"/>
                          <a:pt x="997" y="5844"/>
                        </a:cubicBezTo>
                        <a:cubicBezTo>
                          <a:pt x="556" y="6354"/>
                          <a:pt x="394" y="7003"/>
                          <a:pt x="510" y="7652"/>
                        </a:cubicBezTo>
                        <a:cubicBezTo>
                          <a:pt x="626" y="8139"/>
                          <a:pt x="974" y="8811"/>
                          <a:pt x="1993" y="9205"/>
                        </a:cubicBezTo>
                        <a:cubicBezTo>
                          <a:pt x="2191" y="9284"/>
                          <a:pt x="2410" y="9325"/>
                          <a:pt x="2631" y="9325"/>
                        </a:cubicBezTo>
                        <a:cubicBezTo>
                          <a:pt x="2800" y="9325"/>
                          <a:pt x="2969" y="9301"/>
                          <a:pt x="3129" y="9251"/>
                        </a:cubicBezTo>
                        <a:cubicBezTo>
                          <a:pt x="3361" y="9970"/>
                          <a:pt x="4033" y="10503"/>
                          <a:pt x="4797" y="10595"/>
                        </a:cubicBezTo>
                        <a:cubicBezTo>
                          <a:pt x="4932" y="10619"/>
                          <a:pt x="5067" y="10631"/>
                          <a:pt x="5202" y="10631"/>
                        </a:cubicBezTo>
                        <a:cubicBezTo>
                          <a:pt x="5854" y="10631"/>
                          <a:pt x="6488" y="10357"/>
                          <a:pt x="6930" y="9877"/>
                        </a:cubicBezTo>
                        <a:cubicBezTo>
                          <a:pt x="7360" y="10670"/>
                          <a:pt x="8212" y="11176"/>
                          <a:pt x="9117" y="11176"/>
                        </a:cubicBezTo>
                        <a:cubicBezTo>
                          <a:pt x="9137" y="11176"/>
                          <a:pt x="9157" y="11175"/>
                          <a:pt x="9178" y="11175"/>
                        </a:cubicBezTo>
                        <a:lnTo>
                          <a:pt x="9456" y="11175"/>
                        </a:lnTo>
                        <a:cubicBezTo>
                          <a:pt x="10499" y="11082"/>
                          <a:pt x="10985" y="10572"/>
                          <a:pt x="11194" y="10225"/>
                        </a:cubicBezTo>
                        <a:cubicBezTo>
                          <a:pt x="11588" y="10549"/>
                          <a:pt x="12074" y="10711"/>
                          <a:pt x="12584" y="10711"/>
                        </a:cubicBezTo>
                        <a:cubicBezTo>
                          <a:pt x="13001" y="10711"/>
                          <a:pt x="13419" y="10595"/>
                          <a:pt x="13766" y="10387"/>
                        </a:cubicBezTo>
                        <a:cubicBezTo>
                          <a:pt x="14299" y="10132"/>
                          <a:pt x="14716" y="9668"/>
                          <a:pt x="14925" y="9112"/>
                        </a:cubicBezTo>
                        <a:cubicBezTo>
                          <a:pt x="15110" y="9182"/>
                          <a:pt x="15319" y="9205"/>
                          <a:pt x="15504" y="9205"/>
                        </a:cubicBezTo>
                        <a:cubicBezTo>
                          <a:pt x="15533" y="9207"/>
                          <a:pt x="15561" y="9208"/>
                          <a:pt x="15590" y="9208"/>
                        </a:cubicBezTo>
                        <a:cubicBezTo>
                          <a:pt x="15843" y="9208"/>
                          <a:pt x="16107" y="9119"/>
                          <a:pt x="16316" y="8973"/>
                        </a:cubicBezTo>
                        <a:cubicBezTo>
                          <a:pt x="16964" y="8510"/>
                          <a:pt x="17335" y="8000"/>
                          <a:pt x="17428" y="7467"/>
                        </a:cubicBezTo>
                        <a:cubicBezTo>
                          <a:pt x="17497" y="6864"/>
                          <a:pt x="17312" y="6262"/>
                          <a:pt x="16918" y="5798"/>
                        </a:cubicBezTo>
                        <a:cubicBezTo>
                          <a:pt x="16756" y="5566"/>
                          <a:pt x="16570" y="5381"/>
                          <a:pt x="16362" y="5219"/>
                        </a:cubicBezTo>
                        <a:cubicBezTo>
                          <a:pt x="16779" y="4408"/>
                          <a:pt x="16594" y="3388"/>
                          <a:pt x="15898" y="2785"/>
                        </a:cubicBezTo>
                        <a:cubicBezTo>
                          <a:pt x="15596" y="2483"/>
                          <a:pt x="15186" y="2319"/>
                          <a:pt x="14756" y="2319"/>
                        </a:cubicBezTo>
                        <a:cubicBezTo>
                          <a:pt x="14659" y="2319"/>
                          <a:pt x="14560" y="2328"/>
                          <a:pt x="14461" y="2345"/>
                        </a:cubicBezTo>
                        <a:cubicBezTo>
                          <a:pt x="14392" y="1580"/>
                          <a:pt x="13952" y="885"/>
                          <a:pt x="13303" y="445"/>
                        </a:cubicBezTo>
                        <a:cubicBezTo>
                          <a:pt x="13071" y="306"/>
                          <a:pt x="12770" y="213"/>
                          <a:pt x="12492" y="213"/>
                        </a:cubicBezTo>
                        <a:cubicBezTo>
                          <a:pt x="11866" y="259"/>
                          <a:pt x="11286" y="561"/>
                          <a:pt x="10916" y="1070"/>
                        </a:cubicBezTo>
                        <a:cubicBezTo>
                          <a:pt x="10707" y="746"/>
                          <a:pt x="10244" y="259"/>
                          <a:pt x="9224" y="97"/>
                        </a:cubicBezTo>
                        <a:cubicBezTo>
                          <a:pt x="9085" y="74"/>
                          <a:pt x="8946" y="74"/>
                          <a:pt x="8830" y="74"/>
                        </a:cubicBezTo>
                        <a:cubicBezTo>
                          <a:pt x="8807" y="73"/>
                          <a:pt x="8785" y="73"/>
                          <a:pt x="8763" y="73"/>
                        </a:cubicBezTo>
                        <a:cubicBezTo>
                          <a:pt x="8118" y="73"/>
                          <a:pt x="7542" y="393"/>
                          <a:pt x="7161" y="908"/>
                        </a:cubicBezTo>
                        <a:cubicBezTo>
                          <a:pt x="6791" y="352"/>
                          <a:pt x="6165" y="28"/>
                          <a:pt x="5493" y="4"/>
                        </a:cubicBezTo>
                        <a:cubicBezTo>
                          <a:pt x="5447" y="1"/>
                          <a:pt x="5402" y="0"/>
                          <a:pt x="5358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4" name="Google Shape;1084;p52"/>
                  <p:cNvSpPr/>
                  <p:nvPr/>
                </p:nvSpPr>
                <p:spPr>
                  <a:xfrm>
                    <a:off x="-84053" y="-4576256"/>
                    <a:ext cx="57313" cy="55199"/>
                  </a:xfrm>
                  <a:custGeom>
                    <a:rect b="b" l="l" r="r" t="t"/>
                    <a:pathLst>
                      <a:path extrusionOk="0" h="1175" w="1220">
                        <a:moveTo>
                          <a:pt x="761" y="0"/>
                        </a:moveTo>
                        <a:cubicBezTo>
                          <a:pt x="746" y="0"/>
                          <a:pt x="733" y="6"/>
                          <a:pt x="719" y="20"/>
                        </a:cubicBezTo>
                        <a:cubicBezTo>
                          <a:pt x="719" y="20"/>
                          <a:pt x="1" y="947"/>
                          <a:pt x="650" y="1155"/>
                        </a:cubicBezTo>
                        <a:cubicBezTo>
                          <a:pt x="691" y="1168"/>
                          <a:pt x="728" y="1174"/>
                          <a:pt x="761" y="1174"/>
                        </a:cubicBezTo>
                        <a:cubicBezTo>
                          <a:pt x="1219" y="1174"/>
                          <a:pt x="957" y="0"/>
                          <a:pt x="76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5" name="Google Shape;1085;p52"/>
                  <p:cNvSpPr/>
                  <p:nvPr/>
                </p:nvSpPr>
                <p:spPr>
                  <a:xfrm>
                    <a:off x="-146109" y="-4466142"/>
                    <a:ext cx="57453" cy="56138"/>
                  </a:xfrm>
                  <a:custGeom>
                    <a:rect b="b" l="l" r="r" t="t"/>
                    <a:pathLst>
                      <a:path extrusionOk="0" h="1195" w="1223">
                        <a:moveTo>
                          <a:pt x="756" y="1"/>
                        </a:moveTo>
                        <a:cubicBezTo>
                          <a:pt x="743" y="1"/>
                          <a:pt x="731" y="6"/>
                          <a:pt x="719" y="16"/>
                        </a:cubicBezTo>
                        <a:cubicBezTo>
                          <a:pt x="719" y="16"/>
                          <a:pt x="1" y="943"/>
                          <a:pt x="650" y="1175"/>
                        </a:cubicBezTo>
                        <a:cubicBezTo>
                          <a:pt x="691" y="1188"/>
                          <a:pt x="728" y="1194"/>
                          <a:pt x="761" y="1194"/>
                        </a:cubicBezTo>
                        <a:cubicBezTo>
                          <a:pt x="1223" y="1194"/>
                          <a:pt x="953" y="1"/>
                          <a:pt x="75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6" name="Google Shape;1086;p52"/>
                  <p:cNvSpPr/>
                  <p:nvPr/>
                </p:nvSpPr>
                <p:spPr>
                  <a:xfrm>
                    <a:off x="-268014" y="-4441292"/>
                    <a:ext cx="58346" cy="55246"/>
                  </a:xfrm>
                  <a:custGeom>
                    <a:rect b="b" l="l" r="r" t="t"/>
                    <a:pathLst>
                      <a:path extrusionOk="0" h="1176" w="1242">
                        <a:moveTo>
                          <a:pt x="783" y="1"/>
                        </a:moveTo>
                        <a:cubicBezTo>
                          <a:pt x="769" y="1"/>
                          <a:pt x="755" y="7"/>
                          <a:pt x="742" y="20"/>
                        </a:cubicBezTo>
                        <a:cubicBezTo>
                          <a:pt x="742" y="20"/>
                          <a:pt x="0" y="924"/>
                          <a:pt x="672" y="1156"/>
                        </a:cubicBezTo>
                        <a:cubicBezTo>
                          <a:pt x="713" y="1169"/>
                          <a:pt x="750" y="1175"/>
                          <a:pt x="783" y="1175"/>
                        </a:cubicBezTo>
                        <a:cubicBezTo>
                          <a:pt x="1242" y="1175"/>
                          <a:pt x="979" y="1"/>
                          <a:pt x="783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7" name="Google Shape;1087;p52"/>
                  <p:cNvSpPr/>
                  <p:nvPr/>
                </p:nvSpPr>
                <p:spPr>
                  <a:xfrm>
                    <a:off x="-31768" y="-4469572"/>
                    <a:ext cx="58346" cy="55199"/>
                  </a:xfrm>
                  <a:custGeom>
                    <a:rect b="b" l="l" r="r" t="t"/>
                    <a:pathLst>
                      <a:path extrusionOk="0" h="1175" w="1242">
                        <a:moveTo>
                          <a:pt x="783" y="0"/>
                        </a:moveTo>
                        <a:cubicBezTo>
                          <a:pt x="769" y="0"/>
                          <a:pt x="755" y="7"/>
                          <a:pt x="742" y="20"/>
                        </a:cubicBezTo>
                        <a:cubicBezTo>
                          <a:pt x="742" y="20"/>
                          <a:pt x="0" y="947"/>
                          <a:pt x="672" y="1155"/>
                        </a:cubicBezTo>
                        <a:cubicBezTo>
                          <a:pt x="713" y="1168"/>
                          <a:pt x="750" y="1175"/>
                          <a:pt x="784" y="1175"/>
                        </a:cubicBezTo>
                        <a:cubicBezTo>
                          <a:pt x="1242" y="1175"/>
                          <a:pt x="979" y="0"/>
                          <a:pt x="783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8" name="Google Shape;1088;p52"/>
                  <p:cNvSpPr/>
                  <p:nvPr/>
                </p:nvSpPr>
                <p:spPr>
                  <a:xfrm>
                    <a:off x="56408" y="-4425836"/>
                    <a:ext cx="58299" cy="55199"/>
                  </a:xfrm>
                  <a:custGeom>
                    <a:rect b="b" l="l" r="r" t="t"/>
                    <a:pathLst>
                      <a:path extrusionOk="0" h="1175" w="1241">
                        <a:moveTo>
                          <a:pt x="779" y="0"/>
                        </a:moveTo>
                        <a:cubicBezTo>
                          <a:pt x="766" y="0"/>
                          <a:pt x="754" y="5"/>
                          <a:pt x="742" y="16"/>
                        </a:cubicBezTo>
                        <a:cubicBezTo>
                          <a:pt x="742" y="16"/>
                          <a:pt x="0" y="943"/>
                          <a:pt x="649" y="1151"/>
                        </a:cubicBezTo>
                        <a:cubicBezTo>
                          <a:pt x="696" y="1167"/>
                          <a:pt x="738" y="1175"/>
                          <a:pt x="775" y="1175"/>
                        </a:cubicBezTo>
                        <a:cubicBezTo>
                          <a:pt x="1240" y="1175"/>
                          <a:pt x="974" y="0"/>
                          <a:pt x="77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9" name="Google Shape;1089;p52"/>
                  <p:cNvSpPr/>
                  <p:nvPr/>
                </p:nvSpPr>
                <p:spPr>
                  <a:xfrm>
                    <a:off x="-222306" y="-4589128"/>
                    <a:ext cx="58534" cy="56091"/>
                  </a:xfrm>
                  <a:custGeom>
                    <a:rect b="b" l="l" r="r" t="t"/>
                    <a:pathLst>
                      <a:path extrusionOk="0" h="1194" w="1246">
                        <a:moveTo>
                          <a:pt x="779" y="0"/>
                        </a:moveTo>
                        <a:cubicBezTo>
                          <a:pt x="766" y="0"/>
                          <a:pt x="754" y="5"/>
                          <a:pt x="742" y="15"/>
                        </a:cubicBezTo>
                        <a:cubicBezTo>
                          <a:pt x="742" y="15"/>
                          <a:pt x="1" y="942"/>
                          <a:pt x="673" y="1174"/>
                        </a:cubicBezTo>
                        <a:cubicBezTo>
                          <a:pt x="714" y="1187"/>
                          <a:pt x="751" y="1194"/>
                          <a:pt x="784" y="1194"/>
                        </a:cubicBezTo>
                        <a:cubicBezTo>
                          <a:pt x="1246" y="1194"/>
                          <a:pt x="975" y="0"/>
                          <a:pt x="77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" name="Google Shape;1090;p52"/>
                  <p:cNvSpPr/>
                  <p:nvPr/>
                </p:nvSpPr>
                <p:spPr>
                  <a:xfrm>
                    <a:off x="201190" y="-4620884"/>
                    <a:ext cx="57313" cy="55199"/>
                  </a:xfrm>
                  <a:custGeom>
                    <a:rect b="b" l="l" r="r" t="t"/>
                    <a:pathLst>
                      <a:path extrusionOk="0" h="1175" w="1220">
                        <a:moveTo>
                          <a:pt x="760" y="0"/>
                        </a:moveTo>
                        <a:cubicBezTo>
                          <a:pt x="746" y="0"/>
                          <a:pt x="732" y="6"/>
                          <a:pt x="719" y="19"/>
                        </a:cubicBezTo>
                        <a:cubicBezTo>
                          <a:pt x="719" y="19"/>
                          <a:pt x="1" y="923"/>
                          <a:pt x="650" y="1155"/>
                        </a:cubicBezTo>
                        <a:cubicBezTo>
                          <a:pt x="691" y="1168"/>
                          <a:pt x="728" y="1174"/>
                          <a:pt x="761" y="1174"/>
                        </a:cubicBezTo>
                        <a:cubicBezTo>
                          <a:pt x="1219" y="1174"/>
                          <a:pt x="956" y="0"/>
                          <a:pt x="76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1" name="Google Shape;1091;p52"/>
                  <p:cNvSpPr/>
                  <p:nvPr/>
                </p:nvSpPr>
                <p:spPr>
                  <a:xfrm>
                    <a:off x="299184" y="-4669035"/>
                    <a:ext cx="58863" cy="55105"/>
                  </a:xfrm>
                  <a:custGeom>
                    <a:rect b="b" l="l" r="r" t="t"/>
                    <a:pathLst>
                      <a:path extrusionOk="0" h="1173" w="1253">
                        <a:moveTo>
                          <a:pt x="670" y="1"/>
                        </a:moveTo>
                        <a:cubicBezTo>
                          <a:pt x="654" y="1"/>
                          <a:pt x="639" y="8"/>
                          <a:pt x="626" y="25"/>
                        </a:cubicBezTo>
                        <a:cubicBezTo>
                          <a:pt x="626" y="25"/>
                          <a:pt x="1" y="1021"/>
                          <a:pt x="673" y="1160"/>
                        </a:cubicBezTo>
                        <a:cubicBezTo>
                          <a:pt x="707" y="1168"/>
                          <a:pt x="738" y="1172"/>
                          <a:pt x="766" y="1172"/>
                        </a:cubicBezTo>
                        <a:cubicBezTo>
                          <a:pt x="1253" y="1172"/>
                          <a:pt x="870" y="1"/>
                          <a:pt x="67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2" name="Google Shape;1092;p52"/>
                  <p:cNvSpPr/>
                  <p:nvPr/>
                </p:nvSpPr>
                <p:spPr>
                  <a:xfrm>
                    <a:off x="-363847" y="-4654660"/>
                    <a:ext cx="58205" cy="55386"/>
                  </a:xfrm>
                  <a:custGeom>
                    <a:rect b="b" l="l" r="r" t="t"/>
                    <a:pathLst>
                      <a:path extrusionOk="0" h="1179" w="1239">
                        <a:moveTo>
                          <a:pt x="783" y="1"/>
                        </a:moveTo>
                        <a:cubicBezTo>
                          <a:pt x="769" y="1"/>
                          <a:pt x="755" y="7"/>
                          <a:pt x="742" y="20"/>
                        </a:cubicBezTo>
                        <a:cubicBezTo>
                          <a:pt x="742" y="20"/>
                          <a:pt x="1" y="947"/>
                          <a:pt x="650" y="1156"/>
                        </a:cubicBezTo>
                        <a:cubicBezTo>
                          <a:pt x="696" y="1171"/>
                          <a:pt x="737" y="1179"/>
                          <a:pt x="774" y="1179"/>
                        </a:cubicBezTo>
                        <a:cubicBezTo>
                          <a:pt x="1238" y="1179"/>
                          <a:pt x="978" y="1"/>
                          <a:pt x="783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3" name="Google Shape;1093;p52"/>
                  <p:cNvSpPr/>
                  <p:nvPr/>
                </p:nvSpPr>
                <p:spPr>
                  <a:xfrm>
                    <a:off x="-470531" y="-4684068"/>
                    <a:ext cx="58346" cy="55246"/>
                  </a:xfrm>
                  <a:custGeom>
                    <a:rect b="b" l="l" r="r" t="t"/>
                    <a:pathLst>
                      <a:path extrusionOk="0" h="1176" w="1242">
                        <a:moveTo>
                          <a:pt x="784" y="1"/>
                        </a:moveTo>
                        <a:cubicBezTo>
                          <a:pt x="769" y="1"/>
                          <a:pt x="755" y="7"/>
                          <a:pt x="742" y="20"/>
                        </a:cubicBezTo>
                        <a:cubicBezTo>
                          <a:pt x="742" y="20"/>
                          <a:pt x="1" y="924"/>
                          <a:pt x="650" y="1156"/>
                        </a:cubicBezTo>
                        <a:cubicBezTo>
                          <a:pt x="692" y="1169"/>
                          <a:pt x="730" y="1175"/>
                          <a:pt x="765" y="1175"/>
                        </a:cubicBezTo>
                        <a:cubicBezTo>
                          <a:pt x="1241" y="1175"/>
                          <a:pt x="979" y="1"/>
                          <a:pt x="78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4" name="Google Shape;1094;p52"/>
                  <p:cNvSpPr/>
                  <p:nvPr/>
                </p:nvSpPr>
                <p:spPr>
                  <a:xfrm>
                    <a:off x="-330071" y="-4533648"/>
                    <a:ext cx="57453" cy="56138"/>
                  </a:xfrm>
                  <a:custGeom>
                    <a:rect b="b" l="l" r="r" t="t"/>
                    <a:pathLst>
                      <a:path extrusionOk="0" h="1195" w="1223">
                        <a:moveTo>
                          <a:pt x="755" y="1"/>
                        </a:moveTo>
                        <a:cubicBezTo>
                          <a:pt x="743" y="1"/>
                          <a:pt x="731" y="6"/>
                          <a:pt x="719" y="16"/>
                        </a:cubicBezTo>
                        <a:cubicBezTo>
                          <a:pt x="719" y="16"/>
                          <a:pt x="0" y="943"/>
                          <a:pt x="649" y="1175"/>
                        </a:cubicBezTo>
                        <a:cubicBezTo>
                          <a:pt x="690" y="1188"/>
                          <a:pt x="727" y="1194"/>
                          <a:pt x="760" y="1194"/>
                        </a:cubicBezTo>
                        <a:cubicBezTo>
                          <a:pt x="1222" y="1194"/>
                          <a:pt x="952" y="1"/>
                          <a:pt x="755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5" name="Google Shape;1095;p52"/>
                  <p:cNvSpPr/>
                  <p:nvPr/>
                </p:nvSpPr>
                <p:spPr>
                  <a:xfrm>
                    <a:off x="-470531" y="-4544500"/>
                    <a:ext cx="58346" cy="56279"/>
                  </a:xfrm>
                  <a:custGeom>
                    <a:rect b="b" l="l" r="r" t="t"/>
                    <a:pathLst>
                      <a:path extrusionOk="0" h="1198" w="1242">
                        <a:moveTo>
                          <a:pt x="779" y="0"/>
                        </a:moveTo>
                        <a:cubicBezTo>
                          <a:pt x="766" y="0"/>
                          <a:pt x="754" y="5"/>
                          <a:pt x="742" y="16"/>
                        </a:cubicBezTo>
                        <a:cubicBezTo>
                          <a:pt x="742" y="16"/>
                          <a:pt x="1" y="943"/>
                          <a:pt x="650" y="1174"/>
                        </a:cubicBezTo>
                        <a:cubicBezTo>
                          <a:pt x="696" y="1190"/>
                          <a:pt x="737" y="1198"/>
                          <a:pt x="774" y="1198"/>
                        </a:cubicBezTo>
                        <a:cubicBezTo>
                          <a:pt x="1242" y="1198"/>
                          <a:pt x="974" y="0"/>
                          <a:pt x="77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6" name="Google Shape;1096;p52"/>
                  <p:cNvSpPr/>
                  <p:nvPr/>
                </p:nvSpPr>
                <p:spPr>
                  <a:xfrm>
                    <a:off x="145664" y="-4490523"/>
                    <a:ext cx="61400" cy="54776"/>
                  </a:xfrm>
                  <a:custGeom>
                    <a:rect b="b" l="l" r="r" t="t"/>
                    <a:pathLst>
                      <a:path extrusionOk="0" h="1166" w="1307">
                        <a:moveTo>
                          <a:pt x="623" y="0"/>
                        </a:moveTo>
                        <a:cubicBezTo>
                          <a:pt x="607" y="0"/>
                          <a:pt x="592" y="8"/>
                          <a:pt x="580" y="25"/>
                        </a:cubicBezTo>
                        <a:cubicBezTo>
                          <a:pt x="580" y="25"/>
                          <a:pt x="1" y="1045"/>
                          <a:pt x="696" y="1161"/>
                        </a:cubicBezTo>
                        <a:cubicBezTo>
                          <a:pt x="718" y="1164"/>
                          <a:pt x="738" y="1165"/>
                          <a:pt x="757" y="1165"/>
                        </a:cubicBezTo>
                        <a:cubicBezTo>
                          <a:pt x="1307" y="1165"/>
                          <a:pt x="824" y="0"/>
                          <a:pt x="623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7" name="Google Shape;1097;p52"/>
                  <p:cNvSpPr/>
                  <p:nvPr/>
                </p:nvSpPr>
                <p:spPr>
                  <a:xfrm>
                    <a:off x="334041" y="-4537312"/>
                    <a:ext cx="60131" cy="54823"/>
                  </a:xfrm>
                  <a:custGeom>
                    <a:rect b="b" l="l" r="r" t="t"/>
                    <a:pathLst>
                      <a:path extrusionOk="0" h="1167" w="1280">
                        <a:moveTo>
                          <a:pt x="622" y="0"/>
                        </a:moveTo>
                        <a:cubicBezTo>
                          <a:pt x="606" y="0"/>
                          <a:pt x="591" y="8"/>
                          <a:pt x="580" y="25"/>
                        </a:cubicBezTo>
                        <a:cubicBezTo>
                          <a:pt x="580" y="25"/>
                          <a:pt x="0" y="1068"/>
                          <a:pt x="695" y="1160"/>
                        </a:cubicBezTo>
                        <a:cubicBezTo>
                          <a:pt x="721" y="1165"/>
                          <a:pt x="744" y="1167"/>
                          <a:pt x="766" y="1167"/>
                        </a:cubicBezTo>
                        <a:cubicBezTo>
                          <a:pt x="1279" y="1167"/>
                          <a:pt x="818" y="0"/>
                          <a:pt x="622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8" name="Google Shape;1098;p52"/>
                  <p:cNvSpPr/>
                  <p:nvPr/>
                </p:nvSpPr>
                <p:spPr>
                  <a:xfrm>
                    <a:off x="-559787" y="-4602375"/>
                    <a:ext cx="57266" cy="55386"/>
                  </a:xfrm>
                  <a:custGeom>
                    <a:rect b="b" l="l" r="r" t="t"/>
                    <a:pathLst>
                      <a:path extrusionOk="0" h="1179" w="1219">
                        <a:moveTo>
                          <a:pt x="763" y="0"/>
                        </a:moveTo>
                        <a:cubicBezTo>
                          <a:pt x="748" y="0"/>
                          <a:pt x="733" y="6"/>
                          <a:pt x="719" y="19"/>
                        </a:cubicBezTo>
                        <a:cubicBezTo>
                          <a:pt x="719" y="19"/>
                          <a:pt x="0" y="946"/>
                          <a:pt x="649" y="1155"/>
                        </a:cubicBezTo>
                        <a:cubicBezTo>
                          <a:pt x="694" y="1171"/>
                          <a:pt x="734" y="1178"/>
                          <a:pt x="769" y="1178"/>
                        </a:cubicBezTo>
                        <a:cubicBezTo>
                          <a:pt x="1219" y="1178"/>
                          <a:pt x="973" y="0"/>
                          <a:pt x="763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9" name="Google Shape;1099;p52"/>
                  <p:cNvSpPr/>
                  <p:nvPr/>
                </p:nvSpPr>
                <p:spPr>
                  <a:xfrm>
                    <a:off x="-631662" y="-4494423"/>
                    <a:ext cx="58346" cy="55199"/>
                  </a:xfrm>
                  <a:custGeom>
                    <a:rect b="b" l="l" r="r" t="t"/>
                    <a:pathLst>
                      <a:path extrusionOk="0" h="1175" w="1242">
                        <a:moveTo>
                          <a:pt x="779" y="0"/>
                        </a:moveTo>
                        <a:cubicBezTo>
                          <a:pt x="767" y="0"/>
                          <a:pt x="754" y="5"/>
                          <a:pt x="742" y="16"/>
                        </a:cubicBezTo>
                        <a:cubicBezTo>
                          <a:pt x="742" y="16"/>
                          <a:pt x="1" y="943"/>
                          <a:pt x="673" y="1151"/>
                        </a:cubicBezTo>
                        <a:cubicBezTo>
                          <a:pt x="718" y="1167"/>
                          <a:pt x="758" y="1175"/>
                          <a:pt x="794" y="1175"/>
                        </a:cubicBezTo>
                        <a:cubicBezTo>
                          <a:pt x="1242" y="1175"/>
                          <a:pt x="974" y="0"/>
                          <a:pt x="77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0" name="Google Shape;1100;p52"/>
                  <p:cNvSpPr/>
                  <p:nvPr/>
                </p:nvSpPr>
                <p:spPr>
                  <a:xfrm>
                    <a:off x="57488" y="-4578464"/>
                    <a:ext cx="57313" cy="55246"/>
                  </a:xfrm>
                  <a:custGeom>
                    <a:rect b="b" l="l" r="r" t="t"/>
                    <a:pathLst>
                      <a:path extrusionOk="0" h="1176" w="1220">
                        <a:moveTo>
                          <a:pt x="760" y="1"/>
                        </a:moveTo>
                        <a:cubicBezTo>
                          <a:pt x="746" y="1"/>
                          <a:pt x="732" y="7"/>
                          <a:pt x="719" y="20"/>
                        </a:cubicBezTo>
                        <a:cubicBezTo>
                          <a:pt x="719" y="20"/>
                          <a:pt x="1" y="947"/>
                          <a:pt x="650" y="1156"/>
                        </a:cubicBezTo>
                        <a:cubicBezTo>
                          <a:pt x="691" y="1169"/>
                          <a:pt x="728" y="1175"/>
                          <a:pt x="761" y="1175"/>
                        </a:cubicBezTo>
                        <a:cubicBezTo>
                          <a:pt x="1219" y="1175"/>
                          <a:pt x="956" y="1"/>
                          <a:pt x="76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rgbClr val="000000">
                        <a:alpha val="50196"/>
                      </a:srgb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01" name="Google Shape;1101;p52"/>
                <p:cNvSpPr/>
                <p:nvPr/>
              </p:nvSpPr>
              <p:spPr>
                <a:xfrm>
                  <a:off x="3256575" y="4181675"/>
                  <a:ext cx="1075525" cy="379800"/>
                </a:xfrm>
                <a:custGeom>
                  <a:rect b="b" l="l" r="r" t="t"/>
                  <a:pathLst>
                    <a:path extrusionOk="0" h="15192" w="43021">
                      <a:moveTo>
                        <a:pt x="39158" y="434"/>
                      </a:moveTo>
                      <a:lnTo>
                        <a:pt x="40938" y="1736"/>
                      </a:lnTo>
                      <a:lnTo>
                        <a:pt x="41589" y="3950"/>
                      </a:lnTo>
                      <a:lnTo>
                        <a:pt x="40547" y="4819"/>
                      </a:lnTo>
                      <a:lnTo>
                        <a:pt x="41762" y="6077"/>
                      </a:lnTo>
                      <a:lnTo>
                        <a:pt x="43021" y="7901"/>
                      </a:lnTo>
                      <a:lnTo>
                        <a:pt x="42674" y="10028"/>
                      </a:lnTo>
                      <a:lnTo>
                        <a:pt x="40764" y="9941"/>
                      </a:lnTo>
                      <a:lnTo>
                        <a:pt x="39201" y="9160"/>
                      </a:lnTo>
                      <a:lnTo>
                        <a:pt x="38159" y="7640"/>
                      </a:lnTo>
                      <a:lnTo>
                        <a:pt x="36996" y="8872"/>
                      </a:lnTo>
                      <a:lnTo>
                        <a:pt x="36317" y="10178"/>
                      </a:lnTo>
                      <a:lnTo>
                        <a:pt x="35899" y="11170"/>
                      </a:lnTo>
                      <a:lnTo>
                        <a:pt x="36160" y="9290"/>
                      </a:lnTo>
                      <a:lnTo>
                        <a:pt x="35794" y="10021"/>
                      </a:lnTo>
                      <a:lnTo>
                        <a:pt x="35429" y="10804"/>
                      </a:lnTo>
                      <a:lnTo>
                        <a:pt x="35115" y="11275"/>
                      </a:lnTo>
                      <a:lnTo>
                        <a:pt x="35120" y="11591"/>
                      </a:lnTo>
                      <a:lnTo>
                        <a:pt x="32646" y="12025"/>
                      </a:lnTo>
                      <a:lnTo>
                        <a:pt x="31734" y="13067"/>
                      </a:lnTo>
                      <a:lnTo>
                        <a:pt x="30909" y="14543"/>
                      </a:lnTo>
                      <a:lnTo>
                        <a:pt x="29043" y="14630"/>
                      </a:lnTo>
                      <a:lnTo>
                        <a:pt x="27123" y="14148"/>
                      </a:lnTo>
                      <a:lnTo>
                        <a:pt x="24877" y="13782"/>
                      </a:lnTo>
                      <a:lnTo>
                        <a:pt x="24041" y="13521"/>
                      </a:lnTo>
                      <a:lnTo>
                        <a:pt x="22474" y="13207"/>
                      </a:lnTo>
                      <a:lnTo>
                        <a:pt x="21221" y="13782"/>
                      </a:lnTo>
                      <a:lnTo>
                        <a:pt x="20855" y="15192"/>
                      </a:lnTo>
                      <a:lnTo>
                        <a:pt x="17452" y="14239"/>
                      </a:lnTo>
                      <a:lnTo>
                        <a:pt x="14977" y="13588"/>
                      </a:lnTo>
                      <a:lnTo>
                        <a:pt x="13855" y="11640"/>
                      </a:lnTo>
                      <a:lnTo>
                        <a:pt x="12654" y="10387"/>
                      </a:lnTo>
                      <a:lnTo>
                        <a:pt x="11661" y="9708"/>
                      </a:lnTo>
                      <a:lnTo>
                        <a:pt x="9572" y="10282"/>
                      </a:lnTo>
                      <a:lnTo>
                        <a:pt x="7771" y="9724"/>
                      </a:lnTo>
                      <a:lnTo>
                        <a:pt x="6177" y="10857"/>
                      </a:lnTo>
                      <a:lnTo>
                        <a:pt x="4975" y="10909"/>
                      </a:lnTo>
                      <a:lnTo>
                        <a:pt x="3950" y="11026"/>
                      </a:lnTo>
                      <a:lnTo>
                        <a:pt x="2257" y="12416"/>
                      </a:lnTo>
                      <a:lnTo>
                        <a:pt x="304" y="11287"/>
                      </a:lnTo>
                      <a:lnTo>
                        <a:pt x="0" y="8943"/>
                      </a:lnTo>
                      <a:lnTo>
                        <a:pt x="2778" y="7293"/>
                      </a:lnTo>
                      <a:lnTo>
                        <a:pt x="2822" y="5122"/>
                      </a:lnTo>
                      <a:lnTo>
                        <a:pt x="4081" y="3646"/>
                      </a:lnTo>
                      <a:lnTo>
                        <a:pt x="6208" y="3212"/>
                      </a:lnTo>
                      <a:lnTo>
                        <a:pt x="6946" y="1736"/>
                      </a:lnTo>
                      <a:lnTo>
                        <a:pt x="8378" y="0"/>
                      </a:lnTo>
                      <a:lnTo>
                        <a:pt x="11200" y="17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</p:sp>
            <p:sp>
              <p:nvSpPr>
                <p:cNvPr id="1102" name="Google Shape;1102;p52"/>
                <p:cNvSpPr/>
                <p:nvPr/>
              </p:nvSpPr>
              <p:spPr>
                <a:xfrm>
                  <a:off x="3111991" y="4429602"/>
                  <a:ext cx="1443666" cy="807120"/>
                </a:xfrm>
                <a:custGeom>
                  <a:rect b="b" l="l" r="r" t="t"/>
                  <a:pathLst>
                    <a:path extrusionOk="0" h="17181" w="30731">
                      <a:moveTo>
                        <a:pt x="23042" y="1"/>
                      </a:moveTo>
                      <a:cubicBezTo>
                        <a:pt x="22964" y="1"/>
                        <a:pt x="22942" y="427"/>
                        <a:pt x="22921" y="773"/>
                      </a:cubicBezTo>
                      <a:cubicBezTo>
                        <a:pt x="22828" y="819"/>
                        <a:pt x="22735" y="865"/>
                        <a:pt x="22642" y="912"/>
                      </a:cubicBezTo>
                      <a:cubicBezTo>
                        <a:pt x="20997" y="1468"/>
                        <a:pt x="19607" y="2627"/>
                        <a:pt x="18772" y="4156"/>
                      </a:cubicBezTo>
                      <a:cubicBezTo>
                        <a:pt x="17845" y="3438"/>
                        <a:pt x="16733" y="3044"/>
                        <a:pt x="15574" y="3044"/>
                      </a:cubicBezTo>
                      <a:cubicBezTo>
                        <a:pt x="15505" y="2743"/>
                        <a:pt x="15389" y="2441"/>
                        <a:pt x="15250" y="2163"/>
                      </a:cubicBezTo>
                      <a:cubicBezTo>
                        <a:pt x="15244" y="2156"/>
                        <a:pt x="15238" y="2153"/>
                        <a:pt x="15232" y="2153"/>
                      </a:cubicBezTo>
                      <a:cubicBezTo>
                        <a:pt x="15155" y="2153"/>
                        <a:pt x="15009" y="2634"/>
                        <a:pt x="14902" y="2998"/>
                      </a:cubicBezTo>
                      <a:cubicBezTo>
                        <a:pt x="14809" y="3021"/>
                        <a:pt x="14717" y="3044"/>
                        <a:pt x="14624" y="3090"/>
                      </a:cubicBezTo>
                      <a:cubicBezTo>
                        <a:pt x="13766" y="3183"/>
                        <a:pt x="12932" y="3415"/>
                        <a:pt x="12144" y="3762"/>
                      </a:cubicBezTo>
                      <a:cubicBezTo>
                        <a:pt x="11611" y="2557"/>
                        <a:pt x="10591" y="1653"/>
                        <a:pt x="9317" y="1259"/>
                      </a:cubicBezTo>
                      <a:cubicBezTo>
                        <a:pt x="9317" y="981"/>
                        <a:pt x="9317" y="703"/>
                        <a:pt x="9270" y="425"/>
                      </a:cubicBezTo>
                      <a:cubicBezTo>
                        <a:pt x="9267" y="419"/>
                        <a:pt x="9261" y="417"/>
                        <a:pt x="9255" y="417"/>
                      </a:cubicBezTo>
                      <a:cubicBezTo>
                        <a:pt x="9186" y="417"/>
                        <a:pt x="8975" y="753"/>
                        <a:pt x="8784" y="1051"/>
                      </a:cubicBezTo>
                      <a:cubicBezTo>
                        <a:pt x="8737" y="1039"/>
                        <a:pt x="8691" y="1033"/>
                        <a:pt x="8642" y="1033"/>
                      </a:cubicBezTo>
                      <a:cubicBezTo>
                        <a:pt x="8593" y="1033"/>
                        <a:pt x="8540" y="1039"/>
                        <a:pt x="8482" y="1051"/>
                      </a:cubicBezTo>
                      <a:cubicBezTo>
                        <a:pt x="8050" y="976"/>
                        <a:pt x="7633" y="942"/>
                        <a:pt x="7232" y="942"/>
                      </a:cubicBezTo>
                      <a:cubicBezTo>
                        <a:pt x="2538" y="942"/>
                        <a:pt x="0" y="5663"/>
                        <a:pt x="0" y="5663"/>
                      </a:cubicBezTo>
                      <a:cubicBezTo>
                        <a:pt x="222" y="5598"/>
                        <a:pt x="427" y="5570"/>
                        <a:pt x="615" y="5570"/>
                      </a:cubicBezTo>
                      <a:cubicBezTo>
                        <a:pt x="2055" y="5570"/>
                        <a:pt x="2526" y="7239"/>
                        <a:pt x="2526" y="7239"/>
                      </a:cubicBezTo>
                      <a:cubicBezTo>
                        <a:pt x="2717" y="7098"/>
                        <a:pt x="2926" y="7041"/>
                        <a:pt x="3140" y="7041"/>
                      </a:cubicBezTo>
                      <a:cubicBezTo>
                        <a:pt x="3913" y="7041"/>
                        <a:pt x="4747" y="7785"/>
                        <a:pt x="4983" y="8003"/>
                      </a:cubicBezTo>
                      <a:lnTo>
                        <a:pt x="4983" y="8050"/>
                      </a:lnTo>
                      <a:cubicBezTo>
                        <a:pt x="4960" y="8073"/>
                        <a:pt x="4983" y="8119"/>
                        <a:pt x="5029" y="8142"/>
                      </a:cubicBezTo>
                      <a:lnTo>
                        <a:pt x="5053" y="8142"/>
                      </a:lnTo>
                      <a:cubicBezTo>
                        <a:pt x="5099" y="8142"/>
                        <a:pt x="5122" y="8119"/>
                        <a:pt x="5122" y="8096"/>
                      </a:cubicBezTo>
                      <a:cubicBezTo>
                        <a:pt x="5122" y="8096"/>
                        <a:pt x="5122" y="8050"/>
                        <a:pt x="5145" y="8027"/>
                      </a:cubicBezTo>
                      <a:cubicBezTo>
                        <a:pt x="5255" y="7983"/>
                        <a:pt x="5373" y="7963"/>
                        <a:pt x="5495" y="7963"/>
                      </a:cubicBezTo>
                      <a:cubicBezTo>
                        <a:pt x="5887" y="7963"/>
                        <a:pt x="6321" y="8162"/>
                        <a:pt x="6675" y="8374"/>
                      </a:cubicBezTo>
                      <a:cubicBezTo>
                        <a:pt x="6420" y="9301"/>
                        <a:pt x="6095" y="10275"/>
                        <a:pt x="5840" y="11016"/>
                      </a:cubicBezTo>
                      <a:lnTo>
                        <a:pt x="5678" y="10970"/>
                      </a:lnTo>
                      <a:cubicBezTo>
                        <a:pt x="5677" y="10968"/>
                        <a:pt x="5675" y="10967"/>
                        <a:pt x="5673" y="10967"/>
                      </a:cubicBezTo>
                      <a:cubicBezTo>
                        <a:pt x="5596" y="10967"/>
                        <a:pt x="5330" y="12246"/>
                        <a:pt x="4934" y="12246"/>
                      </a:cubicBezTo>
                      <a:cubicBezTo>
                        <a:pt x="4927" y="12246"/>
                        <a:pt x="4920" y="12245"/>
                        <a:pt x="4913" y="12244"/>
                      </a:cubicBezTo>
                      <a:cubicBezTo>
                        <a:pt x="4496" y="12175"/>
                        <a:pt x="4821" y="11433"/>
                        <a:pt x="4890" y="11294"/>
                      </a:cubicBezTo>
                      <a:cubicBezTo>
                        <a:pt x="4937" y="11155"/>
                        <a:pt x="4890" y="11062"/>
                        <a:pt x="4659" y="11039"/>
                      </a:cubicBezTo>
                      <a:cubicBezTo>
                        <a:pt x="4657" y="11039"/>
                        <a:pt x="4655" y="11039"/>
                        <a:pt x="4653" y="11039"/>
                      </a:cubicBezTo>
                      <a:cubicBezTo>
                        <a:pt x="4437" y="11039"/>
                        <a:pt x="3648" y="12433"/>
                        <a:pt x="4821" y="12777"/>
                      </a:cubicBezTo>
                      <a:cubicBezTo>
                        <a:pt x="4871" y="12792"/>
                        <a:pt x="4920" y="12798"/>
                        <a:pt x="4967" y="12798"/>
                      </a:cubicBezTo>
                      <a:cubicBezTo>
                        <a:pt x="5693" y="12798"/>
                        <a:pt x="6140" y="11244"/>
                        <a:pt x="6119" y="11178"/>
                      </a:cubicBezTo>
                      <a:cubicBezTo>
                        <a:pt x="6072" y="11132"/>
                        <a:pt x="6026" y="11109"/>
                        <a:pt x="5980" y="11086"/>
                      </a:cubicBezTo>
                      <a:cubicBezTo>
                        <a:pt x="6281" y="10298"/>
                        <a:pt x="6582" y="9301"/>
                        <a:pt x="6814" y="8490"/>
                      </a:cubicBezTo>
                      <a:cubicBezTo>
                        <a:pt x="7046" y="8629"/>
                        <a:pt x="7231" y="8791"/>
                        <a:pt x="7440" y="8977"/>
                      </a:cubicBezTo>
                      <a:cubicBezTo>
                        <a:pt x="7161" y="9602"/>
                        <a:pt x="6930" y="10251"/>
                        <a:pt x="6767" y="10923"/>
                      </a:cubicBezTo>
                      <a:cubicBezTo>
                        <a:pt x="7203" y="10649"/>
                        <a:pt x="7608" y="10542"/>
                        <a:pt x="7975" y="10542"/>
                      </a:cubicBezTo>
                      <a:cubicBezTo>
                        <a:pt x="9248" y="10542"/>
                        <a:pt x="10058" y="11827"/>
                        <a:pt x="10058" y="11827"/>
                      </a:cubicBezTo>
                      <a:cubicBezTo>
                        <a:pt x="10337" y="11474"/>
                        <a:pt x="10742" y="11354"/>
                        <a:pt x="11165" y="11354"/>
                      </a:cubicBezTo>
                      <a:cubicBezTo>
                        <a:pt x="11936" y="11354"/>
                        <a:pt x="12770" y="11754"/>
                        <a:pt x="13025" y="11874"/>
                      </a:cubicBezTo>
                      <a:lnTo>
                        <a:pt x="13025" y="11920"/>
                      </a:lnTo>
                      <a:cubicBezTo>
                        <a:pt x="13025" y="11966"/>
                        <a:pt x="13048" y="11989"/>
                        <a:pt x="13094" y="12013"/>
                      </a:cubicBezTo>
                      <a:cubicBezTo>
                        <a:pt x="13141" y="12013"/>
                        <a:pt x="13164" y="11966"/>
                        <a:pt x="13164" y="11920"/>
                      </a:cubicBezTo>
                      <a:cubicBezTo>
                        <a:pt x="13164" y="11897"/>
                        <a:pt x="13164" y="11874"/>
                        <a:pt x="13164" y="11850"/>
                      </a:cubicBezTo>
                      <a:cubicBezTo>
                        <a:pt x="13384" y="11665"/>
                        <a:pt x="13679" y="11596"/>
                        <a:pt x="14001" y="11596"/>
                      </a:cubicBezTo>
                      <a:cubicBezTo>
                        <a:pt x="14323" y="11596"/>
                        <a:pt x="14670" y="11665"/>
                        <a:pt x="14995" y="11758"/>
                      </a:cubicBezTo>
                      <a:cubicBezTo>
                        <a:pt x="14995" y="12847"/>
                        <a:pt x="14995" y="14006"/>
                        <a:pt x="14902" y="14933"/>
                      </a:cubicBezTo>
                      <a:lnTo>
                        <a:pt x="14717" y="14910"/>
                      </a:lnTo>
                      <a:cubicBezTo>
                        <a:pt x="14715" y="14909"/>
                        <a:pt x="14714" y="14909"/>
                        <a:pt x="14713" y="14909"/>
                      </a:cubicBezTo>
                      <a:cubicBezTo>
                        <a:pt x="14628" y="14909"/>
                        <a:pt x="14756" y="16486"/>
                        <a:pt x="14276" y="16555"/>
                      </a:cubicBezTo>
                      <a:cubicBezTo>
                        <a:pt x="14260" y="16557"/>
                        <a:pt x="14244" y="16559"/>
                        <a:pt x="14229" y="16559"/>
                      </a:cubicBezTo>
                      <a:cubicBezTo>
                        <a:pt x="13821" y="16559"/>
                        <a:pt x="13929" y="15669"/>
                        <a:pt x="13952" y="15535"/>
                      </a:cubicBezTo>
                      <a:cubicBezTo>
                        <a:pt x="13952" y="15390"/>
                        <a:pt x="13896" y="15300"/>
                        <a:pt x="13700" y="15300"/>
                      </a:cubicBezTo>
                      <a:cubicBezTo>
                        <a:pt x="13677" y="15300"/>
                        <a:pt x="13653" y="15301"/>
                        <a:pt x="13627" y="15304"/>
                      </a:cubicBezTo>
                      <a:cubicBezTo>
                        <a:pt x="13372" y="15350"/>
                        <a:pt x="12932" y="17181"/>
                        <a:pt x="14346" y="17181"/>
                      </a:cubicBezTo>
                      <a:cubicBezTo>
                        <a:pt x="15319" y="17181"/>
                        <a:pt x="15296" y="15072"/>
                        <a:pt x="15273" y="15002"/>
                      </a:cubicBezTo>
                      <a:cubicBezTo>
                        <a:pt x="15203" y="14979"/>
                        <a:pt x="15134" y="14956"/>
                        <a:pt x="15064" y="14956"/>
                      </a:cubicBezTo>
                      <a:cubicBezTo>
                        <a:pt x="15134" y="13983"/>
                        <a:pt x="15157" y="12777"/>
                        <a:pt x="15157" y="11804"/>
                      </a:cubicBezTo>
                      <a:cubicBezTo>
                        <a:pt x="15458" y="11897"/>
                        <a:pt x="15783" y="12013"/>
                        <a:pt x="16084" y="12152"/>
                      </a:cubicBezTo>
                      <a:cubicBezTo>
                        <a:pt x="16551" y="11433"/>
                        <a:pt x="17063" y="11199"/>
                        <a:pt x="17530" y="11199"/>
                      </a:cubicBezTo>
                      <a:cubicBezTo>
                        <a:pt x="18224" y="11199"/>
                        <a:pt x="18820" y="11712"/>
                        <a:pt x="19027" y="11920"/>
                      </a:cubicBezTo>
                      <a:cubicBezTo>
                        <a:pt x="19027" y="11920"/>
                        <a:pt x="19027" y="11943"/>
                        <a:pt x="19027" y="11966"/>
                      </a:cubicBezTo>
                      <a:cubicBezTo>
                        <a:pt x="19027" y="12013"/>
                        <a:pt x="19050" y="12059"/>
                        <a:pt x="19097" y="12059"/>
                      </a:cubicBezTo>
                      <a:cubicBezTo>
                        <a:pt x="19143" y="12059"/>
                        <a:pt x="19166" y="12036"/>
                        <a:pt x="19166" y="11989"/>
                      </a:cubicBezTo>
                      <a:lnTo>
                        <a:pt x="19166" y="11920"/>
                      </a:lnTo>
                      <a:cubicBezTo>
                        <a:pt x="19705" y="11506"/>
                        <a:pt x="20563" y="11411"/>
                        <a:pt x="21237" y="11411"/>
                      </a:cubicBezTo>
                      <a:cubicBezTo>
                        <a:pt x="21809" y="11411"/>
                        <a:pt x="22249" y="11480"/>
                        <a:pt x="22249" y="11480"/>
                      </a:cubicBezTo>
                      <a:cubicBezTo>
                        <a:pt x="22109" y="10483"/>
                        <a:pt x="21878" y="9510"/>
                        <a:pt x="21576" y="8583"/>
                      </a:cubicBezTo>
                      <a:cubicBezTo>
                        <a:pt x="21650" y="8579"/>
                        <a:pt x="21724" y="8577"/>
                        <a:pt x="21798" y="8577"/>
                      </a:cubicBezTo>
                      <a:cubicBezTo>
                        <a:pt x="22171" y="8577"/>
                        <a:pt x="22554" y="8625"/>
                        <a:pt x="22921" y="8722"/>
                      </a:cubicBezTo>
                      <a:lnTo>
                        <a:pt x="22921" y="8768"/>
                      </a:lnTo>
                      <a:cubicBezTo>
                        <a:pt x="22921" y="8791"/>
                        <a:pt x="22944" y="8838"/>
                        <a:pt x="22990" y="8838"/>
                      </a:cubicBezTo>
                      <a:cubicBezTo>
                        <a:pt x="23036" y="8814"/>
                        <a:pt x="23060" y="8791"/>
                        <a:pt x="23060" y="8745"/>
                      </a:cubicBezTo>
                      <a:lnTo>
                        <a:pt x="23060" y="8675"/>
                      </a:lnTo>
                      <a:cubicBezTo>
                        <a:pt x="23309" y="8350"/>
                        <a:pt x="23796" y="8246"/>
                        <a:pt x="24271" y="8246"/>
                      </a:cubicBezTo>
                      <a:cubicBezTo>
                        <a:pt x="24371" y="8246"/>
                        <a:pt x="24470" y="8250"/>
                        <a:pt x="24566" y="8258"/>
                      </a:cubicBezTo>
                      <a:cubicBezTo>
                        <a:pt x="24775" y="9185"/>
                        <a:pt x="24983" y="10182"/>
                        <a:pt x="25099" y="10970"/>
                      </a:cubicBezTo>
                      <a:lnTo>
                        <a:pt x="24937" y="10993"/>
                      </a:lnTo>
                      <a:cubicBezTo>
                        <a:pt x="24936" y="10993"/>
                        <a:pt x="24935" y="10993"/>
                        <a:pt x="24935" y="10993"/>
                      </a:cubicBezTo>
                      <a:cubicBezTo>
                        <a:pt x="24851" y="10993"/>
                        <a:pt x="25258" y="12338"/>
                        <a:pt x="24867" y="12476"/>
                      </a:cubicBezTo>
                      <a:cubicBezTo>
                        <a:pt x="24836" y="12487"/>
                        <a:pt x="24808" y="12492"/>
                        <a:pt x="24780" y="12492"/>
                      </a:cubicBezTo>
                      <a:cubicBezTo>
                        <a:pt x="24463" y="12492"/>
                        <a:pt x="24402" y="11793"/>
                        <a:pt x="24381" y="11665"/>
                      </a:cubicBezTo>
                      <a:cubicBezTo>
                        <a:pt x="24381" y="11570"/>
                        <a:pt x="24337" y="11507"/>
                        <a:pt x="24242" y="11507"/>
                      </a:cubicBezTo>
                      <a:cubicBezTo>
                        <a:pt x="24199" y="11507"/>
                        <a:pt x="24145" y="11520"/>
                        <a:pt x="24079" y="11549"/>
                      </a:cubicBezTo>
                      <a:cubicBezTo>
                        <a:pt x="23888" y="11613"/>
                        <a:pt x="23853" y="13022"/>
                        <a:pt x="24761" y="13022"/>
                      </a:cubicBezTo>
                      <a:cubicBezTo>
                        <a:pt x="24842" y="13022"/>
                        <a:pt x="24932" y="13011"/>
                        <a:pt x="25030" y="12986"/>
                      </a:cubicBezTo>
                      <a:cubicBezTo>
                        <a:pt x="25864" y="12801"/>
                        <a:pt x="25470" y="11016"/>
                        <a:pt x="25424" y="10970"/>
                      </a:cubicBezTo>
                      <a:cubicBezTo>
                        <a:pt x="25389" y="10958"/>
                        <a:pt x="25360" y="10952"/>
                        <a:pt x="25331" y="10952"/>
                      </a:cubicBezTo>
                      <a:cubicBezTo>
                        <a:pt x="25302" y="10952"/>
                        <a:pt x="25273" y="10958"/>
                        <a:pt x="25238" y="10970"/>
                      </a:cubicBezTo>
                      <a:cubicBezTo>
                        <a:pt x="25122" y="10112"/>
                        <a:pt x="24914" y="9093"/>
                        <a:pt x="24728" y="8258"/>
                      </a:cubicBezTo>
                      <a:lnTo>
                        <a:pt x="24728" y="8258"/>
                      </a:lnTo>
                      <a:cubicBezTo>
                        <a:pt x="25030" y="8305"/>
                        <a:pt x="25308" y="8328"/>
                        <a:pt x="25586" y="8397"/>
                      </a:cubicBezTo>
                      <a:cubicBezTo>
                        <a:pt x="25912" y="7523"/>
                        <a:pt x="26438" y="7276"/>
                        <a:pt x="26927" y="7276"/>
                      </a:cubicBezTo>
                      <a:cubicBezTo>
                        <a:pt x="27410" y="7276"/>
                        <a:pt x="27858" y="7517"/>
                        <a:pt x="28042" y="7633"/>
                      </a:cubicBezTo>
                      <a:lnTo>
                        <a:pt x="28042" y="7702"/>
                      </a:lnTo>
                      <a:cubicBezTo>
                        <a:pt x="28042" y="7725"/>
                        <a:pt x="28065" y="7772"/>
                        <a:pt x="28112" y="7772"/>
                      </a:cubicBezTo>
                      <a:cubicBezTo>
                        <a:pt x="28158" y="7748"/>
                        <a:pt x="28181" y="7725"/>
                        <a:pt x="28181" y="7679"/>
                      </a:cubicBezTo>
                      <a:lnTo>
                        <a:pt x="28181" y="7609"/>
                      </a:lnTo>
                      <a:cubicBezTo>
                        <a:pt x="28923" y="6752"/>
                        <a:pt x="30731" y="6659"/>
                        <a:pt x="30731" y="6659"/>
                      </a:cubicBezTo>
                      <a:cubicBezTo>
                        <a:pt x="30731" y="6659"/>
                        <a:pt x="28706" y="587"/>
                        <a:pt x="24431" y="587"/>
                      </a:cubicBezTo>
                      <a:cubicBezTo>
                        <a:pt x="24132" y="587"/>
                        <a:pt x="23821" y="616"/>
                        <a:pt x="23500" y="680"/>
                      </a:cubicBezTo>
                      <a:cubicBezTo>
                        <a:pt x="23361" y="448"/>
                        <a:pt x="23222" y="217"/>
                        <a:pt x="23060" y="8"/>
                      </a:cubicBezTo>
                      <a:cubicBezTo>
                        <a:pt x="23053" y="3"/>
                        <a:pt x="23047" y="1"/>
                        <a:pt x="2304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03" name="Google Shape;1103;p52"/>
              <p:cNvGrpSpPr/>
              <p:nvPr/>
            </p:nvGrpSpPr>
            <p:grpSpPr>
              <a:xfrm>
                <a:off x="3111991" y="3736271"/>
                <a:ext cx="1443666" cy="1500451"/>
                <a:chOff x="3111991" y="3736271"/>
                <a:chExt cx="1443666" cy="1500451"/>
              </a:xfrm>
            </p:grpSpPr>
            <p:grpSp>
              <p:nvGrpSpPr>
                <p:cNvPr id="1104" name="Google Shape;1104;p52"/>
                <p:cNvGrpSpPr/>
                <p:nvPr/>
              </p:nvGrpSpPr>
              <p:grpSpPr>
                <a:xfrm>
                  <a:off x="3275401" y="3736271"/>
                  <a:ext cx="1025834" cy="784092"/>
                  <a:chOff x="-631662" y="-5154729"/>
                  <a:chExt cx="1025834" cy="784092"/>
                </a:xfrm>
              </p:grpSpPr>
              <p:sp>
                <p:nvSpPr>
                  <p:cNvPr id="1105" name="Google Shape;1105;p52"/>
                  <p:cNvSpPr/>
                  <p:nvPr/>
                </p:nvSpPr>
                <p:spPr>
                  <a:xfrm>
                    <a:off x="-473773" y="-5154729"/>
                    <a:ext cx="822012" cy="525021"/>
                  </a:xfrm>
                  <a:custGeom>
                    <a:rect b="b" l="l" r="r" t="t"/>
                    <a:pathLst>
                      <a:path extrusionOk="0" h="11176" w="17498">
                        <a:moveTo>
                          <a:pt x="5358" y="0"/>
                        </a:moveTo>
                        <a:cubicBezTo>
                          <a:pt x="3980" y="0"/>
                          <a:pt x="3518" y="1372"/>
                          <a:pt x="3361" y="2113"/>
                        </a:cubicBezTo>
                        <a:cubicBezTo>
                          <a:pt x="3106" y="1882"/>
                          <a:pt x="2758" y="1766"/>
                          <a:pt x="2434" y="1766"/>
                        </a:cubicBezTo>
                        <a:cubicBezTo>
                          <a:pt x="1877" y="1766"/>
                          <a:pt x="1298" y="2067"/>
                          <a:pt x="719" y="2693"/>
                        </a:cubicBezTo>
                        <a:cubicBezTo>
                          <a:pt x="232" y="3133"/>
                          <a:pt x="0" y="3782"/>
                          <a:pt x="70" y="4431"/>
                        </a:cubicBezTo>
                        <a:cubicBezTo>
                          <a:pt x="162" y="5010"/>
                          <a:pt x="510" y="5520"/>
                          <a:pt x="997" y="5844"/>
                        </a:cubicBezTo>
                        <a:cubicBezTo>
                          <a:pt x="556" y="6354"/>
                          <a:pt x="394" y="7003"/>
                          <a:pt x="510" y="7652"/>
                        </a:cubicBezTo>
                        <a:cubicBezTo>
                          <a:pt x="626" y="8139"/>
                          <a:pt x="974" y="8811"/>
                          <a:pt x="1993" y="9205"/>
                        </a:cubicBezTo>
                        <a:cubicBezTo>
                          <a:pt x="2191" y="9284"/>
                          <a:pt x="2410" y="9325"/>
                          <a:pt x="2631" y="9325"/>
                        </a:cubicBezTo>
                        <a:cubicBezTo>
                          <a:pt x="2800" y="9325"/>
                          <a:pt x="2969" y="9301"/>
                          <a:pt x="3129" y="9251"/>
                        </a:cubicBezTo>
                        <a:cubicBezTo>
                          <a:pt x="3361" y="9970"/>
                          <a:pt x="4033" y="10503"/>
                          <a:pt x="4797" y="10595"/>
                        </a:cubicBezTo>
                        <a:cubicBezTo>
                          <a:pt x="4932" y="10619"/>
                          <a:pt x="5067" y="10631"/>
                          <a:pt x="5202" y="10631"/>
                        </a:cubicBezTo>
                        <a:cubicBezTo>
                          <a:pt x="5854" y="10631"/>
                          <a:pt x="6488" y="10357"/>
                          <a:pt x="6930" y="9877"/>
                        </a:cubicBezTo>
                        <a:cubicBezTo>
                          <a:pt x="7360" y="10670"/>
                          <a:pt x="8212" y="11176"/>
                          <a:pt x="9117" y="11176"/>
                        </a:cubicBezTo>
                        <a:cubicBezTo>
                          <a:pt x="9137" y="11176"/>
                          <a:pt x="9157" y="11175"/>
                          <a:pt x="9178" y="11175"/>
                        </a:cubicBezTo>
                        <a:lnTo>
                          <a:pt x="9456" y="11175"/>
                        </a:lnTo>
                        <a:cubicBezTo>
                          <a:pt x="10499" y="11082"/>
                          <a:pt x="10985" y="10572"/>
                          <a:pt x="11194" y="10225"/>
                        </a:cubicBezTo>
                        <a:cubicBezTo>
                          <a:pt x="11588" y="10549"/>
                          <a:pt x="12074" y="10711"/>
                          <a:pt x="12584" y="10711"/>
                        </a:cubicBezTo>
                        <a:cubicBezTo>
                          <a:pt x="13001" y="10711"/>
                          <a:pt x="13419" y="10595"/>
                          <a:pt x="13766" y="10387"/>
                        </a:cubicBezTo>
                        <a:cubicBezTo>
                          <a:pt x="14299" y="10132"/>
                          <a:pt x="14716" y="9668"/>
                          <a:pt x="14925" y="9112"/>
                        </a:cubicBezTo>
                        <a:cubicBezTo>
                          <a:pt x="15110" y="9182"/>
                          <a:pt x="15319" y="9205"/>
                          <a:pt x="15504" y="9205"/>
                        </a:cubicBezTo>
                        <a:cubicBezTo>
                          <a:pt x="15533" y="9207"/>
                          <a:pt x="15561" y="9208"/>
                          <a:pt x="15590" y="9208"/>
                        </a:cubicBezTo>
                        <a:cubicBezTo>
                          <a:pt x="15843" y="9208"/>
                          <a:pt x="16107" y="9119"/>
                          <a:pt x="16316" y="8973"/>
                        </a:cubicBezTo>
                        <a:cubicBezTo>
                          <a:pt x="16964" y="8510"/>
                          <a:pt x="17335" y="8000"/>
                          <a:pt x="17428" y="7467"/>
                        </a:cubicBezTo>
                        <a:cubicBezTo>
                          <a:pt x="17497" y="6864"/>
                          <a:pt x="17312" y="6262"/>
                          <a:pt x="16918" y="5798"/>
                        </a:cubicBezTo>
                        <a:cubicBezTo>
                          <a:pt x="16756" y="5566"/>
                          <a:pt x="16570" y="5381"/>
                          <a:pt x="16362" y="5219"/>
                        </a:cubicBezTo>
                        <a:cubicBezTo>
                          <a:pt x="16779" y="4408"/>
                          <a:pt x="16594" y="3388"/>
                          <a:pt x="15898" y="2785"/>
                        </a:cubicBezTo>
                        <a:cubicBezTo>
                          <a:pt x="15596" y="2483"/>
                          <a:pt x="15186" y="2319"/>
                          <a:pt x="14756" y="2319"/>
                        </a:cubicBezTo>
                        <a:cubicBezTo>
                          <a:pt x="14659" y="2319"/>
                          <a:pt x="14560" y="2328"/>
                          <a:pt x="14461" y="2345"/>
                        </a:cubicBezTo>
                        <a:cubicBezTo>
                          <a:pt x="14392" y="1580"/>
                          <a:pt x="13952" y="885"/>
                          <a:pt x="13303" y="445"/>
                        </a:cubicBezTo>
                        <a:cubicBezTo>
                          <a:pt x="13071" y="306"/>
                          <a:pt x="12770" y="213"/>
                          <a:pt x="12492" y="213"/>
                        </a:cubicBezTo>
                        <a:cubicBezTo>
                          <a:pt x="11866" y="259"/>
                          <a:pt x="11286" y="561"/>
                          <a:pt x="10916" y="1070"/>
                        </a:cubicBezTo>
                        <a:cubicBezTo>
                          <a:pt x="10707" y="746"/>
                          <a:pt x="10244" y="259"/>
                          <a:pt x="9224" y="97"/>
                        </a:cubicBezTo>
                        <a:cubicBezTo>
                          <a:pt x="9085" y="74"/>
                          <a:pt x="8946" y="74"/>
                          <a:pt x="8830" y="74"/>
                        </a:cubicBezTo>
                        <a:cubicBezTo>
                          <a:pt x="8807" y="73"/>
                          <a:pt x="8785" y="73"/>
                          <a:pt x="8763" y="73"/>
                        </a:cubicBezTo>
                        <a:cubicBezTo>
                          <a:pt x="8118" y="73"/>
                          <a:pt x="7542" y="393"/>
                          <a:pt x="7161" y="908"/>
                        </a:cubicBezTo>
                        <a:cubicBezTo>
                          <a:pt x="6791" y="352"/>
                          <a:pt x="6165" y="28"/>
                          <a:pt x="5493" y="4"/>
                        </a:cubicBezTo>
                        <a:cubicBezTo>
                          <a:pt x="5447" y="1"/>
                          <a:pt x="5402" y="0"/>
                          <a:pt x="5358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6" name="Google Shape;1106;p52"/>
                  <p:cNvSpPr/>
                  <p:nvPr/>
                </p:nvSpPr>
                <p:spPr>
                  <a:xfrm>
                    <a:off x="-84053" y="-4576256"/>
                    <a:ext cx="57313" cy="55199"/>
                  </a:xfrm>
                  <a:custGeom>
                    <a:rect b="b" l="l" r="r" t="t"/>
                    <a:pathLst>
                      <a:path extrusionOk="0" h="1175" w="1220">
                        <a:moveTo>
                          <a:pt x="761" y="0"/>
                        </a:moveTo>
                        <a:cubicBezTo>
                          <a:pt x="746" y="0"/>
                          <a:pt x="733" y="6"/>
                          <a:pt x="719" y="20"/>
                        </a:cubicBezTo>
                        <a:cubicBezTo>
                          <a:pt x="719" y="20"/>
                          <a:pt x="1" y="947"/>
                          <a:pt x="650" y="1155"/>
                        </a:cubicBezTo>
                        <a:cubicBezTo>
                          <a:pt x="691" y="1168"/>
                          <a:pt x="728" y="1174"/>
                          <a:pt x="761" y="1174"/>
                        </a:cubicBezTo>
                        <a:cubicBezTo>
                          <a:pt x="1219" y="1174"/>
                          <a:pt x="957" y="0"/>
                          <a:pt x="76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7" name="Google Shape;1107;p52"/>
                  <p:cNvSpPr/>
                  <p:nvPr/>
                </p:nvSpPr>
                <p:spPr>
                  <a:xfrm>
                    <a:off x="-146109" y="-4466142"/>
                    <a:ext cx="57453" cy="56138"/>
                  </a:xfrm>
                  <a:custGeom>
                    <a:rect b="b" l="l" r="r" t="t"/>
                    <a:pathLst>
                      <a:path extrusionOk="0" h="1195" w="1223">
                        <a:moveTo>
                          <a:pt x="756" y="1"/>
                        </a:moveTo>
                        <a:cubicBezTo>
                          <a:pt x="743" y="1"/>
                          <a:pt x="731" y="6"/>
                          <a:pt x="719" y="16"/>
                        </a:cubicBezTo>
                        <a:cubicBezTo>
                          <a:pt x="719" y="16"/>
                          <a:pt x="1" y="943"/>
                          <a:pt x="650" y="1175"/>
                        </a:cubicBezTo>
                        <a:cubicBezTo>
                          <a:pt x="691" y="1188"/>
                          <a:pt x="728" y="1194"/>
                          <a:pt x="761" y="1194"/>
                        </a:cubicBezTo>
                        <a:cubicBezTo>
                          <a:pt x="1223" y="1194"/>
                          <a:pt x="953" y="1"/>
                          <a:pt x="75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8" name="Google Shape;1108;p52"/>
                  <p:cNvSpPr/>
                  <p:nvPr/>
                </p:nvSpPr>
                <p:spPr>
                  <a:xfrm>
                    <a:off x="-268014" y="-4441292"/>
                    <a:ext cx="58346" cy="55246"/>
                  </a:xfrm>
                  <a:custGeom>
                    <a:rect b="b" l="l" r="r" t="t"/>
                    <a:pathLst>
                      <a:path extrusionOk="0" h="1176" w="1242">
                        <a:moveTo>
                          <a:pt x="783" y="1"/>
                        </a:moveTo>
                        <a:cubicBezTo>
                          <a:pt x="769" y="1"/>
                          <a:pt x="755" y="7"/>
                          <a:pt x="742" y="20"/>
                        </a:cubicBezTo>
                        <a:cubicBezTo>
                          <a:pt x="742" y="20"/>
                          <a:pt x="0" y="924"/>
                          <a:pt x="672" y="1156"/>
                        </a:cubicBezTo>
                        <a:cubicBezTo>
                          <a:pt x="713" y="1169"/>
                          <a:pt x="750" y="1175"/>
                          <a:pt x="783" y="1175"/>
                        </a:cubicBezTo>
                        <a:cubicBezTo>
                          <a:pt x="1242" y="1175"/>
                          <a:pt x="979" y="1"/>
                          <a:pt x="783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9" name="Google Shape;1109;p52"/>
                  <p:cNvSpPr/>
                  <p:nvPr/>
                </p:nvSpPr>
                <p:spPr>
                  <a:xfrm>
                    <a:off x="-31768" y="-4469572"/>
                    <a:ext cx="58346" cy="55199"/>
                  </a:xfrm>
                  <a:custGeom>
                    <a:rect b="b" l="l" r="r" t="t"/>
                    <a:pathLst>
                      <a:path extrusionOk="0" h="1175" w="1242">
                        <a:moveTo>
                          <a:pt x="783" y="0"/>
                        </a:moveTo>
                        <a:cubicBezTo>
                          <a:pt x="769" y="0"/>
                          <a:pt x="755" y="7"/>
                          <a:pt x="742" y="20"/>
                        </a:cubicBezTo>
                        <a:cubicBezTo>
                          <a:pt x="742" y="20"/>
                          <a:pt x="0" y="947"/>
                          <a:pt x="672" y="1155"/>
                        </a:cubicBezTo>
                        <a:cubicBezTo>
                          <a:pt x="713" y="1168"/>
                          <a:pt x="750" y="1175"/>
                          <a:pt x="784" y="1175"/>
                        </a:cubicBezTo>
                        <a:cubicBezTo>
                          <a:pt x="1242" y="1175"/>
                          <a:pt x="979" y="0"/>
                          <a:pt x="783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0" name="Google Shape;1110;p52"/>
                  <p:cNvSpPr/>
                  <p:nvPr/>
                </p:nvSpPr>
                <p:spPr>
                  <a:xfrm>
                    <a:off x="56408" y="-4425836"/>
                    <a:ext cx="58299" cy="55199"/>
                  </a:xfrm>
                  <a:custGeom>
                    <a:rect b="b" l="l" r="r" t="t"/>
                    <a:pathLst>
                      <a:path extrusionOk="0" h="1175" w="1241">
                        <a:moveTo>
                          <a:pt x="779" y="0"/>
                        </a:moveTo>
                        <a:cubicBezTo>
                          <a:pt x="766" y="0"/>
                          <a:pt x="754" y="5"/>
                          <a:pt x="742" y="16"/>
                        </a:cubicBezTo>
                        <a:cubicBezTo>
                          <a:pt x="742" y="16"/>
                          <a:pt x="0" y="943"/>
                          <a:pt x="649" y="1151"/>
                        </a:cubicBezTo>
                        <a:cubicBezTo>
                          <a:pt x="696" y="1167"/>
                          <a:pt x="738" y="1175"/>
                          <a:pt x="775" y="1175"/>
                        </a:cubicBezTo>
                        <a:cubicBezTo>
                          <a:pt x="1240" y="1175"/>
                          <a:pt x="974" y="0"/>
                          <a:pt x="77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1" name="Google Shape;1111;p52"/>
                  <p:cNvSpPr/>
                  <p:nvPr/>
                </p:nvSpPr>
                <p:spPr>
                  <a:xfrm>
                    <a:off x="-222306" y="-4589128"/>
                    <a:ext cx="58534" cy="56091"/>
                  </a:xfrm>
                  <a:custGeom>
                    <a:rect b="b" l="l" r="r" t="t"/>
                    <a:pathLst>
                      <a:path extrusionOk="0" h="1194" w="1246">
                        <a:moveTo>
                          <a:pt x="779" y="0"/>
                        </a:moveTo>
                        <a:cubicBezTo>
                          <a:pt x="766" y="0"/>
                          <a:pt x="754" y="5"/>
                          <a:pt x="742" y="15"/>
                        </a:cubicBezTo>
                        <a:cubicBezTo>
                          <a:pt x="742" y="15"/>
                          <a:pt x="1" y="942"/>
                          <a:pt x="673" y="1174"/>
                        </a:cubicBezTo>
                        <a:cubicBezTo>
                          <a:pt x="714" y="1187"/>
                          <a:pt x="751" y="1194"/>
                          <a:pt x="784" y="1194"/>
                        </a:cubicBezTo>
                        <a:cubicBezTo>
                          <a:pt x="1246" y="1194"/>
                          <a:pt x="975" y="0"/>
                          <a:pt x="77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2" name="Google Shape;1112;p52"/>
                  <p:cNvSpPr/>
                  <p:nvPr/>
                </p:nvSpPr>
                <p:spPr>
                  <a:xfrm>
                    <a:off x="201190" y="-4620884"/>
                    <a:ext cx="57313" cy="55199"/>
                  </a:xfrm>
                  <a:custGeom>
                    <a:rect b="b" l="l" r="r" t="t"/>
                    <a:pathLst>
                      <a:path extrusionOk="0" h="1175" w="1220">
                        <a:moveTo>
                          <a:pt x="760" y="0"/>
                        </a:moveTo>
                        <a:cubicBezTo>
                          <a:pt x="746" y="0"/>
                          <a:pt x="732" y="6"/>
                          <a:pt x="719" y="19"/>
                        </a:cubicBezTo>
                        <a:cubicBezTo>
                          <a:pt x="719" y="19"/>
                          <a:pt x="1" y="923"/>
                          <a:pt x="650" y="1155"/>
                        </a:cubicBezTo>
                        <a:cubicBezTo>
                          <a:pt x="691" y="1168"/>
                          <a:pt x="728" y="1174"/>
                          <a:pt x="761" y="1174"/>
                        </a:cubicBezTo>
                        <a:cubicBezTo>
                          <a:pt x="1219" y="1174"/>
                          <a:pt x="956" y="0"/>
                          <a:pt x="76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3" name="Google Shape;1113;p52"/>
                  <p:cNvSpPr/>
                  <p:nvPr/>
                </p:nvSpPr>
                <p:spPr>
                  <a:xfrm>
                    <a:off x="299184" y="-4669035"/>
                    <a:ext cx="58863" cy="55105"/>
                  </a:xfrm>
                  <a:custGeom>
                    <a:rect b="b" l="l" r="r" t="t"/>
                    <a:pathLst>
                      <a:path extrusionOk="0" h="1173" w="1253">
                        <a:moveTo>
                          <a:pt x="670" y="1"/>
                        </a:moveTo>
                        <a:cubicBezTo>
                          <a:pt x="654" y="1"/>
                          <a:pt x="639" y="8"/>
                          <a:pt x="626" y="25"/>
                        </a:cubicBezTo>
                        <a:cubicBezTo>
                          <a:pt x="626" y="25"/>
                          <a:pt x="1" y="1021"/>
                          <a:pt x="673" y="1160"/>
                        </a:cubicBezTo>
                        <a:cubicBezTo>
                          <a:pt x="707" y="1168"/>
                          <a:pt x="738" y="1172"/>
                          <a:pt x="766" y="1172"/>
                        </a:cubicBezTo>
                        <a:cubicBezTo>
                          <a:pt x="1253" y="1172"/>
                          <a:pt x="870" y="1"/>
                          <a:pt x="67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4" name="Google Shape;1114;p52"/>
                  <p:cNvSpPr/>
                  <p:nvPr/>
                </p:nvSpPr>
                <p:spPr>
                  <a:xfrm>
                    <a:off x="-363847" y="-4654660"/>
                    <a:ext cx="58205" cy="55386"/>
                  </a:xfrm>
                  <a:custGeom>
                    <a:rect b="b" l="l" r="r" t="t"/>
                    <a:pathLst>
                      <a:path extrusionOk="0" h="1179" w="1239">
                        <a:moveTo>
                          <a:pt x="783" y="1"/>
                        </a:moveTo>
                        <a:cubicBezTo>
                          <a:pt x="769" y="1"/>
                          <a:pt x="755" y="7"/>
                          <a:pt x="742" y="20"/>
                        </a:cubicBezTo>
                        <a:cubicBezTo>
                          <a:pt x="742" y="20"/>
                          <a:pt x="1" y="947"/>
                          <a:pt x="650" y="1156"/>
                        </a:cubicBezTo>
                        <a:cubicBezTo>
                          <a:pt x="696" y="1171"/>
                          <a:pt x="737" y="1179"/>
                          <a:pt x="774" y="1179"/>
                        </a:cubicBezTo>
                        <a:cubicBezTo>
                          <a:pt x="1238" y="1179"/>
                          <a:pt x="978" y="1"/>
                          <a:pt x="783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5" name="Google Shape;1115;p52"/>
                  <p:cNvSpPr/>
                  <p:nvPr/>
                </p:nvSpPr>
                <p:spPr>
                  <a:xfrm>
                    <a:off x="-470531" y="-4684068"/>
                    <a:ext cx="58346" cy="55246"/>
                  </a:xfrm>
                  <a:custGeom>
                    <a:rect b="b" l="l" r="r" t="t"/>
                    <a:pathLst>
                      <a:path extrusionOk="0" h="1176" w="1242">
                        <a:moveTo>
                          <a:pt x="784" y="1"/>
                        </a:moveTo>
                        <a:cubicBezTo>
                          <a:pt x="769" y="1"/>
                          <a:pt x="755" y="7"/>
                          <a:pt x="742" y="20"/>
                        </a:cubicBezTo>
                        <a:cubicBezTo>
                          <a:pt x="742" y="20"/>
                          <a:pt x="1" y="924"/>
                          <a:pt x="650" y="1156"/>
                        </a:cubicBezTo>
                        <a:cubicBezTo>
                          <a:pt x="692" y="1169"/>
                          <a:pt x="730" y="1175"/>
                          <a:pt x="765" y="1175"/>
                        </a:cubicBezTo>
                        <a:cubicBezTo>
                          <a:pt x="1241" y="1175"/>
                          <a:pt x="979" y="1"/>
                          <a:pt x="78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6" name="Google Shape;1116;p52"/>
                  <p:cNvSpPr/>
                  <p:nvPr/>
                </p:nvSpPr>
                <p:spPr>
                  <a:xfrm>
                    <a:off x="-330071" y="-4533648"/>
                    <a:ext cx="57453" cy="56138"/>
                  </a:xfrm>
                  <a:custGeom>
                    <a:rect b="b" l="l" r="r" t="t"/>
                    <a:pathLst>
                      <a:path extrusionOk="0" h="1195" w="1223">
                        <a:moveTo>
                          <a:pt x="755" y="1"/>
                        </a:moveTo>
                        <a:cubicBezTo>
                          <a:pt x="743" y="1"/>
                          <a:pt x="731" y="6"/>
                          <a:pt x="719" y="16"/>
                        </a:cubicBezTo>
                        <a:cubicBezTo>
                          <a:pt x="719" y="16"/>
                          <a:pt x="0" y="943"/>
                          <a:pt x="649" y="1175"/>
                        </a:cubicBezTo>
                        <a:cubicBezTo>
                          <a:pt x="690" y="1188"/>
                          <a:pt x="727" y="1194"/>
                          <a:pt x="760" y="1194"/>
                        </a:cubicBezTo>
                        <a:cubicBezTo>
                          <a:pt x="1222" y="1194"/>
                          <a:pt x="952" y="1"/>
                          <a:pt x="755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7" name="Google Shape;1117;p52"/>
                  <p:cNvSpPr/>
                  <p:nvPr/>
                </p:nvSpPr>
                <p:spPr>
                  <a:xfrm>
                    <a:off x="-470531" y="-4544500"/>
                    <a:ext cx="58346" cy="56279"/>
                  </a:xfrm>
                  <a:custGeom>
                    <a:rect b="b" l="l" r="r" t="t"/>
                    <a:pathLst>
                      <a:path extrusionOk="0" h="1198" w="1242">
                        <a:moveTo>
                          <a:pt x="779" y="0"/>
                        </a:moveTo>
                        <a:cubicBezTo>
                          <a:pt x="766" y="0"/>
                          <a:pt x="754" y="5"/>
                          <a:pt x="742" y="16"/>
                        </a:cubicBezTo>
                        <a:cubicBezTo>
                          <a:pt x="742" y="16"/>
                          <a:pt x="1" y="943"/>
                          <a:pt x="650" y="1174"/>
                        </a:cubicBezTo>
                        <a:cubicBezTo>
                          <a:pt x="696" y="1190"/>
                          <a:pt x="737" y="1198"/>
                          <a:pt x="774" y="1198"/>
                        </a:cubicBezTo>
                        <a:cubicBezTo>
                          <a:pt x="1242" y="1198"/>
                          <a:pt x="974" y="0"/>
                          <a:pt x="77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8" name="Google Shape;1118;p52"/>
                  <p:cNvSpPr/>
                  <p:nvPr/>
                </p:nvSpPr>
                <p:spPr>
                  <a:xfrm>
                    <a:off x="145664" y="-4490523"/>
                    <a:ext cx="61400" cy="54776"/>
                  </a:xfrm>
                  <a:custGeom>
                    <a:rect b="b" l="l" r="r" t="t"/>
                    <a:pathLst>
                      <a:path extrusionOk="0" h="1166" w="1307">
                        <a:moveTo>
                          <a:pt x="623" y="0"/>
                        </a:moveTo>
                        <a:cubicBezTo>
                          <a:pt x="607" y="0"/>
                          <a:pt x="592" y="8"/>
                          <a:pt x="580" y="25"/>
                        </a:cubicBezTo>
                        <a:cubicBezTo>
                          <a:pt x="580" y="25"/>
                          <a:pt x="1" y="1045"/>
                          <a:pt x="696" y="1161"/>
                        </a:cubicBezTo>
                        <a:cubicBezTo>
                          <a:pt x="718" y="1164"/>
                          <a:pt x="738" y="1165"/>
                          <a:pt x="757" y="1165"/>
                        </a:cubicBezTo>
                        <a:cubicBezTo>
                          <a:pt x="1307" y="1165"/>
                          <a:pt x="824" y="0"/>
                          <a:pt x="623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9" name="Google Shape;1119;p52"/>
                  <p:cNvSpPr/>
                  <p:nvPr/>
                </p:nvSpPr>
                <p:spPr>
                  <a:xfrm>
                    <a:off x="334041" y="-4537312"/>
                    <a:ext cx="60131" cy="54823"/>
                  </a:xfrm>
                  <a:custGeom>
                    <a:rect b="b" l="l" r="r" t="t"/>
                    <a:pathLst>
                      <a:path extrusionOk="0" h="1167" w="1280">
                        <a:moveTo>
                          <a:pt x="622" y="0"/>
                        </a:moveTo>
                        <a:cubicBezTo>
                          <a:pt x="606" y="0"/>
                          <a:pt x="591" y="8"/>
                          <a:pt x="580" y="25"/>
                        </a:cubicBezTo>
                        <a:cubicBezTo>
                          <a:pt x="580" y="25"/>
                          <a:pt x="0" y="1068"/>
                          <a:pt x="695" y="1160"/>
                        </a:cubicBezTo>
                        <a:cubicBezTo>
                          <a:pt x="721" y="1165"/>
                          <a:pt x="744" y="1167"/>
                          <a:pt x="766" y="1167"/>
                        </a:cubicBezTo>
                        <a:cubicBezTo>
                          <a:pt x="1279" y="1167"/>
                          <a:pt x="818" y="0"/>
                          <a:pt x="622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0" name="Google Shape;1120;p52"/>
                  <p:cNvSpPr/>
                  <p:nvPr/>
                </p:nvSpPr>
                <p:spPr>
                  <a:xfrm>
                    <a:off x="-559787" y="-4602375"/>
                    <a:ext cx="57266" cy="55386"/>
                  </a:xfrm>
                  <a:custGeom>
                    <a:rect b="b" l="l" r="r" t="t"/>
                    <a:pathLst>
                      <a:path extrusionOk="0" h="1179" w="1219">
                        <a:moveTo>
                          <a:pt x="763" y="0"/>
                        </a:moveTo>
                        <a:cubicBezTo>
                          <a:pt x="748" y="0"/>
                          <a:pt x="733" y="6"/>
                          <a:pt x="719" y="19"/>
                        </a:cubicBezTo>
                        <a:cubicBezTo>
                          <a:pt x="719" y="19"/>
                          <a:pt x="0" y="946"/>
                          <a:pt x="649" y="1155"/>
                        </a:cubicBezTo>
                        <a:cubicBezTo>
                          <a:pt x="694" y="1171"/>
                          <a:pt x="734" y="1178"/>
                          <a:pt x="769" y="1178"/>
                        </a:cubicBezTo>
                        <a:cubicBezTo>
                          <a:pt x="1219" y="1178"/>
                          <a:pt x="973" y="0"/>
                          <a:pt x="763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1" name="Google Shape;1121;p52"/>
                  <p:cNvSpPr/>
                  <p:nvPr/>
                </p:nvSpPr>
                <p:spPr>
                  <a:xfrm>
                    <a:off x="-631662" y="-4494423"/>
                    <a:ext cx="58346" cy="55199"/>
                  </a:xfrm>
                  <a:custGeom>
                    <a:rect b="b" l="l" r="r" t="t"/>
                    <a:pathLst>
                      <a:path extrusionOk="0" h="1175" w="1242">
                        <a:moveTo>
                          <a:pt x="779" y="0"/>
                        </a:moveTo>
                        <a:cubicBezTo>
                          <a:pt x="767" y="0"/>
                          <a:pt x="754" y="5"/>
                          <a:pt x="742" y="16"/>
                        </a:cubicBezTo>
                        <a:cubicBezTo>
                          <a:pt x="742" y="16"/>
                          <a:pt x="1" y="943"/>
                          <a:pt x="673" y="1151"/>
                        </a:cubicBezTo>
                        <a:cubicBezTo>
                          <a:pt x="718" y="1167"/>
                          <a:pt x="758" y="1175"/>
                          <a:pt x="794" y="1175"/>
                        </a:cubicBezTo>
                        <a:cubicBezTo>
                          <a:pt x="1242" y="1175"/>
                          <a:pt x="974" y="0"/>
                          <a:pt x="77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2" name="Google Shape;1122;p52"/>
                  <p:cNvSpPr/>
                  <p:nvPr/>
                </p:nvSpPr>
                <p:spPr>
                  <a:xfrm>
                    <a:off x="57488" y="-4578464"/>
                    <a:ext cx="57313" cy="55246"/>
                  </a:xfrm>
                  <a:custGeom>
                    <a:rect b="b" l="l" r="r" t="t"/>
                    <a:pathLst>
                      <a:path extrusionOk="0" h="1176" w="1220">
                        <a:moveTo>
                          <a:pt x="760" y="1"/>
                        </a:moveTo>
                        <a:cubicBezTo>
                          <a:pt x="746" y="1"/>
                          <a:pt x="732" y="7"/>
                          <a:pt x="719" y="20"/>
                        </a:cubicBezTo>
                        <a:cubicBezTo>
                          <a:pt x="719" y="20"/>
                          <a:pt x="1" y="947"/>
                          <a:pt x="650" y="1156"/>
                        </a:cubicBezTo>
                        <a:cubicBezTo>
                          <a:pt x="691" y="1169"/>
                          <a:pt x="728" y="1175"/>
                          <a:pt x="761" y="1175"/>
                        </a:cubicBezTo>
                        <a:cubicBezTo>
                          <a:pt x="1219" y="1175"/>
                          <a:pt x="956" y="1"/>
                          <a:pt x="76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cap="flat" cmpd="sng" w="114300">
                    <a:solidFill>
                      <a:schemeClr val="dk2"/>
                    </a:solidFill>
                    <a:prstDash val="solid"/>
                    <a:miter lim="231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23" name="Google Shape;1123;p52"/>
                <p:cNvSpPr/>
                <p:nvPr/>
              </p:nvSpPr>
              <p:spPr>
                <a:xfrm>
                  <a:off x="3256575" y="4181675"/>
                  <a:ext cx="1075525" cy="379800"/>
                </a:xfrm>
                <a:custGeom>
                  <a:rect b="b" l="l" r="r" t="t"/>
                  <a:pathLst>
                    <a:path extrusionOk="0" h="15192" w="43021">
                      <a:moveTo>
                        <a:pt x="39158" y="434"/>
                      </a:moveTo>
                      <a:lnTo>
                        <a:pt x="40938" y="1736"/>
                      </a:lnTo>
                      <a:lnTo>
                        <a:pt x="41589" y="3950"/>
                      </a:lnTo>
                      <a:lnTo>
                        <a:pt x="40547" y="4819"/>
                      </a:lnTo>
                      <a:lnTo>
                        <a:pt x="41762" y="6077"/>
                      </a:lnTo>
                      <a:lnTo>
                        <a:pt x="43021" y="7901"/>
                      </a:lnTo>
                      <a:lnTo>
                        <a:pt x="42674" y="10028"/>
                      </a:lnTo>
                      <a:lnTo>
                        <a:pt x="40764" y="9941"/>
                      </a:lnTo>
                      <a:lnTo>
                        <a:pt x="39201" y="9160"/>
                      </a:lnTo>
                      <a:lnTo>
                        <a:pt x="38159" y="7640"/>
                      </a:lnTo>
                      <a:lnTo>
                        <a:pt x="36996" y="8872"/>
                      </a:lnTo>
                      <a:lnTo>
                        <a:pt x="36317" y="10178"/>
                      </a:lnTo>
                      <a:lnTo>
                        <a:pt x="35899" y="11170"/>
                      </a:lnTo>
                      <a:lnTo>
                        <a:pt x="36160" y="9290"/>
                      </a:lnTo>
                      <a:lnTo>
                        <a:pt x="35794" y="10021"/>
                      </a:lnTo>
                      <a:lnTo>
                        <a:pt x="35429" y="10804"/>
                      </a:lnTo>
                      <a:lnTo>
                        <a:pt x="35115" y="11275"/>
                      </a:lnTo>
                      <a:lnTo>
                        <a:pt x="35120" y="11591"/>
                      </a:lnTo>
                      <a:lnTo>
                        <a:pt x="32646" y="12025"/>
                      </a:lnTo>
                      <a:lnTo>
                        <a:pt x="31734" y="13067"/>
                      </a:lnTo>
                      <a:lnTo>
                        <a:pt x="30909" y="14543"/>
                      </a:lnTo>
                      <a:lnTo>
                        <a:pt x="29043" y="14630"/>
                      </a:lnTo>
                      <a:lnTo>
                        <a:pt x="27123" y="14148"/>
                      </a:lnTo>
                      <a:lnTo>
                        <a:pt x="24877" y="13782"/>
                      </a:lnTo>
                      <a:lnTo>
                        <a:pt x="24041" y="13521"/>
                      </a:lnTo>
                      <a:lnTo>
                        <a:pt x="22474" y="13207"/>
                      </a:lnTo>
                      <a:lnTo>
                        <a:pt x="21221" y="13782"/>
                      </a:lnTo>
                      <a:lnTo>
                        <a:pt x="20855" y="15192"/>
                      </a:lnTo>
                      <a:lnTo>
                        <a:pt x="17452" y="14239"/>
                      </a:lnTo>
                      <a:lnTo>
                        <a:pt x="14977" y="13588"/>
                      </a:lnTo>
                      <a:lnTo>
                        <a:pt x="13855" y="11640"/>
                      </a:lnTo>
                      <a:lnTo>
                        <a:pt x="12654" y="10387"/>
                      </a:lnTo>
                      <a:lnTo>
                        <a:pt x="11661" y="9708"/>
                      </a:lnTo>
                      <a:lnTo>
                        <a:pt x="9572" y="10282"/>
                      </a:lnTo>
                      <a:lnTo>
                        <a:pt x="7771" y="9724"/>
                      </a:lnTo>
                      <a:lnTo>
                        <a:pt x="6177" y="10857"/>
                      </a:lnTo>
                      <a:lnTo>
                        <a:pt x="4975" y="10909"/>
                      </a:lnTo>
                      <a:lnTo>
                        <a:pt x="3950" y="11026"/>
                      </a:lnTo>
                      <a:lnTo>
                        <a:pt x="2257" y="12416"/>
                      </a:lnTo>
                      <a:lnTo>
                        <a:pt x="304" y="11287"/>
                      </a:lnTo>
                      <a:lnTo>
                        <a:pt x="0" y="8943"/>
                      </a:lnTo>
                      <a:lnTo>
                        <a:pt x="2778" y="7293"/>
                      </a:lnTo>
                      <a:lnTo>
                        <a:pt x="2822" y="5122"/>
                      </a:lnTo>
                      <a:lnTo>
                        <a:pt x="4081" y="3646"/>
                      </a:lnTo>
                      <a:lnTo>
                        <a:pt x="6208" y="3212"/>
                      </a:lnTo>
                      <a:lnTo>
                        <a:pt x="6946" y="1736"/>
                      </a:lnTo>
                      <a:lnTo>
                        <a:pt x="8378" y="0"/>
                      </a:lnTo>
                      <a:lnTo>
                        <a:pt x="11200" y="17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</p:sp>
            <p:sp>
              <p:nvSpPr>
                <p:cNvPr id="1124" name="Google Shape;1124;p52"/>
                <p:cNvSpPr/>
                <p:nvPr/>
              </p:nvSpPr>
              <p:spPr>
                <a:xfrm>
                  <a:off x="3111991" y="4429602"/>
                  <a:ext cx="1443666" cy="807120"/>
                </a:xfrm>
                <a:custGeom>
                  <a:rect b="b" l="l" r="r" t="t"/>
                  <a:pathLst>
                    <a:path extrusionOk="0" h="17181" w="30731">
                      <a:moveTo>
                        <a:pt x="23042" y="1"/>
                      </a:moveTo>
                      <a:cubicBezTo>
                        <a:pt x="22964" y="1"/>
                        <a:pt x="22942" y="427"/>
                        <a:pt x="22921" y="773"/>
                      </a:cubicBezTo>
                      <a:cubicBezTo>
                        <a:pt x="22828" y="819"/>
                        <a:pt x="22735" y="865"/>
                        <a:pt x="22642" y="912"/>
                      </a:cubicBezTo>
                      <a:cubicBezTo>
                        <a:pt x="20997" y="1468"/>
                        <a:pt x="19607" y="2627"/>
                        <a:pt x="18772" y="4156"/>
                      </a:cubicBezTo>
                      <a:cubicBezTo>
                        <a:pt x="17845" y="3438"/>
                        <a:pt x="16733" y="3044"/>
                        <a:pt x="15574" y="3044"/>
                      </a:cubicBezTo>
                      <a:cubicBezTo>
                        <a:pt x="15505" y="2743"/>
                        <a:pt x="15389" y="2441"/>
                        <a:pt x="15250" y="2163"/>
                      </a:cubicBezTo>
                      <a:cubicBezTo>
                        <a:pt x="15244" y="2156"/>
                        <a:pt x="15238" y="2153"/>
                        <a:pt x="15232" y="2153"/>
                      </a:cubicBezTo>
                      <a:cubicBezTo>
                        <a:pt x="15155" y="2153"/>
                        <a:pt x="15009" y="2634"/>
                        <a:pt x="14902" y="2998"/>
                      </a:cubicBezTo>
                      <a:cubicBezTo>
                        <a:pt x="14809" y="3021"/>
                        <a:pt x="14717" y="3044"/>
                        <a:pt x="14624" y="3090"/>
                      </a:cubicBezTo>
                      <a:cubicBezTo>
                        <a:pt x="13766" y="3183"/>
                        <a:pt x="12932" y="3415"/>
                        <a:pt x="12144" y="3762"/>
                      </a:cubicBezTo>
                      <a:cubicBezTo>
                        <a:pt x="11611" y="2557"/>
                        <a:pt x="10591" y="1653"/>
                        <a:pt x="9317" y="1259"/>
                      </a:cubicBezTo>
                      <a:cubicBezTo>
                        <a:pt x="9317" y="981"/>
                        <a:pt x="9317" y="703"/>
                        <a:pt x="9270" y="425"/>
                      </a:cubicBezTo>
                      <a:cubicBezTo>
                        <a:pt x="9267" y="419"/>
                        <a:pt x="9261" y="417"/>
                        <a:pt x="9255" y="417"/>
                      </a:cubicBezTo>
                      <a:cubicBezTo>
                        <a:pt x="9186" y="417"/>
                        <a:pt x="8975" y="753"/>
                        <a:pt x="8784" y="1051"/>
                      </a:cubicBezTo>
                      <a:cubicBezTo>
                        <a:pt x="8737" y="1039"/>
                        <a:pt x="8691" y="1033"/>
                        <a:pt x="8642" y="1033"/>
                      </a:cubicBezTo>
                      <a:cubicBezTo>
                        <a:pt x="8593" y="1033"/>
                        <a:pt x="8540" y="1039"/>
                        <a:pt x="8482" y="1051"/>
                      </a:cubicBezTo>
                      <a:cubicBezTo>
                        <a:pt x="8050" y="976"/>
                        <a:pt x="7633" y="942"/>
                        <a:pt x="7232" y="942"/>
                      </a:cubicBezTo>
                      <a:cubicBezTo>
                        <a:pt x="2538" y="942"/>
                        <a:pt x="0" y="5663"/>
                        <a:pt x="0" y="5663"/>
                      </a:cubicBezTo>
                      <a:cubicBezTo>
                        <a:pt x="222" y="5598"/>
                        <a:pt x="427" y="5570"/>
                        <a:pt x="615" y="5570"/>
                      </a:cubicBezTo>
                      <a:cubicBezTo>
                        <a:pt x="2055" y="5570"/>
                        <a:pt x="2526" y="7239"/>
                        <a:pt x="2526" y="7239"/>
                      </a:cubicBezTo>
                      <a:cubicBezTo>
                        <a:pt x="2717" y="7098"/>
                        <a:pt x="2926" y="7041"/>
                        <a:pt x="3140" y="7041"/>
                      </a:cubicBezTo>
                      <a:cubicBezTo>
                        <a:pt x="3913" y="7041"/>
                        <a:pt x="4747" y="7785"/>
                        <a:pt x="4983" y="8003"/>
                      </a:cubicBezTo>
                      <a:lnTo>
                        <a:pt x="4983" y="8050"/>
                      </a:lnTo>
                      <a:cubicBezTo>
                        <a:pt x="4960" y="8073"/>
                        <a:pt x="4983" y="8119"/>
                        <a:pt x="5029" y="8142"/>
                      </a:cubicBezTo>
                      <a:lnTo>
                        <a:pt x="5053" y="8142"/>
                      </a:lnTo>
                      <a:cubicBezTo>
                        <a:pt x="5099" y="8142"/>
                        <a:pt x="5122" y="8119"/>
                        <a:pt x="5122" y="8096"/>
                      </a:cubicBezTo>
                      <a:cubicBezTo>
                        <a:pt x="5122" y="8096"/>
                        <a:pt x="5122" y="8050"/>
                        <a:pt x="5145" y="8027"/>
                      </a:cubicBezTo>
                      <a:cubicBezTo>
                        <a:pt x="5255" y="7983"/>
                        <a:pt x="5373" y="7963"/>
                        <a:pt x="5495" y="7963"/>
                      </a:cubicBezTo>
                      <a:cubicBezTo>
                        <a:pt x="5887" y="7963"/>
                        <a:pt x="6321" y="8162"/>
                        <a:pt x="6675" y="8374"/>
                      </a:cubicBezTo>
                      <a:cubicBezTo>
                        <a:pt x="6420" y="9301"/>
                        <a:pt x="6095" y="10275"/>
                        <a:pt x="5840" y="11016"/>
                      </a:cubicBezTo>
                      <a:lnTo>
                        <a:pt x="5678" y="10970"/>
                      </a:lnTo>
                      <a:cubicBezTo>
                        <a:pt x="5677" y="10968"/>
                        <a:pt x="5675" y="10967"/>
                        <a:pt x="5673" y="10967"/>
                      </a:cubicBezTo>
                      <a:cubicBezTo>
                        <a:pt x="5596" y="10967"/>
                        <a:pt x="5330" y="12246"/>
                        <a:pt x="4934" y="12246"/>
                      </a:cubicBezTo>
                      <a:cubicBezTo>
                        <a:pt x="4927" y="12246"/>
                        <a:pt x="4920" y="12245"/>
                        <a:pt x="4913" y="12244"/>
                      </a:cubicBezTo>
                      <a:cubicBezTo>
                        <a:pt x="4496" y="12175"/>
                        <a:pt x="4821" y="11433"/>
                        <a:pt x="4890" y="11294"/>
                      </a:cubicBezTo>
                      <a:cubicBezTo>
                        <a:pt x="4937" y="11155"/>
                        <a:pt x="4890" y="11062"/>
                        <a:pt x="4659" y="11039"/>
                      </a:cubicBezTo>
                      <a:cubicBezTo>
                        <a:pt x="4657" y="11039"/>
                        <a:pt x="4655" y="11039"/>
                        <a:pt x="4653" y="11039"/>
                      </a:cubicBezTo>
                      <a:cubicBezTo>
                        <a:pt x="4437" y="11039"/>
                        <a:pt x="3648" y="12433"/>
                        <a:pt x="4821" y="12777"/>
                      </a:cubicBezTo>
                      <a:cubicBezTo>
                        <a:pt x="4871" y="12792"/>
                        <a:pt x="4920" y="12798"/>
                        <a:pt x="4967" y="12798"/>
                      </a:cubicBezTo>
                      <a:cubicBezTo>
                        <a:pt x="5693" y="12798"/>
                        <a:pt x="6140" y="11244"/>
                        <a:pt x="6119" y="11178"/>
                      </a:cubicBezTo>
                      <a:cubicBezTo>
                        <a:pt x="6072" y="11132"/>
                        <a:pt x="6026" y="11109"/>
                        <a:pt x="5980" y="11086"/>
                      </a:cubicBezTo>
                      <a:cubicBezTo>
                        <a:pt x="6281" y="10298"/>
                        <a:pt x="6582" y="9301"/>
                        <a:pt x="6814" y="8490"/>
                      </a:cubicBezTo>
                      <a:cubicBezTo>
                        <a:pt x="7046" y="8629"/>
                        <a:pt x="7231" y="8791"/>
                        <a:pt x="7440" y="8977"/>
                      </a:cubicBezTo>
                      <a:cubicBezTo>
                        <a:pt x="7161" y="9602"/>
                        <a:pt x="6930" y="10251"/>
                        <a:pt x="6767" y="10923"/>
                      </a:cubicBezTo>
                      <a:cubicBezTo>
                        <a:pt x="7203" y="10649"/>
                        <a:pt x="7608" y="10542"/>
                        <a:pt x="7975" y="10542"/>
                      </a:cubicBezTo>
                      <a:cubicBezTo>
                        <a:pt x="9248" y="10542"/>
                        <a:pt x="10058" y="11827"/>
                        <a:pt x="10058" y="11827"/>
                      </a:cubicBezTo>
                      <a:cubicBezTo>
                        <a:pt x="10337" y="11474"/>
                        <a:pt x="10742" y="11354"/>
                        <a:pt x="11165" y="11354"/>
                      </a:cubicBezTo>
                      <a:cubicBezTo>
                        <a:pt x="11936" y="11354"/>
                        <a:pt x="12770" y="11754"/>
                        <a:pt x="13025" y="11874"/>
                      </a:cubicBezTo>
                      <a:lnTo>
                        <a:pt x="13025" y="11920"/>
                      </a:lnTo>
                      <a:cubicBezTo>
                        <a:pt x="13025" y="11966"/>
                        <a:pt x="13048" y="11989"/>
                        <a:pt x="13094" y="12013"/>
                      </a:cubicBezTo>
                      <a:cubicBezTo>
                        <a:pt x="13141" y="12013"/>
                        <a:pt x="13164" y="11966"/>
                        <a:pt x="13164" y="11920"/>
                      </a:cubicBezTo>
                      <a:cubicBezTo>
                        <a:pt x="13164" y="11897"/>
                        <a:pt x="13164" y="11874"/>
                        <a:pt x="13164" y="11850"/>
                      </a:cubicBezTo>
                      <a:cubicBezTo>
                        <a:pt x="13384" y="11665"/>
                        <a:pt x="13679" y="11596"/>
                        <a:pt x="14001" y="11596"/>
                      </a:cubicBezTo>
                      <a:cubicBezTo>
                        <a:pt x="14323" y="11596"/>
                        <a:pt x="14670" y="11665"/>
                        <a:pt x="14995" y="11758"/>
                      </a:cubicBezTo>
                      <a:cubicBezTo>
                        <a:pt x="14995" y="12847"/>
                        <a:pt x="14995" y="14006"/>
                        <a:pt x="14902" y="14933"/>
                      </a:cubicBezTo>
                      <a:lnTo>
                        <a:pt x="14717" y="14910"/>
                      </a:lnTo>
                      <a:cubicBezTo>
                        <a:pt x="14715" y="14909"/>
                        <a:pt x="14714" y="14909"/>
                        <a:pt x="14713" y="14909"/>
                      </a:cubicBezTo>
                      <a:cubicBezTo>
                        <a:pt x="14628" y="14909"/>
                        <a:pt x="14756" y="16486"/>
                        <a:pt x="14276" y="16555"/>
                      </a:cubicBezTo>
                      <a:cubicBezTo>
                        <a:pt x="14260" y="16557"/>
                        <a:pt x="14244" y="16559"/>
                        <a:pt x="14229" y="16559"/>
                      </a:cubicBezTo>
                      <a:cubicBezTo>
                        <a:pt x="13821" y="16559"/>
                        <a:pt x="13929" y="15669"/>
                        <a:pt x="13952" y="15535"/>
                      </a:cubicBezTo>
                      <a:cubicBezTo>
                        <a:pt x="13952" y="15390"/>
                        <a:pt x="13896" y="15300"/>
                        <a:pt x="13700" y="15300"/>
                      </a:cubicBezTo>
                      <a:cubicBezTo>
                        <a:pt x="13677" y="15300"/>
                        <a:pt x="13653" y="15301"/>
                        <a:pt x="13627" y="15304"/>
                      </a:cubicBezTo>
                      <a:cubicBezTo>
                        <a:pt x="13372" y="15350"/>
                        <a:pt x="12932" y="17181"/>
                        <a:pt x="14346" y="17181"/>
                      </a:cubicBezTo>
                      <a:cubicBezTo>
                        <a:pt x="15319" y="17181"/>
                        <a:pt x="15296" y="15072"/>
                        <a:pt x="15273" y="15002"/>
                      </a:cubicBezTo>
                      <a:cubicBezTo>
                        <a:pt x="15203" y="14979"/>
                        <a:pt x="15134" y="14956"/>
                        <a:pt x="15064" y="14956"/>
                      </a:cubicBezTo>
                      <a:cubicBezTo>
                        <a:pt x="15134" y="13983"/>
                        <a:pt x="15157" y="12777"/>
                        <a:pt x="15157" y="11804"/>
                      </a:cubicBezTo>
                      <a:cubicBezTo>
                        <a:pt x="15458" y="11897"/>
                        <a:pt x="15783" y="12013"/>
                        <a:pt x="16084" y="12152"/>
                      </a:cubicBezTo>
                      <a:cubicBezTo>
                        <a:pt x="16551" y="11433"/>
                        <a:pt x="17063" y="11199"/>
                        <a:pt x="17530" y="11199"/>
                      </a:cubicBezTo>
                      <a:cubicBezTo>
                        <a:pt x="18224" y="11199"/>
                        <a:pt x="18820" y="11712"/>
                        <a:pt x="19027" y="11920"/>
                      </a:cubicBezTo>
                      <a:cubicBezTo>
                        <a:pt x="19027" y="11920"/>
                        <a:pt x="19027" y="11943"/>
                        <a:pt x="19027" y="11966"/>
                      </a:cubicBezTo>
                      <a:cubicBezTo>
                        <a:pt x="19027" y="12013"/>
                        <a:pt x="19050" y="12059"/>
                        <a:pt x="19097" y="12059"/>
                      </a:cubicBezTo>
                      <a:cubicBezTo>
                        <a:pt x="19143" y="12059"/>
                        <a:pt x="19166" y="12036"/>
                        <a:pt x="19166" y="11989"/>
                      </a:cubicBezTo>
                      <a:lnTo>
                        <a:pt x="19166" y="11920"/>
                      </a:lnTo>
                      <a:cubicBezTo>
                        <a:pt x="19705" y="11506"/>
                        <a:pt x="20563" y="11411"/>
                        <a:pt x="21237" y="11411"/>
                      </a:cubicBezTo>
                      <a:cubicBezTo>
                        <a:pt x="21809" y="11411"/>
                        <a:pt x="22249" y="11480"/>
                        <a:pt x="22249" y="11480"/>
                      </a:cubicBezTo>
                      <a:cubicBezTo>
                        <a:pt x="22109" y="10483"/>
                        <a:pt x="21878" y="9510"/>
                        <a:pt x="21576" y="8583"/>
                      </a:cubicBezTo>
                      <a:cubicBezTo>
                        <a:pt x="21650" y="8579"/>
                        <a:pt x="21724" y="8577"/>
                        <a:pt x="21798" y="8577"/>
                      </a:cubicBezTo>
                      <a:cubicBezTo>
                        <a:pt x="22171" y="8577"/>
                        <a:pt x="22554" y="8625"/>
                        <a:pt x="22921" y="8722"/>
                      </a:cubicBezTo>
                      <a:lnTo>
                        <a:pt x="22921" y="8768"/>
                      </a:lnTo>
                      <a:cubicBezTo>
                        <a:pt x="22921" y="8791"/>
                        <a:pt x="22944" y="8838"/>
                        <a:pt x="22990" y="8838"/>
                      </a:cubicBezTo>
                      <a:cubicBezTo>
                        <a:pt x="23036" y="8814"/>
                        <a:pt x="23060" y="8791"/>
                        <a:pt x="23060" y="8745"/>
                      </a:cubicBezTo>
                      <a:lnTo>
                        <a:pt x="23060" y="8675"/>
                      </a:lnTo>
                      <a:cubicBezTo>
                        <a:pt x="23309" y="8350"/>
                        <a:pt x="23796" y="8246"/>
                        <a:pt x="24271" y="8246"/>
                      </a:cubicBezTo>
                      <a:cubicBezTo>
                        <a:pt x="24371" y="8246"/>
                        <a:pt x="24470" y="8250"/>
                        <a:pt x="24566" y="8258"/>
                      </a:cubicBezTo>
                      <a:cubicBezTo>
                        <a:pt x="24775" y="9185"/>
                        <a:pt x="24983" y="10182"/>
                        <a:pt x="25099" y="10970"/>
                      </a:cubicBezTo>
                      <a:lnTo>
                        <a:pt x="24937" y="10993"/>
                      </a:lnTo>
                      <a:cubicBezTo>
                        <a:pt x="24936" y="10993"/>
                        <a:pt x="24935" y="10993"/>
                        <a:pt x="24935" y="10993"/>
                      </a:cubicBezTo>
                      <a:cubicBezTo>
                        <a:pt x="24851" y="10993"/>
                        <a:pt x="25258" y="12338"/>
                        <a:pt x="24867" y="12476"/>
                      </a:cubicBezTo>
                      <a:cubicBezTo>
                        <a:pt x="24836" y="12487"/>
                        <a:pt x="24808" y="12492"/>
                        <a:pt x="24780" y="12492"/>
                      </a:cubicBezTo>
                      <a:cubicBezTo>
                        <a:pt x="24463" y="12492"/>
                        <a:pt x="24402" y="11793"/>
                        <a:pt x="24381" y="11665"/>
                      </a:cubicBezTo>
                      <a:cubicBezTo>
                        <a:pt x="24381" y="11570"/>
                        <a:pt x="24337" y="11507"/>
                        <a:pt x="24242" y="11507"/>
                      </a:cubicBezTo>
                      <a:cubicBezTo>
                        <a:pt x="24199" y="11507"/>
                        <a:pt x="24145" y="11520"/>
                        <a:pt x="24079" y="11549"/>
                      </a:cubicBezTo>
                      <a:cubicBezTo>
                        <a:pt x="23888" y="11613"/>
                        <a:pt x="23853" y="13022"/>
                        <a:pt x="24761" y="13022"/>
                      </a:cubicBezTo>
                      <a:cubicBezTo>
                        <a:pt x="24842" y="13022"/>
                        <a:pt x="24932" y="13011"/>
                        <a:pt x="25030" y="12986"/>
                      </a:cubicBezTo>
                      <a:cubicBezTo>
                        <a:pt x="25864" y="12801"/>
                        <a:pt x="25470" y="11016"/>
                        <a:pt x="25424" y="10970"/>
                      </a:cubicBezTo>
                      <a:cubicBezTo>
                        <a:pt x="25389" y="10958"/>
                        <a:pt x="25360" y="10952"/>
                        <a:pt x="25331" y="10952"/>
                      </a:cubicBezTo>
                      <a:cubicBezTo>
                        <a:pt x="25302" y="10952"/>
                        <a:pt x="25273" y="10958"/>
                        <a:pt x="25238" y="10970"/>
                      </a:cubicBezTo>
                      <a:cubicBezTo>
                        <a:pt x="25122" y="10112"/>
                        <a:pt x="24914" y="9093"/>
                        <a:pt x="24728" y="8258"/>
                      </a:cubicBezTo>
                      <a:lnTo>
                        <a:pt x="24728" y="8258"/>
                      </a:lnTo>
                      <a:cubicBezTo>
                        <a:pt x="25030" y="8305"/>
                        <a:pt x="25308" y="8328"/>
                        <a:pt x="25586" y="8397"/>
                      </a:cubicBezTo>
                      <a:cubicBezTo>
                        <a:pt x="25912" y="7523"/>
                        <a:pt x="26438" y="7276"/>
                        <a:pt x="26927" y="7276"/>
                      </a:cubicBezTo>
                      <a:cubicBezTo>
                        <a:pt x="27410" y="7276"/>
                        <a:pt x="27858" y="7517"/>
                        <a:pt x="28042" y="7633"/>
                      </a:cubicBezTo>
                      <a:lnTo>
                        <a:pt x="28042" y="7702"/>
                      </a:lnTo>
                      <a:cubicBezTo>
                        <a:pt x="28042" y="7725"/>
                        <a:pt x="28065" y="7772"/>
                        <a:pt x="28112" y="7772"/>
                      </a:cubicBezTo>
                      <a:cubicBezTo>
                        <a:pt x="28158" y="7748"/>
                        <a:pt x="28181" y="7725"/>
                        <a:pt x="28181" y="7679"/>
                      </a:cubicBezTo>
                      <a:lnTo>
                        <a:pt x="28181" y="7609"/>
                      </a:lnTo>
                      <a:cubicBezTo>
                        <a:pt x="28923" y="6752"/>
                        <a:pt x="30731" y="6659"/>
                        <a:pt x="30731" y="6659"/>
                      </a:cubicBezTo>
                      <a:cubicBezTo>
                        <a:pt x="30731" y="6659"/>
                        <a:pt x="28706" y="587"/>
                        <a:pt x="24431" y="587"/>
                      </a:cubicBezTo>
                      <a:cubicBezTo>
                        <a:pt x="24132" y="587"/>
                        <a:pt x="23821" y="616"/>
                        <a:pt x="23500" y="680"/>
                      </a:cubicBezTo>
                      <a:cubicBezTo>
                        <a:pt x="23361" y="448"/>
                        <a:pt x="23222" y="217"/>
                        <a:pt x="23060" y="8"/>
                      </a:cubicBezTo>
                      <a:cubicBezTo>
                        <a:pt x="23053" y="3"/>
                        <a:pt x="23047" y="1"/>
                        <a:pt x="2304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25" name="Google Shape;1125;p52"/>
              <p:cNvSpPr/>
              <p:nvPr/>
            </p:nvSpPr>
            <p:spPr>
              <a:xfrm>
                <a:off x="4109215" y="4270116"/>
                <a:ext cx="57313" cy="55199"/>
              </a:xfrm>
              <a:custGeom>
                <a:rect b="b" l="l" r="r" t="t"/>
                <a:pathLst>
                  <a:path extrusionOk="0" h="1175" w="1220">
                    <a:moveTo>
                      <a:pt x="760" y="0"/>
                    </a:moveTo>
                    <a:cubicBezTo>
                      <a:pt x="746" y="0"/>
                      <a:pt x="732" y="6"/>
                      <a:pt x="719" y="19"/>
                    </a:cubicBezTo>
                    <a:cubicBezTo>
                      <a:pt x="719" y="19"/>
                      <a:pt x="1" y="923"/>
                      <a:pt x="650" y="1155"/>
                    </a:cubicBezTo>
                    <a:cubicBezTo>
                      <a:pt x="691" y="1168"/>
                      <a:pt x="728" y="1174"/>
                      <a:pt x="761" y="1174"/>
                    </a:cubicBezTo>
                    <a:cubicBezTo>
                      <a:pt x="1219" y="1174"/>
                      <a:pt x="956" y="0"/>
                      <a:pt x="7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52"/>
              <p:cNvSpPr/>
              <p:nvPr/>
            </p:nvSpPr>
            <p:spPr>
              <a:xfrm>
                <a:off x="3544178" y="4236340"/>
                <a:ext cx="58205" cy="55386"/>
              </a:xfrm>
              <a:custGeom>
                <a:rect b="b" l="l" r="r" t="t"/>
                <a:pathLst>
                  <a:path extrusionOk="0" h="1179" w="1239">
                    <a:moveTo>
                      <a:pt x="783" y="1"/>
                    </a:moveTo>
                    <a:cubicBezTo>
                      <a:pt x="769" y="1"/>
                      <a:pt x="755" y="7"/>
                      <a:pt x="742" y="20"/>
                    </a:cubicBezTo>
                    <a:cubicBezTo>
                      <a:pt x="742" y="20"/>
                      <a:pt x="1" y="947"/>
                      <a:pt x="650" y="1156"/>
                    </a:cubicBezTo>
                    <a:cubicBezTo>
                      <a:pt x="696" y="1171"/>
                      <a:pt x="737" y="1179"/>
                      <a:pt x="774" y="1179"/>
                    </a:cubicBezTo>
                    <a:cubicBezTo>
                      <a:pt x="1238" y="1179"/>
                      <a:pt x="978" y="1"/>
                      <a:pt x="7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52"/>
              <p:cNvSpPr/>
              <p:nvPr/>
            </p:nvSpPr>
            <p:spPr>
              <a:xfrm>
                <a:off x="3437494" y="4346500"/>
                <a:ext cx="58346" cy="56279"/>
              </a:xfrm>
              <a:custGeom>
                <a:rect b="b" l="l" r="r" t="t"/>
                <a:pathLst>
                  <a:path extrusionOk="0" h="1198" w="1242">
                    <a:moveTo>
                      <a:pt x="779" y="0"/>
                    </a:moveTo>
                    <a:cubicBezTo>
                      <a:pt x="766" y="0"/>
                      <a:pt x="754" y="5"/>
                      <a:pt x="742" y="16"/>
                    </a:cubicBezTo>
                    <a:cubicBezTo>
                      <a:pt x="742" y="16"/>
                      <a:pt x="1" y="943"/>
                      <a:pt x="650" y="1174"/>
                    </a:cubicBezTo>
                    <a:cubicBezTo>
                      <a:pt x="696" y="1190"/>
                      <a:pt x="737" y="1198"/>
                      <a:pt x="774" y="1198"/>
                    </a:cubicBezTo>
                    <a:cubicBezTo>
                      <a:pt x="1242" y="1198"/>
                      <a:pt x="974" y="0"/>
                      <a:pt x="7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52"/>
              <p:cNvSpPr/>
              <p:nvPr/>
            </p:nvSpPr>
            <p:spPr>
              <a:xfrm>
                <a:off x="4186539" y="4429602"/>
                <a:ext cx="34857" cy="54823"/>
              </a:xfrm>
              <a:custGeom>
                <a:rect b="b" l="l" r="r" t="t"/>
                <a:pathLst>
                  <a:path extrusionOk="0" h="1167" w="742">
                    <a:moveTo>
                      <a:pt x="148" y="0"/>
                    </a:moveTo>
                    <a:cubicBezTo>
                      <a:pt x="43" y="0"/>
                      <a:pt x="0" y="1167"/>
                      <a:pt x="0" y="1167"/>
                    </a:cubicBezTo>
                    <a:lnTo>
                      <a:pt x="742" y="958"/>
                    </a:lnTo>
                    <a:cubicBezTo>
                      <a:pt x="556" y="634"/>
                      <a:pt x="371" y="309"/>
                      <a:pt x="162" y="8"/>
                    </a:cubicBezTo>
                    <a:cubicBezTo>
                      <a:pt x="157" y="3"/>
                      <a:pt x="153" y="0"/>
                      <a:pt x="1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52"/>
              <p:cNvSpPr/>
              <p:nvPr/>
            </p:nvSpPr>
            <p:spPr>
              <a:xfrm>
                <a:off x="4240938" y="4738052"/>
                <a:ext cx="82821" cy="295066"/>
              </a:xfrm>
              <a:custGeom>
                <a:rect b="b" l="l" r="r" t="t"/>
                <a:pathLst>
                  <a:path extrusionOk="0" h="6281" w="1763">
                    <a:moveTo>
                      <a:pt x="210" y="0"/>
                    </a:moveTo>
                    <a:cubicBezTo>
                      <a:pt x="163" y="24"/>
                      <a:pt x="140" y="70"/>
                      <a:pt x="163" y="116"/>
                    </a:cubicBezTo>
                    <a:cubicBezTo>
                      <a:pt x="696" y="2225"/>
                      <a:pt x="1438" y="5678"/>
                      <a:pt x="1044" y="6003"/>
                    </a:cubicBezTo>
                    <a:cubicBezTo>
                      <a:pt x="963" y="6070"/>
                      <a:pt x="858" y="6106"/>
                      <a:pt x="753" y="6106"/>
                    </a:cubicBezTo>
                    <a:cubicBezTo>
                      <a:pt x="678" y="6106"/>
                      <a:pt x="602" y="6088"/>
                      <a:pt x="534" y="6049"/>
                    </a:cubicBezTo>
                    <a:cubicBezTo>
                      <a:pt x="279" y="5817"/>
                      <a:pt x="163" y="5470"/>
                      <a:pt x="256" y="5145"/>
                    </a:cubicBezTo>
                    <a:cubicBezTo>
                      <a:pt x="269" y="5078"/>
                      <a:pt x="220" y="5042"/>
                      <a:pt x="172" y="5042"/>
                    </a:cubicBezTo>
                    <a:cubicBezTo>
                      <a:pt x="137" y="5042"/>
                      <a:pt x="103" y="5060"/>
                      <a:pt x="94" y="5099"/>
                    </a:cubicBezTo>
                    <a:cubicBezTo>
                      <a:pt x="1" y="5493"/>
                      <a:pt x="140" y="5933"/>
                      <a:pt x="464" y="6188"/>
                    </a:cubicBezTo>
                    <a:cubicBezTo>
                      <a:pt x="557" y="6235"/>
                      <a:pt x="650" y="6281"/>
                      <a:pt x="766" y="6281"/>
                    </a:cubicBezTo>
                    <a:cubicBezTo>
                      <a:pt x="905" y="6258"/>
                      <a:pt x="1021" y="6211"/>
                      <a:pt x="1137" y="6119"/>
                    </a:cubicBezTo>
                    <a:cubicBezTo>
                      <a:pt x="1762" y="5632"/>
                      <a:pt x="464" y="649"/>
                      <a:pt x="302" y="70"/>
                    </a:cubicBezTo>
                    <a:cubicBezTo>
                      <a:pt x="302" y="24"/>
                      <a:pt x="256" y="0"/>
                      <a:pt x="2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52"/>
              <p:cNvSpPr/>
              <p:nvPr/>
            </p:nvSpPr>
            <p:spPr>
              <a:xfrm>
                <a:off x="3927415" y="4456238"/>
                <a:ext cx="628230" cy="407060"/>
              </a:xfrm>
              <a:custGeom>
                <a:rect b="b" l="l" r="r" t="t"/>
                <a:pathLst>
                  <a:path extrusionOk="0" h="8665" w="13373">
                    <a:moveTo>
                      <a:pt x="7059" y="1"/>
                    </a:moveTo>
                    <a:cubicBezTo>
                      <a:pt x="6643" y="1"/>
                      <a:pt x="6206" y="58"/>
                      <a:pt x="5748" y="183"/>
                    </a:cubicBezTo>
                    <a:cubicBezTo>
                      <a:pt x="1" y="1782"/>
                      <a:pt x="70" y="8502"/>
                      <a:pt x="70" y="8502"/>
                    </a:cubicBezTo>
                    <a:cubicBezTo>
                      <a:pt x="515" y="8065"/>
                      <a:pt x="969" y="7914"/>
                      <a:pt x="1383" y="7914"/>
                    </a:cubicBezTo>
                    <a:cubicBezTo>
                      <a:pt x="2292" y="7914"/>
                      <a:pt x="3008" y="8643"/>
                      <a:pt x="3014" y="8664"/>
                    </a:cubicBezTo>
                    <a:lnTo>
                      <a:pt x="3014" y="8664"/>
                    </a:lnTo>
                    <a:cubicBezTo>
                      <a:pt x="3273" y="8135"/>
                      <a:pt x="3861" y="7993"/>
                      <a:pt x="4413" y="7993"/>
                    </a:cubicBezTo>
                    <a:cubicBezTo>
                      <a:pt x="5045" y="7993"/>
                      <a:pt x="5632" y="8178"/>
                      <a:pt x="5632" y="8178"/>
                    </a:cubicBezTo>
                    <a:cubicBezTo>
                      <a:pt x="5868" y="7770"/>
                      <a:pt x="6443" y="7660"/>
                      <a:pt x="6992" y="7660"/>
                    </a:cubicBezTo>
                    <a:cubicBezTo>
                      <a:pt x="7627" y="7660"/>
                      <a:pt x="8228" y="7807"/>
                      <a:pt x="8228" y="7807"/>
                    </a:cubicBezTo>
                    <a:cubicBezTo>
                      <a:pt x="8563" y="6933"/>
                      <a:pt x="9095" y="6687"/>
                      <a:pt x="9587" y="6687"/>
                    </a:cubicBezTo>
                    <a:cubicBezTo>
                      <a:pt x="10215" y="6687"/>
                      <a:pt x="10777" y="7089"/>
                      <a:pt x="10777" y="7089"/>
                    </a:cubicBezTo>
                    <a:cubicBezTo>
                      <a:pt x="11449" y="6185"/>
                      <a:pt x="13373" y="6069"/>
                      <a:pt x="13373" y="6069"/>
                    </a:cubicBezTo>
                    <a:cubicBezTo>
                      <a:pt x="13373" y="6069"/>
                      <a:pt x="11350" y="1"/>
                      <a:pt x="7059" y="1"/>
                    </a:cubicBezTo>
                    <a:close/>
                    <a:moveTo>
                      <a:pt x="3014" y="8664"/>
                    </a:moveTo>
                    <a:lnTo>
                      <a:pt x="3014" y="8664"/>
                    </a:lnTo>
                    <a:cubicBezTo>
                      <a:pt x="3013" y="8664"/>
                      <a:pt x="3013" y="8664"/>
                      <a:pt x="3013" y="8665"/>
                    </a:cubicBezTo>
                    <a:cubicBezTo>
                      <a:pt x="3014" y="8665"/>
                      <a:pt x="3014" y="8664"/>
                      <a:pt x="3014" y="866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52"/>
              <p:cNvSpPr/>
              <p:nvPr/>
            </p:nvSpPr>
            <p:spPr>
              <a:xfrm>
                <a:off x="4194149" y="4462345"/>
                <a:ext cx="243907" cy="331285"/>
              </a:xfrm>
              <a:custGeom>
                <a:rect b="b" l="l" r="r" t="t"/>
                <a:pathLst>
                  <a:path extrusionOk="0" h="7052" w="5192">
                    <a:moveTo>
                      <a:pt x="68" y="0"/>
                    </a:moveTo>
                    <a:cubicBezTo>
                      <a:pt x="31" y="0"/>
                      <a:pt x="0" y="38"/>
                      <a:pt x="0" y="76"/>
                    </a:cubicBezTo>
                    <a:cubicBezTo>
                      <a:pt x="0" y="99"/>
                      <a:pt x="24" y="145"/>
                      <a:pt x="70" y="145"/>
                    </a:cubicBezTo>
                    <a:cubicBezTo>
                      <a:pt x="4149" y="586"/>
                      <a:pt x="5029" y="6912"/>
                      <a:pt x="5029" y="6982"/>
                    </a:cubicBezTo>
                    <a:cubicBezTo>
                      <a:pt x="5029" y="7028"/>
                      <a:pt x="5076" y="7051"/>
                      <a:pt x="5099" y="7051"/>
                    </a:cubicBezTo>
                    <a:lnTo>
                      <a:pt x="5122" y="7028"/>
                    </a:lnTo>
                    <a:cubicBezTo>
                      <a:pt x="5169" y="7028"/>
                      <a:pt x="5192" y="6982"/>
                      <a:pt x="5192" y="6959"/>
                    </a:cubicBezTo>
                    <a:cubicBezTo>
                      <a:pt x="5169" y="6889"/>
                      <a:pt x="4288" y="447"/>
                      <a:pt x="93" y="6"/>
                    </a:cubicBezTo>
                    <a:cubicBezTo>
                      <a:pt x="85" y="2"/>
                      <a:pt x="76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52"/>
              <p:cNvSpPr/>
              <p:nvPr/>
            </p:nvSpPr>
            <p:spPr>
              <a:xfrm>
                <a:off x="4189264" y="4467653"/>
                <a:ext cx="126886" cy="351016"/>
              </a:xfrm>
              <a:custGeom>
                <a:rect b="b" l="l" r="r" t="t"/>
                <a:pathLst>
                  <a:path extrusionOk="0" h="7472" w="2701">
                    <a:moveTo>
                      <a:pt x="124" y="1"/>
                    </a:moveTo>
                    <a:cubicBezTo>
                      <a:pt x="61" y="1"/>
                      <a:pt x="0" y="128"/>
                      <a:pt x="81" y="148"/>
                    </a:cubicBezTo>
                    <a:cubicBezTo>
                      <a:pt x="2283" y="1469"/>
                      <a:pt x="2538" y="7332"/>
                      <a:pt x="2538" y="7402"/>
                    </a:cubicBezTo>
                    <a:cubicBezTo>
                      <a:pt x="2538" y="7448"/>
                      <a:pt x="2561" y="7471"/>
                      <a:pt x="2607" y="7471"/>
                    </a:cubicBezTo>
                    <a:cubicBezTo>
                      <a:pt x="2654" y="7471"/>
                      <a:pt x="2700" y="7425"/>
                      <a:pt x="2700" y="7402"/>
                    </a:cubicBezTo>
                    <a:cubicBezTo>
                      <a:pt x="2631" y="6336"/>
                      <a:pt x="2492" y="5270"/>
                      <a:pt x="2283" y="4227"/>
                    </a:cubicBezTo>
                    <a:cubicBezTo>
                      <a:pt x="1843" y="2002"/>
                      <a:pt x="1124" y="588"/>
                      <a:pt x="151" y="9"/>
                    </a:cubicBezTo>
                    <a:cubicBezTo>
                      <a:pt x="142" y="3"/>
                      <a:pt x="133" y="1"/>
                      <a:pt x="1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52"/>
              <p:cNvSpPr/>
              <p:nvPr/>
            </p:nvSpPr>
            <p:spPr>
              <a:xfrm>
                <a:off x="4146233" y="4467794"/>
                <a:ext cx="52004" cy="376994"/>
              </a:xfrm>
              <a:custGeom>
                <a:rect b="b" l="l" r="r" t="t"/>
                <a:pathLst>
                  <a:path extrusionOk="0" h="8025" w="1107">
                    <a:moveTo>
                      <a:pt x="1012" y="1"/>
                    </a:moveTo>
                    <a:cubicBezTo>
                      <a:pt x="992" y="1"/>
                      <a:pt x="971" y="10"/>
                      <a:pt x="951" y="29"/>
                    </a:cubicBezTo>
                    <a:cubicBezTo>
                      <a:pt x="1" y="1930"/>
                      <a:pt x="881" y="7700"/>
                      <a:pt x="905" y="7955"/>
                    </a:cubicBezTo>
                    <a:cubicBezTo>
                      <a:pt x="905" y="7978"/>
                      <a:pt x="951" y="8025"/>
                      <a:pt x="997" y="8025"/>
                    </a:cubicBezTo>
                    <a:cubicBezTo>
                      <a:pt x="1044" y="8025"/>
                      <a:pt x="1067" y="7978"/>
                      <a:pt x="1067" y="7932"/>
                    </a:cubicBezTo>
                    <a:cubicBezTo>
                      <a:pt x="1067" y="7862"/>
                      <a:pt x="163" y="1953"/>
                      <a:pt x="1090" y="122"/>
                    </a:cubicBezTo>
                    <a:cubicBezTo>
                      <a:pt x="1107" y="56"/>
                      <a:pt x="1064" y="1"/>
                      <a:pt x="10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52"/>
              <p:cNvSpPr/>
              <p:nvPr/>
            </p:nvSpPr>
            <p:spPr>
              <a:xfrm>
                <a:off x="4062426" y="4463238"/>
                <a:ext cx="135013" cy="382632"/>
              </a:xfrm>
              <a:custGeom>
                <a:rect b="b" l="l" r="r" t="t"/>
                <a:pathLst>
                  <a:path extrusionOk="0" h="8145" w="2874">
                    <a:moveTo>
                      <a:pt x="2783" y="1"/>
                    </a:moveTo>
                    <a:cubicBezTo>
                      <a:pt x="2774" y="1"/>
                      <a:pt x="2765" y="4"/>
                      <a:pt x="2758" y="10"/>
                    </a:cubicBezTo>
                    <a:cubicBezTo>
                      <a:pt x="1530" y="590"/>
                      <a:pt x="696" y="2119"/>
                      <a:pt x="278" y="4576"/>
                    </a:cubicBezTo>
                    <a:cubicBezTo>
                      <a:pt x="70" y="5735"/>
                      <a:pt x="0" y="6893"/>
                      <a:pt x="0" y="8075"/>
                    </a:cubicBezTo>
                    <a:cubicBezTo>
                      <a:pt x="0" y="8098"/>
                      <a:pt x="47" y="8145"/>
                      <a:pt x="93" y="8145"/>
                    </a:cubicBezTo>
                    <a:cubicBezTo>
                      <a:pt x="139" y="8145"/>
                      <a:pt x="162" y="8098"/>
                      <a:pt x="162" y="8052"/>
                    </a:cubicBezTo>
                    <a:cubicBezTo>
                      <a:pt x="162" y="7983"/>
                      <a:pt x="0" y="1494"/>
                      <a:pt x="2828" y="149"/>
                    </a:cubicBezTo>
                    <a:cubicBezTo>
                      <a:pt x="2851" y="126"/>
                      <a:pt x="2874" y="80"/>
                      <a:pt x="2851" y="34"/>
                    </a:cubicBezTo>
                    <a:cubicBezTo>
                      <a:pt x="2834" y="17"/>
                      <a:pt x="2806" y="1"/>
                      <a:pt x="2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5" name="Google Shape;1135;p52"/>
              <p:cNvSpPr/>
              <p:nvPr/>
            </p:nvSpPr>
            <p:spPr>
              <a:xfrm>
                <a:off x="4233563" y="4944186"/>
                <a:ext cx="94566" cy="96962"/>
              </a:xfrm>
              <a:custGeom>
                <a:rect b="b" l="l" r="r" t="t"/>
                <a:pathLst>
                  <a:path extrusionOk="0" h="2064" w="2013">
                    <a:moveTo>
                      <a:pt x="1347" y="1"/>
                    </a:moveTo>
                    <a:cubicBezTo>
                      <a:pt x="1252" y="1"/>
                      <a:pt x="1157" y="12"/>
                      <a:pt x="1062" y="39"/>
                    </a:cubicBezTo>
                    <a:cubicBezTo>
                      <a:pt x="1061" y="39"/>
                      <a:pt x="1061" y="39"/>
                      <a:pt x="1060" y="39"/>
                    </a:cubicBezTo>
                    <a:cubicBezTo>
                      <a:pt x="999" y="39"/>
                      <a:pt x="1383" y="1384"/>
                      <a:pt x="1015" y="1522"/>
                    </a:cubicBezTo>
                    <a:cubicBezTo>
                      <a:pt x="985" y="1533"/>
                      <a:pt x="956" y="1538"/>
                      <a:pt x="929" y="1538"/>
                    </a:cubicBezTo>
                    <a:cubicBezTo>
                      <a:pt x="611" y="1538"/>
                      <a:pt x="550" y="839"/>
                      <a:pt x="529" y="711"/>
                    </a:cubicBezTo>
                    <a:cubicBezTo>
                      <a:pt x="513" y="616"/>
                      <a:pt x="464" y="553"/>
                      <a:pt x="375" y="553"/>
                    </a:cubicBezTo>
                    <a:cubicBezTo>
                      <a:pt x="335" y="553"/>
                      <a:pt x="286" y="566"/>
                      <a:pt x="228" y="595"/>
                    </a:cubicBezTo>
                    <a:cubicBezTo>
                      <a:pt x="35" y="659"/>
                      <a:pt x="0" y="2064"/>
                      <a:pt x="923" y="2064"/>
                    </a:cubicBezTo>
                    <a:cubicBezTo>
                      <a:pt x="1001" y="2064"/>
                      <a:pt x="1086" y="2054"/>
                      <a:pt x="1178" y="2032"/>
                    </a:cubicBezTo>
                    <a:cubicBezTo>
                      <a:pt x="2012" y="1847"/>
                      <a:pt x="1595" y="62"/>
                      <a:pt x="1549" y="16"/>
                    </a:cubicBezTo>
                    <a:cubicBezTo>
                      <a:pt x="1481" y="6"/>
                      <a:pt x="1414" y="1"/>
                      <a:pt x="13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52"/>
              <p:cNvSpPr/>
              <p:nvPr/>
            </p:nvSpPr>
            <p:spPr>
              <a:xfrm>
                <a:off x="3515898" y="4450037"/>
                <a:ext cx="34857" cy="52897"/>
              </a:xfrm>
              <a:custGeom>
                <a:rect b="b" l="l" r="r" t="t"/>
                <a:pathLst>
                  <a:path extrusionOk="0" h="1126" w="742">
                    <a:moveTo>
                      <a:pt x="677" y="1"/>
                    </a:moveTo>
                    <a:cubicBezTo>
                      <a:pt x="553" y="1"/>
                      <a:pt x="0" y="963"/>
                      <a:pt x="0" y="963"/>
                    </a:cubicBezTo>
                    <a:lnTo>
                      <a:pt x="742" y="1126"/>
                    </a:lnTo>
                    <a:cubicBezTo>
                      <a:pt x="742" y="755"/>
                      <a:pt x="719" y="384"/>
                      <a:pt x="696" y="13"/>
                    </a:cubicBezTo>
                    <a:cubicBezTo>
                      <a:pt x="691" y="5"/>
                      <a:pt x="685" y="1"/>
                      <a:pt x="6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52"/>
              <p:cNvSpPr/>
              <p:nvPr/>
            </p:nvSpPr>
            <p:spPr>
              <a:xfrm>
                <a:off x="3312300" y="4748528"/>
                <a:ext cx="139382" cy="273738"/>
              </a:xfrm>
              <a:custGeom>
                <a:rect b="b" l="l" r="r" t="t"/>
                <a:pathLst>
                  <a:path extrusionOk="0" h="5827" w="2967">
                    <a:moveTo>
                      <a:pt x="2875" y="0"/>
                    </a:moveTo>
                    <a:cubicBezTo>
                      <a:pt x="2851" y="0"/>
                      <a:pt x="2822" y="22"/>
                      <a:pt x="2805" y="56"/>
                    </a:cubicBezTo>
                    <a:cubicBezTo>
                      <a:pt x="2272" y="2165"/>
                      <a:pt x="1252" y="5571"/>
                      <a:pt x="765" y="5641"/>
                    </a:cubicBezTo>
                    <a:cubicBezTo>
                      <a:pt x="723" y="5657"/>
                      <a:pt x="680" y="5664"/>
                      <a:pt x="639" y="5664"/>
                    </a:cubicBezTo>
                    <a:cubicBezTo>
                      <a:pt x="500" y="5664"/>
                      <a:pt x="373" y="5580"/>
                      <a:pt x="302" y="5455"/>
                    </a:cubicBezTo>
                    <a:cubicBezTo>
                      <a:pt x="163" y="5131"/>
                      <a:pt x="232" y="4783"/>
                      <a:pt x="464" y="4528"/>
                    </a:cubicBezTo>
                    <a:cubicBezTo>
                      <a:pt x="510" y="4482"/>
                      <a:pt x="510" y="4436"/>
                      <a:pt x="464" y="4413"/>
                    </a:cubicBezTo>
                    <a:cubicBezTo>
                      <a:pt x="452" y="4389"/>
                      <a:pt x="435" y="4378"/>
                      <a:pt x="415" y="4378"/>
                    </a:cubicBezTo>
                    <a:cubicBezTo>
                      <a:pt x="395" y="4378"/>
                      <a:pt x="371" y="4389"/>
                      <a:pt x="348" y="4413"/>
                    </a:cubicBezTo>
                    <a:cubicBezTo>
                      <a:pt x="70" y="4714"/>
                      <a:pt x="1" y="5154"/>
                      <a:pt x="163" y="5525"/>
                    </a:cubicBezTo>
                    <a:cubicBezTo>
                      <a:pt x="255" y="5710"/>
                      <a:pt x="441" y="5826"/>
                      <a:pt x="649" y="5826"/>
                    </a:cubicBezTo>
                    <a:cubicBezTo>
                      <a:pt x="696" y="5826"/>
                      <a:pt x="742" y="5803"/>
                      <a:pt x="789" y="5803"/>
                    </a:cubicBezTo>
                    <a:cubicBezTo>
                      <a:pt x="1553" y="5687"/>
                      <a:pt x="2828" y="681"/>
                      <a:pt x="2967" y="102"/>
                    </a:cubicBezTo>
                    <a:cubicBezTo>
                      <a:pt x="2967" y="56"/>
                      <a:pt x="2944" y="9"/>
                      <a:pt x="2897" y="9"/>
                    </a:cubicBezTo>
                    <a:cubicBezTo>
                      <a:pt x="2891" y="3"/>
                      <a:pt x="2883" y="0"/>
                      <a:pt x="28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52"/>
              <p:cNvSpPr/>
              <p:nvPr/>
            </p:nvSpPr>
            <p:spPr>
              <a:xfrm>
                <a:off x="3110911" y="4474465"/>
                <a:ext cx="667409" cy="423690"/>
              </a:xfrm>
              <a:custGeom>
                <a:rect b="b" l="l" r="r" t="t"/>
                <a:pathLst>
                  <a:path extrusionOk="0" h="9019" w="14207">
                    <a:moveTo>
                      <a:pt x="7255" y="1"/>
                    </a:moveTo>
                    <a:cubicBezTo>
                      <a:pt x="2563" y="1"/>
                      <a:pt x="0" y="4754"/>
                      <a:pt x="0" y="4754"/>
                    </a:cubicBezTo>
                    <a:cubicBezTo>
                      <a:pt x="227" y="4689"/>
                      <a:pt x="435" y="4661"/>
                      <a:pt x="626" y="4661"/>
                    </a:cubicBezTo>
                    <a:cubicBezTo>
                      <a:pt x="2074" y="4661"/>
                      <a:pt x="2526" y="6307"/>
                      <a:pt x="2526" y="6307"/>
                    </a:cubicBezTo>
                    <a:cubicBezTo>
                      <a:pt x="2718" y="6172"/>
                      <a:pt x="2927" y="6117"/>
                      <a:pt x="3139" y="6117"/>
                    </a:cubicBezTo>
                    <a:cubicBezTo>
                      <a:pt x="4059" y="6117"/>
                      <a:pt x="5052" y="7141"/>
                      <a:pt x="5052" y="7141"/>
                    </a:cubicBezTo>
                    <a:cubicBezTo>
                      <a:pt x="5182" y="7064"/>
                      <a:pt x="5327" y="7032"/>
                      <a:pt x="5481" y="7032"/>
                    </a:cubicBezTo>
                    <a:cubicBezTo>
                      <a:pt x="6349" y="7032"/>
                      <a:pt x="7486" y="8068"/>
                      <a:pt x="7486" y="8068"/>
                    </a:cubicBezTo>
                    <a:cubicBezTo>
                      <a:pt x="7911" y="7708"/>
                      <a:pt x="8289" y="7575"/>
                      <a:pt x="8615" y="7575"/>
                    </a:cubicBezTo>
                    <a:cubicBezTo>
                      <a:pt x="9549" y="7575"/>
                      <a:pt x="10058" y="8671"/>
                      <a:pt x="10058" y="8671"/>
                    </a:cubicBezTo>
                    <a:cubicBezTo>
                      <a:pt x="10294" y="8561"/>
                      <a:pt x="10565" y="8518"/>
                      <a:pt x="10843" y="8518"/>
                    </a:cubicBezTo>
                    <a:cubicBezTo>
                      <a:pt x="11797" y="8518"/>
                      <a:pt x="12839" y="9018"/>
                      <a:pt x="12839" y="9018"/>
                    </a:cubicBezTo>
                    <a:cubicBezTo>
                      <a:pt x="12839" y="9018"/>
                      <a:pt x="14207" y="1440"/>
                      <a:pt x="8992" y="212"/>
                    </a:cubicBezTo>
                    <a:cubicBezTo>
                      <a:pt x="8384" y="66"/>
                      <a:pt x="7805" y="1"/>
                      <a:pt x="72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52"/>
              <p:cNvSpPr/>
              <p:nvPr/>
            </p:nvSpPr>
            <p:spPr>
              <a:xfrm>
                <a:off x="3528958" y="4480384"/>
                <a:ext cx="169871" cy="404711"/>
              </a:xfrm>
              <a:custGeom>
                <a:rect b="b" l="l" r="r" t="t"/>
                <a:pathLst>
                  <a:path extrusionOk="0" h="8615" w="3616">
                    <a:moveTo>
                      <a:pt x="84" y="1"/>
                    </a:moveTo>
                    <a:cubicBezTo>
                      <a:pt x="59" y="1"/>
                      <a:pt x="37" y="12"/>
                      <a:pt x="24" y="39"/>
                    </a:cubicBezTo>
                    <a:cubicBezTo>
                      <a:pt x="0" y="63"/>
                      <a:pt x="24" y="132"/>
                      <a:pt x="47" y="155"/>
                    </a:cubicBezTo>
                    <a:cubicBezTo>
                      <a:pt x="3430" y="2496"/>
                      <a:pt x="1136" y="8452"/>
                      <a:pt x="1113" y="8521"/>
                    </a:cubicBezTo>
                    <a:cubicBezTo>
                      <a:pt x="1090" y="8568"/>
                      <a:pt x="1113" y="8614"/>
                      <a:pt x="1159" y="8614"/>
                    </a:cubicBezTo>
                    <a:lnTo>
                      <a:pt x="1182" y="8614"/>
                    </a:lnTo>
                    <a:cubicBezTo>
                      <a:pt x="1206" y="8614"/>
                      <a:pt x="1252" y="8614"/>
                      <a:pt x="1252" y="8568"/>
                    </a:cubicBezTo>
                    <a:cubicBezTo>
                      <a:pt x="1275" y="8521"/>
                      <a:pt x="3616" y="2426"/>
                      <a:pt x="139" y="16"/>
                    </a:cubicBezTo>
                    <a:cubicBezTo>
                      <a:pt x="120" y="7"/>
                      <a:pt x="101" y="1"/>
                      <a:pt x="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52"/>
              <p:cNvSpPr/>
              <p:nvPr/>
            </p:nvSpPr>
            <p:spPr>
              <a:xfrm>
                <a:off x="3461452" y="4483954"/>
                <a:ext cx="124162" cy="364545"/>
              </a:xfrm>
              <a:custGeom>
                <a:rect b="b" l="l" r="r" t="t"/>
                <a:pathLst>
                  <a:path extrusionOk="0" h="7760" w="2643">
                    <a:moveTo>
                      <a:pt x="1408" y="0"/>
                    </a:moveTo>
                    <a:cubicBezTo>
                      <a:pt x="1395" y="0"/>
                      <a:pt x="1381" y="3"/>
                      <a:pt x="1368" y="10"/>
                    </a:cubicBezTo>
                    <a:cubicBezTo>
                      <a:pt x="1345" y="33"/>
                      <a:pt x="1322" y="79"/>
                      <a:pt x="1345" y="126"/>
                    </a:cubicBezTo>
                    <a:cubicBezTo>
                      <a:pt x="2643" y="2327"/>
                      <a:pt x="47" y="7588"/>
                      <a:pt x="1" y="7657"/>
                    </a:cubicBezTo>
                    <a:cubicBezTo>
                      <a:pt x="1" y="7681"/>
                      <a:pt x="1" y="7750"/>
                      <a:pt x="47" y="7750"/>
                    </a:cubicBezTo>
                    <a:lnTo>
                      <a:pt x="70" y="7750"/>
                    </a:lnTo>
                    <a:cubicBezTo>
                      <a:pt x="84" y="7757"/>
                      <a:pt x="95" y="7760"/>
                      <a:pt x="105" y="7760"/>
                    </a:cubicBezTo>
                    <a:cubicBezTo>
                      <a:pt x="130" y="7760"/>
                      <a:pt x="146" y="7743"/>
                      <a:pt x="163" y="7727"/>
                    </a:cubicBezTo>
                    <a:cubicBezTo>
                      <a:pt x="626" y="6777"/>
                      <a:pt x="1020" y="5780"/>
                      <a:pt x="1322" y="4761"/>
                    </a:cubicBezTo>
                    <a:cubicBezTo>
                      <a:pt x="1994" y="2605"/>
                      <a:pt x="2063" y="1006"/>
                      <a:pt x="1484" y="33"/>
                    </a:cubicBezTo>
                    <a:cubicBezTo>
                      <a:pt x="1467" y="16"/>
                      <a:pt x="1439" y="0"/>
                      <a:pt x="14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52"/>
              <p:cNvSpPr/>
              <p:nvPr/>
            </p:nvSpPr>
            <p:spPr>
              <a:xfrm>
                <a:off x="3343869" y="4483672"/>
                <a:ext cx="188380" cy="329547"/>
              </a:xfrm>
              <a:custGeom>
                <a:rect b="b" l="l" r="r" t="t"/>
                <a:pathLst>
                  <a:path extrusionOk="0" h="7015" w="4010">
                    <a:moveTo>
                      <a:pt x="3927" y="0"/>
                    </a:moveTo>
                    <a:cubicBezTo>
                      <a:pt x="3909" y="0"/>
                      <a:pt x="3890" y="6"/>
                      <a:pt x="3871" y="16"/>
                    </a:cubicBezTo>
                    <a:cubicBezTo>
                      <a:pt x="2133" y="1198"/>
                      <a:pt x="117" y="6690"/>
                      <a:pt x="24" y="6922"/>
                    </a:cubicBezTo>
                    <a:cubicBezTo>
                      <a:pt x="1" y="6968"/>
                      <a:pt x="24" y="7015"/>
                      <a:pt x="70" y="7015"/>
                    </a:cubicBezTo>
                    <a:lnTo>
                      <a:pt x="93" y="7015"/>
                    </a:lnTo>
                    <a:cubicBezTo>
                      <a:pt x="140" y="7015"/>
                      <a:pt x="163" y="6991"/>
                      <a:pt x="163" y="6968"/>
                    </a:cubicBezTo>
                    <a:cubicBezTo>
                      <a:pt x="186" y="6922"/>
                      <a:pt x="2249" y="1290"/>
                      <a:pt x="3964" y="132"/>
                    </a:cubicBezTo>
                    <a:cubicBezTo>
                      <a:pt x="3987" y="108"/>
                      <a:pt x="4010" y="62"/>
                      <a:pt x="3987" y="39"/>
                    </a:cubicBezTo>
                    <a:cubicBezTo>
                      <a:pt x="3973" y="12"/>
                      <a:pt x="3952" y="0"/>
                      <a:pt x="39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52"/>
              <p:cNvSpPr/>
              <p:nvPr/>
            </p:nvSpPr>
            <p:spPr>
              <a:xfrm>
                <a:off x="3232816" y="4478646"/>
                <a:ext cx="299435" cy="275805"/>
              </a:xfrm>
              <a:custGeom>
                <a:rect b="b" l="l" r="r" t="t"/>
                <a:pathLst>
                  <a:path extrusionOk="0" h="5871" w="6374">
                    <a:moveTo>
                      <a:pt x="6124" y="1"/>
                    </a:moveTo>
                    <a:cubicBezTo>
                      <a:pt x="4828" y="1"/>
                      <a:pt x="3409" y="951"/>
                      <a:pt x="1947" y="2811"/>
                    </a:cubicBezTo>
                    <a:cubicBezTo>
                      <a:pt x="1206" y="3738"/>
                      <a:pt x="580" y="4711"/>
                      <a:pt x="24" y="5754"/>
                    </a:cubicBezTo>
                    <a:cubicBezTo>
                      <a:pt x="1" y="5801"/>
                      <a:pt x="24" y="5847"/>
                      <a:pt x="47" y="5870"/>
                    </a:cubicBezTo>
                    <a:lnTo>
                      <a:pt x="93" y="5870"/>
                    </a:lnTo>
                    <a:cubicBezTo>
                      <a:pt x="117" y="5870"/>
                      <a:pt x="140" y="5847"/>
                      <a:pt x="163" y="5824"/>
                    </a:cubicBezTo>
                    <a:cubicBezTo>
                      <a:pt x="186" y="5755"/>
                      <a:pt x="3104" y="165"/>
                      <a:pt x="6157" y="165"/>
                    </a:cubicBezTo>
                    <a:cubicBezTo>
                      <a:pt x="6206" y="165"/>
                      <a:pt x="6255" y="166"/>
                      <a:pt x="6304" y="169"/>
                    </a:cubicBezTo>
                    <a:cubicBezTo>
                      <a:pt x="6351" y="169"/>
                      <a:pt x="6374" y="123"/>
                      <a:pt x="6374" y="76"/>
                    </a:cubicBezTo>
                    <a:cubicBezTo>
                      <a:pt x="6374" y="30"/>
                      <a:pt x="6351" y="7"/>
                      <a:pt x="6304" y="7"/>
                    </a:cubicBezTo>
                    <a:cubicBezTo>
                      <a:pt x="6245" y="3"/>
                      <a:pt x="6185" y="1"/>
                      <a:pt x="61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52"/>
              <p:cNvSpPr/>
              <p:nvPr/>
            </p:nvSpPr>
            <p:spPr>
              <a:xfrm>
                <a:off x="3283363" y="4945924"/>
                <a:ext cx="116034" cy="86016"/>
              </a:xfrm>
              <a:custGeom>
                <a:rect b="b" l="l" r="r" t="t"/>
                <a:pathLst>
                  <a:path extrusionOk="0" h="1831" w="2470">
                    <a:moveTo>
                      <a:pt x="2003" y="1"/>
                    </a:moveTo>
                    <a:cubicBezTo>
                      <a:pt x="1930" y="1"/>
                      <a:pt x="1666" y="1279"/>
                      <a:pt x="1273" y="1279"/>
                    </a:cubicBezTo>
                    <a:cubicBezTo>
                      <a:pt x="1263" y="1279"/>
                      <a:pt x="1252" y="1278"/>
                      <a:pt x="1242" y="1277"/>
                    </a:cubicBezTo>
                    <a:cubicBezTo>
                      <a:pt x="825" y="1207"/>
                      <a:pt x="1150" y="465"/>
                      <a:pt x="1219" y="326"/>
                    </a:cubicBezTo>
                    <a:cubicBezTo>
                      <a:pt x="1265" y="187"/>
                      <a:pt x="1219" y="95"/>
                      <a:pt x="987" y="71"/>
                    </a:cubicBezTo>
                    <a:cubicBezTo>
                      <a:pt x="986" y="71"/>
                      <a:pt x="984" y="71"/>
                      <a:pt x="982" y="71"/>
                    </a:cubicBezTo>
                    <a:cubicBezTo>
                      <a:pt x="766" y="71"/>
                      <a:pt x="0" y="1488"/>
                      <a:pt x="1150" y="1810"/>
                    </a:cubicBezTo>
                    <a:cubicBezTo>
                      <a:pt x="1200" y="1824"/>
                      <a:pt x="1248" y="1831"/>
                      <a:pt x="1296" y="1831"/>
                    </a:cubicBezTo>
                    <a:cubicBezTo>
                      <a:pt x="2022" y="1831"/>
                      <a:pt x="2469" y="276"/>
                      <a:pt x="2447" y="211"/>
                    </a:cubicBezTo>
                    <a:cubicBezTo>
                      <a:pt x="2424" y="141"/>
                      <a:pt x="2007" y="2"/>
                      <a:pt x="2007" y="2"/>
                    </a:cubicBezTo>
                    <a:cubicBezTo>
                      <a:pt x="2006" y="1"/>
                      <a:pt x="2005" y="1"/>
                      <a:pt x="20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52"/>
              <p:cNvSpPr/>
              <p:nvPr/>
            </p:nvSpPr>
            <p:spPr>
              <a:xfrm>
                <a:off x="3807671" y="4529663"/>
                <a:ext cx="41387" cy="60366"/>
              </a:xfrm>
              <a:custGeom>
                <a:rect b="b" l="l" r="r" t="t"/>
                <a:pathLst>
                  <a:path extrusionOk="0" h="1285" w="881">
                    <a:moveTo>
                      <a:pt x="426" y="0"/>
                    </a:moveTo>
                    <a:cubicBezTo>
                      <a:pt x="316" y="0"/>
                      <a:pt x="0" y="1285"/>
                      <a:pt x="0" y="1285"/>
                    </a:cubicBezTo>
                    <a:lnTo>
                      <a:pt x="881" y="1215"/>
                    </a:lnTo>
                    <a:cubicBezTo>
                      <a:pt x="765" y="798"/>
                      <a:pt x="626" y="404"/>
                      <a:pt x="441" y="10"/>
                    </a:cubicBezTo>
                    <a:cubicBezTo>
                      <a:pt x="436" y="4"/>
                      <a:pt x="431" y="0"/>
                      <a:pt x="4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52"/>
              <p:cNvSpPr/>
              <p:nvPr/>
            </p:nvSpPr>
            <p:spPr>
              <a:xfrm>
                <a:off x="3743407" y="4891572"/>
                <a:ext cx="89351" cy="334245"/>
              </a:xfrm>
              <a:custGeom>
                <a:rect b="b" l="l" r="r" t="t"/>
                <a:pathLst>
                  <a:path extrusionOk="0" h="7115" w="1902">
                    <a:moveTo>
                      <a:pt x="1580" y="0"/>
                    </a:moveTo>
                    <a:cubicBezTo>
                      <a:pt x="1542" y="0"/>
                      <a:pt x="1507" y="23"/>
                      <a:pt x="1507" y="70"/>
                    </a:cubicBezTo>
                    <a:cubicBezTo>
                      <a:pt x="1600" y="2573"/>
                      <a:pt x="1577" y="6628"/>
                      <a:pt x="1044" y="6883"/>
                    </a:cubicBezTo>
                    <a:cubicBezTo>
                      <a:pt x="967" y="6931"/>
                      <a:pt x="881" y="6956"/>
                      <a:pt x="796" y="6956"/>
                    </a:cubicBezTo>
                    <a:cubicBezTo>
                      <a:pt x="677" y="6956"/>
                      <a:pt x="559" y="6908"/>
                      <a:pt x="464" y="6814"/>
                    </a:cubicBezTo>
                    <a:cubicBezTo>
                      <a:pt x="233" y="6512"/>
                      <a:pt x="186" y="6072"/>
                      <a:pt x="349" y="5724"/>
                    </a:cubicBezTo>
                    <a:cubicBezTo>
                      <a:pt x="372" y="5678"/>
                      <a:pt x="349" y="5632"/>
                      <a:pt x="302" y="5609"/>
                    </a:cubicBezTo>
                    <a:cubicBezTo>
                      <a:pt x="296" y="5602"/>
                      <a:pt x="288" y="5599"/>
                      <a:pt x="279" y="5599"/>
                    </a:cubicBezTo>
                    <a:cubicBezTo>
                      <a:pt x="256" y="5599"/>
                      <a:pt x="226" y="5621"/>
                      <a:pt x="210" y="5655"/>
                    </a:cubicBezTo>
                    <a:cubicBezTo>
                      <a:pt x="1" y="6072"/>
                      <a:pt x="70" y="6559"/>
                      <a:pt x="349" y="6930"/>
                    </a:cubicBezTo>
                    <a:cubicBezTo>
                      <a:pt x="464" y="7045"/>
                      <a:pt x="603" y="7115"/>
                      <a:pt x="766" y="7115"/>
                    </a:cubicBezTo>
                    <a:cubicBezTo>
                      <a:pt x="882" y="7115"/>
                      <a:pt x="997" y="7069"/>
                      <a:pt x="1113" y="7022"/>
                    </a:cubicBezTo>
                    <a:cubicBezTo>
                      <a:pt x="1901" y="6651"/>
                      <a:pt x="1693" y="742"/>
                      <a:pt x="1670" y="70"/>
                    </a:cubicBezTo>
                    <a:cubicBezTo>
                      <a:pt x="1658" y="23"/>
                      <a:pt x="1617" y="0"/>
                      <a:pt x="1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52"/>
              <p:cNvSpPr/>
              <p:nvPr/>
            </p:nvSpPr>
            <p:spPr>
              <a:xfrm>
                <a:off x="3430683" y="4577874"/>
                <a:ext cx="727306" cy="429421"/>
              </a:xfrm>
              <a:custGeom>
                <a:rect b="b" l="l" r="r" t="t"/>
                <a:pathLst>
                  <a:path extrusionOk="0" h="9141" w="15482">
                    <a:moveTo>
                      <a:pt x="8720" y="1"/>
                    </a:moveTo>
                    <a:cubicBezTo>
                      <a:pt x="8612" y="1"/>
                      <a:pt x="8502" y="4"/>
                      <a:pt x="8390" y="10"/>
                    </a:cubicBezTo>
                    <a:cubicBezTo>
                      <a:pt x="1576" y="380"/>
                      <a:pt x="0" y="7912"/>
                      <a:pt x="0" y="7912"/>
                    </a:cubicBezTo>
                    <a:cubicBezTo>
                      <a:pt x="436" y="7638"/>
                      <a:pt x="840" y="7531"/>
                      <a:pt x="1205" y="7531"/>
                    </a:cubicBezTo>
                    <a:cubicBezTo>
                      <a:pt x="2472" y="7531"/>
                      <a:pt x="3268" y="8816"/>
                      <a:pt x="3268" y="8816"/>
                    </a:cubicBezTo>
                    <a:cubicBezTo>
                      <a:pt x="3547" y="8457"/>
                      <a:pt x="3952" y="8335"/>
                      <a:pt x="4377" y="8335"/>
                    </a:cubicBezTo>
                    <a:cubicBezTo>
                      <a:pt x="5296" y="8335"/>
                      <a:pt x="6304" y="8909"/>
                      <a:pt x="6304" y="8909"/>
                    </a:cubicBezTo>
                    <a:cubicBezTo>
                      <a:pt x="6527" y="8667"/>
                      <a:pt x="6862" y="8580"/>
                      <a:pt x="7229" y="8580"/>
                    </a:cubicBezTo>
                    <a:cubicBezTo>
                      <a:pt x="8160" y="8580"/>
                      <a:pt x="9294" y="9141"/>
                      <a:pt x="9294" y="9141"/>
                    </a:cubicBezTo>
                    <a:cubicBezTo>
                      <a:pt x="9771" y="8417"/>
                      <a:pt x="10291" y="8184"/>
                      <a:pt x="10765" y="8184"/>
                    </a:cubicBezTo>
                    <a:cubicBezTo>
                      <a:pt x="11626" y="8184"/>
                      <a:pt x="12330" y="8955"/>
                      <a:pt x="12330" y="8955"/>
                    </a:cubicBezTo>
                    <a:cubicBezTo>
                      <a:pt x="12864" y="8486"/>
                      <a:pt x="13795" y="8383"/>
                      <a:pt x="14506" y="8383"/>
                    </a:cubicBezTo>
                    <a:cubicBezTo>
                      <a:pt x="15060" y="8383"/>
                      <a:pt x="15482" y="8445"/>
                      <a:pt x="15482" y="8445"/>
                    </a:cubicBezTo>
                    <a:cubicBezTo>
                      <a:pt x="15482" y="8445"/>
                      <a:pt x="14566" y="1"/>
                      <a:pt x="87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52"/>
              <p:cNvSpPr/>
              <p:nvPr/>
            </p:nvSpPr>
            <p:spPr>
              <a:xfrm>
                <a:off x="3819227" y="4567808"/>
                <a:ext cx="221452" cy="428294"/>
              </a:xfrm>
              <a:custGeom>
                <a:rect b="b" l="l" r="r" t="t"/>
                <a:pathLst>
                  <a:path extrusionOk="0" h="9117" w="4714">
                    <a:moveTo>
                      <a:pt x="109" y="1"/>
                    </a:moveTo>
                    <a:cubicBezTo>
                      <a:pt x="23" y="1"/>
                      <a:pt x="0" y="128"/>
                      <a:pt x="102" y="148"/>
                    </a:cubicBezTo>
                    <a:cubicBezTo>
                      <a:pt x="4552" y="1631"/>
                      <a:pt x="3972" y="8955"/>
                      <a:pt x="3972" y="9024"/>
                    </a:cubicBezTo>
                    <a:cubicBezTo>
                      <a:pt x="3972" y="9071"/>
                      <a:pt x="3995" y="9117"/>
                      <a:pt x="4042" y="9117"/>
                    </a:cubicBezTo>
                    <a:cubicBezTo>
                      <a:pt x="4088" y="9117"/>
                      <a:pt x="4134" y="9094"/>
                      <a:pt x="4134" y="9047"/>
                    </a:cubicBezTo>
                    <a:cubicBezTo>
                      <a:pt x="4134" y="8955"/>
                      <a:pt x="4714" y="1516"/>
                      <a:pt x="148" y="9"/>
                    </a:cubicBezTo>
                    <a:cubicBezTo>
                      <a:pt x="134" y="3"/>
                      <a:pt x="121" y="1"/>
                      <a:pt x="1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52"/>
              <p:cNvSpPr/>
              <p:nvPr/>
            </p:nvSpPr>
            <p:spPr>
              <a:xfrm>
                <a:off x="3815281" y="4573116"/>
                <a:ext cx="102364" cy="420824"/>
              </a:xfrm>
              <a:custGeom>
                <a:rect b="b" l="l" r="r" t="t"/>
                <a:pathLst>
                  <a:path extrusionOk="0" h="8958" w="2179">
                    <a:moveTo>
                      <a:pt x="90" y="0"/>
                    </a:moveTo>
                    <a:cubicBezTo>
                      <a:pt x="70" y="0"/>
                      <a:pt x="47" y="12"/>
                      <a:pt x="24" y="35"/>
                    </a:cubicBezTo>
                    <a:cubicBezTo>
                      <a:pt x="0" y="58"/>
                      <a:pt x="0" y="105"/>
                      <a:pt x="24" y="151"/>
                    </a:cubicBezTo>
                    <a:cubicBezTo>
                      <a:pt x="2179" y="2167"/>
                      <a:pt x="1020" y="8795"/>
                      <a:pt x="1020" y="8865"/>
                    </a:cubicBezTo>
                    <a:cubicBezTo>
                      <a:pt x="997" y="8911"/>
                      <a:pt x="1020" y="8958"/>
                      <a:pt x="1067" y="8958"/>
                    </a:cubicBezTo>
                    <a:lnTo>
                      <a:pt x="1090" y="8958"/>
                    </a:lnTo>
                    <a:cubicBezTo>
                      <a:pt x="1136" y="8958"/>
                      <a:pt x="1159" y="8934"/>
                      <a:pt x="1159" y="8888"/>
                    </a:cubicBezTo>
                    <a:cubicBezTo>
                      <a:pt x="1368" y="7683"/>
                      <a:pt x="1484" y="6478"/>
                      <a:pt x="1507" y="5273"/>
                    </a:cubicBezTo>
                    <a:cubicBezTo>
                      <a:pt x="1530" y="2654"/>
                      <a:pt x="1067" y="893"/>
                      <a:pt x="140" y="35"/>
                    </a:cubicBezTo>
                    <a:cubicBezTo>
                      <a:pt x="128" y="12"/>
                      <a:pt x="111" y="0"/>
                      <a:pt x="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52"/>
              <p:cNvSpPr/>
              <p:nvPr/>
            </p:nvSpPr>
            <p:spPr>
              <a:xfrm>
                <a:off x="3722737" y="4573116"/>
                <a:ext cx="100203" cy="420824"/>
              </a:xfrm>
              <a:custGeom>
                <a:rect b="b" l="l" r="r" t="t"/>
                <a:pathLst>
                  <a:path extrusionOk="0" h="8958" w="2133">
                    <a:moveTo>
                      <a:pt x="2052" y="0"/>
                    </a:moveTo>
                    <a:cubicBezTo>
                      <a:pt x="2028" y="0"/>
                      <a:pt x="2005" y="12"/>
                      <a:pt x="1994" y="35"/>
                    </a:cubicBezTo>
                    <a:cubicBezTo>
                      <a:pt x="464" y="1912"/>
                      <a:pt x="24" y="8564"/>
                      <a:pt x="1" y="8865"/>
                    </a:cubicBezTo>
                    <a:cubicBezTo>
                      <a:pt x="1" y="8911"/>
                      <a:pt x="47" y="8934"/>
                      <a:pt x="93" y="8958"/>
                    </a:cubicBezTo>
                    <a:cubicBezTo>
                      <a:pt x="116" y="8934"/>
                      <a:pt x="140" y="8911"/>
                      <a:pt x="163" y="8888"/>
                    </a:cubicBezTo>
                    <a:cubicBezTo>
                      <a:pt x="163" y="8819"/>
                      <a:pt x="603" y="1982"/>
                      <a:pt x="2110" y="128"/>
                    </a:cubicBezTo>
                    <a:cubicBezTo>
                      <a:pt x="2133" y="105"/>
                      <a:pt x="2133" y="58"/>
                      <a:pt x="2110" y="35"/>
                    </a:cubicBezTo>
                    <a:cubicBezTo>
                      <a:pt x="2098" y="12"/>
                      <a:pt x="2075" y="0"/>
                      <a:pt x="20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52"/>
              <p:cNvSpPr/>
              <p:nvPr/>
            </p:nvSpPr>
            <p:spPr>
              <a:xfrm>
                <a:off x="3581196" y="4568231"/>
                <a:ext cx="241746" cy="396302"/>
              </a:xfrm>
              <a:custGeom>
                <a:rect b="b" l="l" r="r" t="t"/>
                <a:pathLst>
                  <a:path extrusionOk="0" h="8436" w="5146">
                    <a:moveTo>
                      <a:pt x="5053" y="0"/>
                    </a:moveTo>
                    <a:cubicBezTo>
                      <a:pt x="3547" y="348"/>
                      <a:pt x="2226" y="1877"/>
                      <a:pt x="1160" y="4496"/>
                    </a:cubicBezTo>
                    <a:cubicBezTo>
                      <a:pt x="673" y="5748"/>
                      <a:pt x="279" y="7022"/>
                      <a:pt x="1" y="8343"/>
                    </a:cubicBezTo>
                    <a:cubicBezTo>
                      <a:pt x="1" y="8390"/>
                      <a:pt x="24" y="8436"/>
                      <a:pt x="70" y="8436"/>
                    </a:cubicBezTo>
                    <a:lnTo>
                      <a:pt x="94" y="8436"/>
                    </a:lnTo>
                    <a:cubicBezTo>
                      <a:pt x="117" y="8436"/>
                      <a:pt x="163" y="8413"/>
                      <a:pt x="163" y="8366"/>
                    </a:cubicBezTo>
                    <a:cubicBezTo>
                      <a:pt x="186" y="8297"/>
                      <a:pt x="1600" y="974"/>
                      <a:pt x="5076" y="162"/>
                    </a:cubicBezTo>
                    <a:cubicBezTo>
                      <a:pt x="5123" y="139"/>
                      <a:pt x="5146" y="116"/>
                      <a:pt x="5146" y="70"/>
                    </a:cubicBezTo>
                    <a:cubicBezTo>
                      <a:pt x="5146" y="23"/>
                      <a:pt x="5099" y="0"/>
                      <a:pt x="5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52"/>
              <p:cNvSpPr/>
              <p:nvPr/>
            </p:nvSpPr>
            <p:spPr>
              <a:xfrm>
                <a:off x="3407616" y="3740546"/>
                <a:ext cx="868238" cy="516846"/>
              </a:xfrm>
              <a:custGeom>
                <a:rect b="b" l="l" r="r" t="t"/>
                <a:pathLst>
                  <a:path extrusionOk="0" h="11002" w="18482">
                    <a:moveTo>
                      <a:pt x="5891" y="1"/>
                    </a:moveTo>
                    <a:cubicBezTo>
                      <a:pt x="4507" y="1"/>
                      <a:pt x="4080" y="1459"/>
                      <a:pt x="3954" y="2172"/>
                    </a:cubicBezTo>
                    <a:lnTo>
                      <a:pt x="3954" y="2172"/>
                    </a:lnTo>
                    <a:cubicBezTo>
                      <a:pt x="3723" y="1936"/>
                      <a:pt x="3389" y="1740"/>
                      <a:pt x="2973" y="1740"/>
                    </a:cubicBezTo>
                    <a:cubicBezTo>
                      <a:pt x="2517" y="1740"/>
                      <a:pt x="1962" y="1975"/>
                      <a:pt x="1332" y="2648"/>
                    </a:cubicBezTo>
                    <a:cubicBezTo>
                      <a:pt x="0" y="4078"/>
                      <a:pt x="1018" y="5342"/>
                      <a:pt x="1688" y="5741"/>
                    </a:cubicBezTo>
                    <a:lnTo>
                      <a:pt x="1688" y="5741"/>
                    </a:lnTo>
                    <a:cubicBezTo>
                      <a:pt x="920" y="6498"/>
                      <a:pt x="682" y="8316"/>
                      <a:pt x="2583" y="9044"/>
                    </a:cubicBezTo>
                    <a:cubicBezTo>
                      <a:pt x="2814" y="9128"/>
                      <a:pt x="3021" y="9164"/>
                      <a:pt x="3206" y="9164"/>
                    </a:cubicBezTo>
                    <a:cubicBezTo>
                      <a:pt x="3406" y="9164"/>
                      <a:pt x="3580" y="9122"/>
                      <a:pt x="3728" y="9051"/>
                    </a:cubicBezTo>
                    <a:lnTo>
                      <a:pt x="3728" y="9051"/>
                    </a:lnTo>
                    <a:cubicBezTo>
                      <a:pt x="3930" y="9677"/>
                      <a:pt x="4442" y="10301"/>
                      <a:pt x="5364" y="10435"/>
                    </a:cubicBezTo>
                    <a:cubicBezTo>
                      <a:pt x="5507" y="10455"/>
                      <a:pt x="5643" y="10464"/>
                      <a:pt x="5772" y="10464"/>
                    </a:cubicBezTo>
                    <a:cubicBezTo>
                      <a:pt x="6632" y="10464"/>
                      <a:pt x="7207" y="10058"/>
                      <a:pt x="7519" y="9633"/>
                    </a:cubicBezTo>
                    <a:lnTo>
                      <a:pt x="7519" y="9633"/>
                    </a:lnTo>
                    <a:cubicBezTo>
                      <a:pt x="7804" y="10275"/>
                      <a:pt x="8525" y="11001"/>
                      <a:pt x="9765" y="11001"/>
                    </a:cubicBezTo>
                    <a:cubicBezTo>
                      <a:pt x="9848" y="11001"/>
                      <a:pt x="9934" y="10998"/>
                      <a:pt x="10023" y="10991"/>
                    </a:cubicBezTo>
                    <a:cubicBezTo>
                      <a:pt x="10966" y="10917"/>
                      <a:pt x="11500" y="10478"/>
                      <a:pt x="11755" y="10012"/>
                    </a:cubicBezTo>
                    <a:lnTo>
                      <a:pt x="11755" y="10012"/>
                    </a:lnTo>
                    <a:cubicBezTo>
                      <a:pt x="12097" y="10305"/>
                      <a:pt x="12601" y="10532"/>
                      <a:pt x="13175" y="10532"/>
                    </a:cubicBezTo>
                    <a:cubicBezTo>
                      <a:pt x="13534" y="10532"/>
                      <a:pt x="13920" y="10444"/>
                      <a:pt x="14310" y="10226"/>
                    </a:cubicBezTo>
                    <a:cubicBezTo>
                      <a:pt x="15038" y="9812"/>
                      <a:pt x="15363" y="9328"/>
                      <a:pt x="15458" y="8924"/>
                    </a:cubicBezTo>
                    <a:lnTo>
                      <a:pt x="15458" y="8924"/>
                    </a:lnTo>
                    <a:cubicBezTo>
                      <a:pt x="15652" y="8994"/>
                      <a:pt x="15872" y="9037"/>
                      <a:pt x="16093" y="9037"/>
                    </a:cubicBezTo>
                    <a:cubicBezTo>
                      <a:pt x="16363" y="9037"/>
                      <a:pt x="16634" y="8973"/>
                      <a:pt x="16859" y="8813"/>
                    </a:cubicBezTo>
                    <a:cubicBezTo>
                      <a:pt x="17717" y="8187"/>
                      <a:pt x="18482" y="7190"/>
                      <a:pt x="17439" y="5753"/>
                    </a:cubicBezTo>
                    <a:cubicBezTo>
                      <a:pt x="17228" y="5466"/>
                      <a:pt x="17022" y="5274"/>
                      <a:pt x="16831" y="5154"/>
                    </a:cubicBezTo>
                    <a:lnTo>
                      <a:pt x="16831" y="5154"/>
                    </a:lnTo>
                    <a:cubicBezTo>
                      <a:pt x="17182" y="4565"/>
                      <a:pt x="17272" y="3529"/>
                      <a:pt x="16419" y="2764"/>
                    </a:cubicBezTo>
                    <a:cubicBezTo>
                      <a:pt x="16041" y="2425"/>
                      <a:pt x="15675" y="2301"/>
                      <a:pt x="15357" y="2301"/>
                    </a:cubicBezTo>
                    <a:cubicBezTo>
                      <a:pt x="15220" y="2301"/>
                      <a:pt x="15093" y="2324"/>
                      <a:pt x="14977" y="2362"/>
                    </a:cubicBezTo>
                    <a:lnTo>
                      <a:pt x="14977" y="2362"/>
                    </a:lnTo>
                    <a:cubicBezTo>
                      <a:pt x="14944" y="1740"/>
                      <a:pt x="14626" y="934"/>
                      <a:pt x="13847" y="423"/>
                    </a:cubicBezTo>
                    <a:cubicBezTo>
                      <a:pt x="13586" y="259"/>
                      <a:pt x="13324" y="190"/>
                      <a:pt x="13072" y="190"/>
                    </a:cubicBezTo>
                    <a:cubicBezTo>
                      <a:pt x="12413" y="190"/>
                      <a:pt x="11819" y="659"/>
                      <a:pt x="11488" y="1116"/>
                    </a:cubicBezTo>
                    <a:lnTo>
                      <a:pt x="11488" y="1116"/>
                    </a:lnTo>
                    <a:cubicBezTo>
                      <a:pt x="11267" y="686"/>
                      <a:pt x="10754" y="225"/>
                      <a:pt x="9791" y="76"/>
                    </a:cubicBezTo>
                    <a:cubicBezTo>
                      <a:pt x="9659" y="55"/>
                      <a:pt x="9533" y="46"/>
                      <a:pt x="9413" y="46"/>
                    </a:cubicBezTo>
                    <a:cubicBezTo>
                      <a:pt x="8599" y="46"/>
                      <a:pt x="8046" y="485"/>
                      <a:pt x="7737" y="961"/>
                    </a:cubicBezTo>
                    <a:lnTo>
                      <a:pt x="7737" y="961"/>
                    </a:lnTo>
                    <a:cubicBezTo>
                      <a:pt x="7469" y="496"/>
                      <a:pt x="6929" y="59"/>
                      <a:pt x="6037" y="6"/>
                    </a:cubicBezTo>
                    <a:cubicBezTo>
                      <a:pt x="5987" y="3"/>
                      <a:pt x="5938" y="1"/>
                      <a:pt x="58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52"/>
              <p:cNvSpPr/>
              <p:nvPr/>
            </p:nvSpPr>
            <p:spPr>
              <a:xfrm>
                <a:off x="3433172" y="3736271"/>
                <a:ext cx="823093" cy="525021"/>
              </a:xfrm>
              <a:custGeom>
                <a:rect b="b" l="l" r="r" t="t"/>
                <a:pathLst>
                  <a:path extrusionOk="0" h="11176" w="17521">
                    <a:moveTo>
                      <a:pt x="10939" y="1372"/>
                    </a:moveTo>
                    <a:cubicBezTo>
                      <a:pt x="11008" y="1557"/>
                      <a:pt x="11008" y="1742"/>
                      <a:pt x="10939" y="1928"/>
                    </a:cubicBezTo>
                    <a:cubicBezTo>
                      <a:pt x="10916" y="1974"/>
                      <a:pt x="10846" y="1974"/>
                      <a:pt x="10846" y="1974"/>
                    </a:cubicBezTo>
                    <a:lnTo>
                      <a:pt x="10800" y="1974"/>
                    </a:lnTo>
                    <a:cubicBezTo>
                      <a:pt x="10776" y="1951"/>
                      <a:pt x="10753" y="1928"/>
                      <a:pt x="10753" y="1905"/>
                    </a:cubicBezTo>
                    <a:cubicBezTo>
                      <a:pt x="10730" y="1719"/>
                      <a:pt x="10800" y="1534"/>
                      <a:pt x="10916" y="1372"/>
                    </a:cubicBezTo>
                    <a:close/>
                    <a:moveTo>
                      <a:pt x="7184" y="1209"/>
                    </a:moveTo>
                    <a:cubicBezTo>
                      <a:pt x="7323" y="1464"/>
                      <a:pt x="7347" y="1766"/>
                      <a:pt x="7254" y="2044"/>
                    </a:cubicBezTo>
                    <a:cubicBezTo>
                      <a:pt x="7231" y="2090"/>
                      <a:pt x="7161" y="2136"/>
                      <a:pt x="7092" y="2160"/>
                    </a:cubicBezTo>
                    <a:cubicBezTo>
                      <a:pt x="7045" y="2160"/>
                      <a:pt x="6999" y="2136"/>
                      <a:pt x="6999" y="2090"/>
                    </a:cubicBezTo>
                    <a:cubicBezTo>
                      <a:pt x="6929" y="1789"/>
                      <a:pt x="6999" y="1464"/>
                      <a:pt x="7184" y="1209"/>
                    </a:cubicBezTo>
                    <a:close/>
                    <a:moveTo>
                      <a:pt x="3476" y="2438"/>
                    </a:moveTo>
                    <a:cubicBezTo>
                      <a:pt x="3615" y="2600"/>
                      <a:pt x="3685" y="2785"/>
                      <a:pt x="3708" y="2994"/>
                    </a:cubicBezTo>
                    <a:lnTo>
                      <a:pt x="3639" y="2994"/>
                    </a:lnTo>
                    <a:cubicBezTo>
                      <a:pt x="3499" y="2994"/>
                      <a:pt x="3430" y="2739"/>
                      <a:pt x="3430" y="2646"/>
                    </a:cubicBezTo>
                    <a:cubicBezTo>
                      <a:pt x="3430" y="2646"/>
                      <a:pt x="3453" y="2577"/>
                      <a:pt x="3453" y="2438"/>
                    </a:cubicBezTo>
                    <a:close/>
                    <a:moveTo>
                      <a:pt x="14369" y="2577"/>
                    </a:moveTo>
                    <a:cubicBezTo>
                      <a:pt x="14369" y="2785"/>
                      <a:pt x="14299" y="3017"/>
                      <a:pt x="14183" y="3203"/>
                    </a:cubicBezTo>
                    <a:cubicBezTo>
                      <a:pt x="14131" y="3255"/>
                      <a:pt x="14079" y="3281"/>
                      <a:pt x="14027" y="3281"/>
                    </a:cubicBezTo>
                    <a:cubicBezTo>
                      <a:pt x="14009" y="3281"/>
                      <a:pt x="13992" y="3278"/>
                      <a:pt x="13975" y="3272"/>
                    </a:cubicBezTo>
                    <a:cubicBezTo>
                      <a:pt x="13905" y="3249"/>
                      <a:pt x="13859" y="3203"/>
                      <a:pt x="13859" y="3133"/>
                    </a:cubicBezTo>
                    <a:cubicBezTo>
                      <a:pt x="13905" y="2878"/>
                      <a:pt x="14091" y="2646"/>
                      <a:pt x="14345" y="2577"/>
                    </a:cubicBezTo>
                    <a:close/>
                    <a:moveTo>
                      <a:pt x="15710" y="5146"/>
                    </a:moveTo>
                    <a:cubicBezTo>
                      <a:pt x="15726" y="5146"/>
                      <a:pt x="15743" y="5147"/>
                      <a:pt x="15759" y="5149"/>
                    </a:cubicBezTo>
                    <a:lnTo>
                      <a:pt x="15782" y="5149"/>
                    </a:lnTo>
                    <a:cubicBezTo>
                      <a:pt x="15921" y="5149"/>
                      <a:pt x="16060" y="5196"/>
                      <a:pt x="16176" y="5265"/>
                    </a:cubicBezTo>
                    <a:cubicBezTo>
                      <a:pt x="16030" y="5485"/>
                      <a:pt x="15854" y="5618"/>
                      <a:pt x="15695" y="5618"/>
                    </a:cubicBezTo>
                    <a:cubicBezTo>
                      <a:pt x="15653" y="5618"/>
                      <a:pt x="15612" y="5609"/>
                      <a:pt x="15574" y="5590"/>
                    </a:cubicBezTo>
                    <a:cubicBezTo>
                      <a:pt x="15435" y="5543"/>
                      <a:pt x="15365" y="5474"/>
                      <a:pt x="15388" y="5381"/>
                    </a:cubicBezTo>
                    <a:cubicBezTo>
                      <a:pt x="15451" y="5235"/>
                      <a:pt x="15569" y="5146"/>
                      <a:pt x="15710" y="5146"/>
                    </a:cubicBezTo>
                    <a:close/>
                    <a:moveTo>
                      <a:pt x="1924" y="5566"/>
                    </a:moveTo>
                    <a:cubicBezTo>
                      <a:pt x="2086" y="5590"/>
                      <a:pt x="2132" y="5636"/>
                      <a:pt x="2132" y="5636"/>
                    </a:cubicBezTo>
                    <a:cubicBezTo>
                      <a:pt x="2111" y="5719"/>
                      <a:pt x="1888" y="5875"/>
                      <a:pt x="1577" y="5875"/>
                    </a:cubicBezTo>
                    <a:cubicBezTo>
                      <a:pt x="1539" y="5875"/>
                      <a:pt x="1500" y="5873"/>
                      <a:pt x="1460" y="5868"/>
                    </a:cubicBezTo>
                    <a:cubicBezTo>
                      <a:pt x="1391" y="5868"/>
                      <a:pt x="1344" y="5844"/>
                      <a:pt x="1275" y="5821"/>
                    </a:cubicBezTo>
                    <a:cubicBezTo>
                      <a:pt x="1460" y="5636"/>
                      <a:pt x="1692" y="5566"/>
                      <a:pt x="1924" y="5566"/>
                    </a:cubicBezTo>
                    <a:close/>
                    <a:moveTo>
                      <a:pt x="14568" y="8232"/>
                    </a:moveTo>
                    <a:cubicBezTo>
                      <a:pt x="14654" y="8236"/>
                      <a:pt x="14719" y="8281"/>
                      <a:pt x="14763" y="8347"/>
                    </a:cubicBezTo>
                    <a:cubicBezTo>
                      <a:pt x="14878" y="8510"/>
                      <a:pt x="14925" y="8695"/>
                      <a:pt x="14878" y="8904"/>
                    </a:cubicBezTo>
                    <a:cubicBezTo>
                      <a:pt x="14600" y="8788"/>
                      <a:pt x="14392" y="8602"/>
                      <a:pt x="14369" y="8463"/>
                    </a:cubicBezTo>
                    <a:cubicBezTo>
                      <a:pt x="14369" y="8394"/>
                      <a:pt x="14392" y="8347"/>
                      <a:pt x="14438" y="8301"/>
                    </a:cubicBezTo>
                    <a:cubicBezTo>
                      <a:pt x="14481" y="8258"/>
                      <a:pt x="14524" y="8235"/>
                      <a:pt x="14568" y="8232"/>
                    </a:cubicBezTo>
                    <a:close/>
                    <a:moveTo>
                      <a:pt x="3569" y="7791"/>
                    </a:moveTo>
                    <a:cubicBezTo>
                      <a:pt x="3685" y="7791"/>
                      <a:pt x="3754" y="7907"/>
                      <a:pt x="3778" y="7977"/>
                    </a:cubicBezTo>
                    <a:cubicBezTo>
                      <a:pt x="3824" y="8394"/>
                      <a:pt x="3615" y="8811"/>
                      <a:pt x="3245" y="9019"/>
                    </a:cubicBezTo>
                    <a:cubicBezTo>
                      <a:pt x="3129" y="8672"/>
                      <a:pt x="3152" y="8301"/>
                      <a:pt x="3291" y="7953"/>
                    </a:cubicBezTo>
                    <a:cubicBezTo>
                      <a:pt x="3337" y="7861"/>
                      <a:pt x="3430" y="7814"/>
                      <a:pt x="3523" y="7791"/>
                    </a:cubicBezTo>
                    <a:close/>
                    <a:moveTo>
                      <a:pt x="7068" y="8834"/>
                    </a:moveTo>
                    <a:cubicBezTo>
                      <a:pt x="7115" y="8834"/>
                      <a:pt x="7138" y="8857"/>
                      <a:pt x="7161" y="8880"/>
                    </a:cubicBezTo>
                    <a:cubicBezTo>
                      <a:pt x="7207" y="9112"/>
                      <a:pt x="7138" y="9344"/>
                      <a:pt x="6999" y="9553"/>
                    </a:cubicBezTo>
                    <a:cubicBezTo>
                      <a:pt x="6906" y="9344"/>
                      <a:pt x="6883" y="9112"/>
                      <a:pt x="6953" y="8904"/>
                    </a:cubicBezTo>
                    <a:cubicBezTo>
                      <a:pt x="6976" y="8857"/>
                      <a:pt x="7022" y="8834"/>
                      <a:pt x="7068" y="8834"/>
                    </a:cubicBezTo>
                    <a:close/>
                    <a:moveTo>
                      <a:pt x="11124" y="8950"/>
                    </a:moveTo>
                    <a:lnTo>
                      <a:pt x="11124" y="8973"/>
                    </a:lnTo>
                    <a:cubicBezTo>
                      <a:pt x="11170" y="8973"/>
                      <a:pt x="11217" y="8996"/>
                      <a:pt x="11263" y="9043"/>
                    </a:cubicBezTo>
                    <a:cubicBezTo>
                      <a:pt x="11356" y="9344"/>
                      <a:pt x="11333" y="9692"/>
                      <a:pt x="11194" y="9970"/>
                    </a:cubicBezTo>
                    <a:cubicBezTo>
                      <a:pt x="10985" y="9784"/>
                      <a:pt x="10869" y="9553"/>
                      <a:pt x="10823" y="9298"/>
                    </a:cubicBezTo>
                    <a:cubicBezTo>
                      <a:pt x="10823" y="9182"/>
                      <a:pt x="10892" y="9089"/>
                      <a:pt x="10962" y="9019"/>
                    </a:cubicBezTo>
                    <a:cubicBezTo>
                      <a:pt x="11008" y="8973"/>
                      <a:pt x="11055" y="8950"/>
                      <a:pt x="11124" y="8950"/>
                    </a:cubicBezTo>
                    <a:close/>
                    <a:moveTo>
                      <a:pt x="5379" y="185"/>
                    </a:moveTo>
                    <a:cubicBezTo>
                      <a:pt x="5423" y="185"/>
                      <a:pt x="5469" y="187"/>
                      <a:pt x="5516" y="190"/>
                    </a:cubicBezTo>
                    <a:cubicBezTo>
                      <a:pt x="6165" y="190"/>
                      <a:pt x="6767" y="514"/>
                      <a:pt x="7115" y="1047"/>
                    </a:cubicBezTo>
                    <a:cubicBezTo>
                      <a:pt x="6860" y="1464"/>
                      <a:pt x="6744" y="1928"/>
                      <a:pt x="6883" y="2160"/>
                    </a:cubicBezTo>
                    <a:cubicBezTo>
                      <a:pt x="6929" y="2252"/>
                      <a:pt x="7022" y="2322"/>
                      <a:pt x="7115" y="2322"/>
                    </a:cubicBezTo>
                    <a:cubicBezTo>
                      <a:pt x="7231" y="2299"/>
                      <a:pt x="7347" y="2229"/>
                      <a:pt x="7393" y="2113"/>
                    </a:cubicBezTo>
                    <a:cubicBezTo>
                      <a:pt x="7532" y="1766"/>
                      <a:pt x="7486" y="1372"/>
                      <a:pt x="7277" y="1047"/>
                    </a:cubicBezTo>
                    <a:cubicBezTo>
                      <a:pt x="7613" y="555"/>
                      <a:pt x="8187" y="235"/>
                      <a:pt x="8790" y="235"/>
                    </a:cubicBezTo>
                    <a:cubicBezTo>
                      <a:pt x="8811" y="235"/>
                      <a:pt x="8832" y="235"/>
                      <a:pt x="8853" y="236"/>
                    </a:cubicBezTo>
                    <a:cubicBezTo>
                      <a:pt x="8969" y="236"/>
                      <a:pt x="9108" y="236"/>
                      <a:pt x="9224" y="259"/>
                    </a:cubicBezTo>
                    <a:cubicBezTo>
                      <a:pt x="10243" y="422"/>
                      <a:pt x="10684" y="908"/>
                      <a:pt x="10846" y="1209"/>
                    </a:cubicBezTo>
                    <a:cubicBezTo>
                      <a:pt x="10684" y="1418"/>
                      <a:pt x="10591" y="1673"/>
                      <a:pt x="10614" y="1951"/>
                    </a:cubicBezTo>
                    <a:cubicBezTo>
                      <a:pt x="10614" y="2021"/>
                      <a:pt x="10684" y="2090"/>
                      <a:pt x="10753" y="2113"/>
                    </a:cubicBezTo>
                    <a:cubicBezTo>
                      <a:pt x="10790" y="2136"/>
                      <a:pt x="10830" y="2146"/>
                      <a:pt x="10869" y="2146"/>
                    </a:cubicBezTo>
                    <a:cubicBezTo>
                      <a:pt x="10951" y="2146"/>
                      <a:pt x="11031" y="2099"/>
                      <a:pt x="11078" y="2021"/>
                    </a:cubicBezTo>
                    <a:cubicBezTo>
                      <a:pt x="11194" y="1766"/>
                      <a:pt x="11170" y="1464"/>
                      <a:pt x="11031" y="1233"/>
                    </a:cubicBezTo>
                    <a:cubicBezTo>
                      <a:pt x="11379" y="723"/>
                      <a:pt x="11935" y="422"/>
                      <a:pt x="12538" y="352"/>
                    </a:cubicBezTo>
                    <a:cubicBezTo>
                      <a:pt x="12793" y="352"/>
                      <a:pt x="13048" y="445"/>
                      <a:pt x="13256" y="584"/>
                    </a:cubicBezTo>
                    <a:cubicBezTo>
                      <a:pt x="13882" y="978"/>
                      <a:pt x="14276" y="1650"/>
                      <a:pt x="14345" y="2391"/>
                    </a:cubicBezTo>
                    <a:cubicBezTo>
                      <a:pt x="14021" y="2507"/>
                      <a:pt x="13766" y="2785"/>
                      <a:pt x="13720" y="3156"/>
                    </a:cubicBezTo>
                    <a:cubicBezTo>
                      <a:pt x="13720" y="3295"/>
                      <a:pt x="13812" y="3411"/>
                      <a:pt x="13951" y="3434"/>
                    </a:cubicBezTo>
                    <a:cubicBezTo>
                      <a:pt x="13983" y="3447"/>
                      <a:pt x="14017" y="3452"/>
                      <a:pt x="14052" y="3452"/>
                    </a:cubicBezTo>
                    <a:cubicBezTo>
                      <a:pt x="14148" y="3452"/>
                      <a:pt x="14248" y="3409"/>
                      <a:pt x="14299" y="3342"/>
                    </a:cubicBezTo>
                    <a:cubicBezTo>
                      <a:pt x="14484" y="3087"/>
                      <a:pt x="14554" y="2809"/>
                      <a:pt x="14531" y="2530"/>
                    </a:cubicBezTo>
                    <a:cubicBezTo>
                      <a:pt x="14624" y="2507"/>
                      <a:pt x="14716" y="2484"/>
                      <a:pt x="14809" y="2484"/>
                    </a:cubicBezTo>
                    <a:cubicBezTo>
                      <a:pt x="15203" y="2507"/>
                      <a:pt x="15551" y="2646"/>
                      <a:pt x="15829" y="2924"/>
                    </a:cubicBezTo>
                    <a:cubicBezTo>
                      <a:pt x="16478" y="3481"/>
                      <a:pt x="16640" y="4384"/>
                      <a:pt x="16269" y="5149"/>
                    </a:cubicBezTo>
                    <a:cubicBezTo>
                      <a:pt x="16107" y="5057"/>
                      <a:pt x="15945" y="5010"/>
                      <a:pt x="15782" y="5010"/>
                    </a:cubicBezTo>
                    <a:cubicBezTo>
                      <a:pt x="15764" y="5009"/>
                      <a:pt x="15746" y="5008"/>
                      <a:pt x="15728" y="5008"/>
                    </a:cubicBezTo>
                    <a:cubicBezTo>
                      <a:pt x="15498" y="5008"/>
                      <a:pt x="15314" y="5143"/>
                      <a:pt x="15249" y="5358"/>
                    </a:cubicBezTo>
                    <a:cubicBezTo>
                      <a:pt x="15226" y="5543"/>
                      <a:pt x="15342" y="5729"/>
                      <a:pt x="15527" y="5775"/>
                    </a:cubicBezTo>
                    <a:cubicBezTo>
                      <a:pt x="15575" y="5792"/>
                      <a:pt x="15624" y="5801"/>
                      <a:pt x="15674" y="5801"/>
                    </a:cubicBezTo>
                    <a:cubicBezTo>
                      <a:pt x="15892" y="5801"/>
                      <a:pt x="16127" y="5641"/>
                      <a:pt x="16315" y="5358"/>
                    </a:cubicBezTo>
                    <a:cubicBezTo>
                      <a:pt x="16524" y="5520"/>
                      <a:pt x="16686" y="5682"/>
                      <a:pt x="16825" y="5891"/>
                    </a:cubicBezTo>
                    <a:cubicBezTo>
                      <a:pt x="17196" y="6331"/>
                      <a:pt x="17358" y="6887"/>
                      <a:pt x="17312" y="7444"/>
                    </a:cubicBezTo>
                    <a:cubicBezTo>
                      <a:pt x="17219" y="7953"/>
                      <a:pt x="16872" y="8417"/>
                      <a:pt x="16269" y="8857"/>
                    </a:cubicBezTo>
                    <a:cubicBezTo>
                      <a:pt x="16060" y="8996"/>
                      <a:pt x="15805" y="9066"/>
                      <a:pt x="15551" y="9066"/>
                    </a:cubicBezTo>
                    <a:cubicBezTo>
                      <a:pt x="15365" y="9066"/>
                      <a:pt x="15180" y="9043"/>
                      <a:pt x="15018" y="8973"/>
                    </a:cubicBezTo>
                    <a:cubicBezTo>
                      <a:pt x="15064" y="8718"/>
                      <a:pt x="15018" y="8463"/>
                      <a:pt x="14855" y="8255"/>
                    </a:cubicBezTo>
                    <a:cubicBezTo>
                      <a:pt x="14792" y="8153"/>
                      <a:pt x="14686" y="8100"/>
                      <a:pt x="14577" y="8100"/>
                    </a:cubicBezTo>
                    <a:cubicBezTo>
                      <a:pt x="14487" y="8100"/>
                      <a:pt x="14395" y="8135"/>
                      <a:pt x="14322" y="8208"/>
                    </a:cubicBezTo>
                    <a:cubicBezTo>
                      <a:pt x="14230" y="8278"/>
                      <a:pt x="14183" y="8394"/>
                      <a:pt x="14206" y="8510"/>
                    </a:cubicBezTo>
                    <a:cubicBezTo>
                      <a:pt x="14299" y="8788"/>
                      <a:pt x="14531" y="8996"/>
                      <a:pt x="14809" y="9089"/>
                    </a:cubicBezTo>
                    <a:cubicBezTo>
                      <a:pt x="14739" y="9367"/>
                      <a:pt x="14484" y="9831"/>
                      <a:pt x="13720" y="10248"/>
                    </a:cubicBezTo>
                    <a:cubicBezTo>
                      <a:pt x="13395" y="10456"/>
                      <a:pt x="13001" y="10549"/>
                      <a:pt x="12630" y="10549"/>
                    </a:cubicBezTo>
                    <a:cubicBezTo>
                      <a:pt x="12144" y="10549"/>
                      <a:pt x="11680" y="10387"/>
                      <a:pt x="11309" y="10086"/>
                    </a:cubicBezTo>
                    <a:cubicBezTo>
                      <a:pt x="11495" y="9738"/>
                      <a:pt x="11518" y="9344"/>
                      <a:pt x="11379" y="8973"/>
                    </a:cubicBezTo>
                    <a:cubicBezTo>
                      <a:pt x="11325" y="8865"/>
                      <a:pt x="11208" y="8804"/>
                      <a:pt x="11093" y="8804"/>
                    </a:cubicBezTo>
                    <a:cubicBezTo>
                      <a:pt x="11010" y="8804"/>
                      <a:pt x="10927" y="8836"/>
                      <a:pt x="10869" y="8904"/>
                    </a:cubicBezTo>
                    <a:cubicBezTo>
                      <a:pt x="10730" y="8996"/>
                      <a:pt x="10661" y="9135"/>
                      <a:pt x="10661" y="9298"/>
                    </a:cubicBezTo>
                    <a:cubicBezTo>
                      <a:pt x="10684" y="9622"/>
                      <a:pt x="10846" y="9923"/>
                      <a:pt x="11101" y="10109"/>
                    </a:cubicBezTo>
                    <a:cubicBezTo>
                      <a:pt x="10916" y="10433"/>
                      <a:pt x="10452" y="10920"/>
                      <a:pt x="9455" y="11013"/>
                    </a:cubicBezTo>
                    <a:lnTo>
                      <a:pt x="9201" y="11013"/>
                    </a:lnTo>
                    <a:cubicBezTo>
                      <a:pt x="9181" y="11013"/>
                      <a:pt x="9161" y="11013"/>
                      <a:pt x="9141" y="11013"/>
                    </a:cubicBezTo>
                    <a:cubicBezTo>
                      <a:pt x="8265" y="11013"/>
                      <a:pt x="7463" y="10514"/>
                      <a:pt x="7075" y="9728"/>
                    </a:cubicBezTo>
                    <a:lnTo>
                      <a:pt x="7075" y="9728"/>
                    </a:lnTo>
                    <a:cubicBezTo>
                      <a:pt x="7302" y="9383"/>
                      <a:pt x="7392" y="9018"/>
                      <a:pt x="7300" y="8811"/>
                    </a:cubicBezTo>
                    <a:cubicBezTo>
                      <a:pt x="7262" y="8734"/>
                      <a:pt x="7176" y="8689"/>
                      <a:pt x="7081" y="8689"/>
                    </a:cubicBezTo>
                    <a:cubicBezTo>
                      <a:pt x="7062" y="8689"/>
                      <a:pt x="7042" y="8691"/>
                      <a:pt x="7022" y="8695"/>
                    </a:cubicBezTo>
                    <a:cubicBezTo>
                      <a:pt x="6929" y="8695"/>
                      <a:pt x="6860" y="8765"/>
                      <a:pt x="6814" y="8834"/>
                    </a:cubicBezTo>
                    <a:cubicBezTo>
                      <a:pt x="6721" y="9112"/>
                      <a:pt x="6744" y="9437"/>
                      <a:pt x="6883" y="9715"/>
                    </a:cubicBezTo>
                    <a:cubicBezTo>
                      <a:pt x="6504" y="10183"/>
                      <a:pt x="5911" y="10458"/>
                      <a:pt x="5310" y="10458"/>
                    </a:cubicBezTo>
                    <a:cubicBezTo>
                      <a:pt x="5286" y="10458"/>
                      <a:pt x="5262" y="10457"/>
                      <a:pt x="5238" y="10456"/>
                    </a:cubicBezTo>
                    <a:cubicBezTo>
                      <a:pt x="5099" y="10456"/>
                      <a:pt x="4959" y="10456"/>
                      <a:pt x="4820" y="10433"/>
                    </a:cubicBezTo>
                    <a:cubicBezTo>
                      <a:pt x="4125" y="10340"/>
                      <a:pt x="3523" y="9854"/>
                      <a:pt x="3268" y="9182"/>
                    </a:cubicBezTo>
                    <a:cubicBezTo>
                      <a:pt x="3731" y="8927"/>
                      <a:pt x="3963" y="8440"/>
                      <a:pt x="3917" y="7953"/>
                    </a:cubicBezTo>
                    <a:cubicBezTo>
                      <a:pt x="3896" y="7769"/>
                      <a:pt x="3731" y="7621"/>
                      <a:pt x="3565" y="7621"/>
                    </a:cubicBezTo>
                    <a:cubicBezTo>
                      <a:pt x="3543" y="7621"/>
                      <a:pt x="3521" y="7624"/>
                      <a:pt x="3499" y="7629"/>
                    </a:cubicBezTo>
                    <a:cubicBezTo>
                      <a:pt x="3360" y="7675"/>
                      <a:pt x="3245" y="7745"/>
                      <a:pt x="3175" y="7884"/>
                    </a:cubicBezTo>
                    <a:cubicBezTo>
                      <a:pt x="2990" y="8255"/>
                      <a:pt x="2966" y="8695"/>
                      <a:pt x="3105" y="9089"/>
                    </a:cubicBezTo>
                    <a:cubicBezTo>
                      <a:pt x="2955" y="9139"/>
                      <a:pt x="2801" y="9163"/>
                      <a:pt x="2647" y="9163"/>
                    </a:cubicBezTo>
                    <a:cubicBezTo>
                      <a:pt x="2446" y="9163"/>
                      <a:pt x="2247" y="9122"/>
                      <a:pt x="2063" y="9043"/>
                    </a:cubicBezTo>
                    <a:cubicBezTo>
                      <a:pt x="1112" y="8672"/>
                      <a:pt x="811" y="8069"/>
                      <a:pt x="695" y="7629"/>
                    </a:cubicBezTo>
                    <a:cubicBezTo>
                      <a:pt x="579" y="7026"/>
                      <a:pt x="742" y="6378"/>
                      <a:pt x="1159" y="5914"/>
                    </a:cubicBezTo>
                    <a:cubicBezTo>
                      <a:pt x="1251" y="5984"/>
                      <a:pt x="1344" y="6007"/>
                      <a:pt x="1460" y="6007"/>
                    </a:cubicBezTo>
                    <a:cubicBezTo>
                      <a:pt x="1504" y="6012"/>
                      <a:pt x="1547" y="6014"/>
                      <a:pt x="1590" y="6014"/>
                    </a:cubicBezTo>
                    <a:cubicBezTo>
                      <a:pt x="1960" y="6014"/>
                      <a:pt x="2294" y="5843"/>
                      <a:pt x="2294" y="5636"/>
                    </a:cubicBezTo>
                    <a:cubicBezTo>
                      <a:pt x="2294" y="5590"/>
                      <a:pt x="2271" y="5451"/>
                      <a:pt x="1970" y="5404"/>
                    </a:cubicBezTo>
                    <a:cubicBezTo>
                      <a:pt x="1945" y="5402"/>
                      <a:pt x="1919" y="5401"/>
                      <a:pt x="1894" y="5401"/>
                    </a:cubicBezTo>
                    <a:cubicBezTo>
                      <a:pt x="1619" y="5401"/>
                      <a:pt x="1348" y="5516"/>
                      <a:pt x="1136" y="5729"/>
                    </a:cubicBezTo>
                    <a:cubicBezTo>
                      <a:pt x="672" y="5427"/>
                      <a:pt x="348" y="4941"/>
                      <a:pt x="232" y="4384"/>
                    </a:cubicBezTo>
                    <a:cubicBezTo>
                      <a:pt x="162" y="3851"/>
                      <a:pt x="371" y="3318"/>
                      <a:pt x="857" y="2785"/>
                    </a:cubicBezTo>
                    <a:cubicBezTo>
                      <a:pt x="1414" y="2206"/>
                      <a:pt x="1947" y="1928"/>
                      <a:pt x="2457" y="1928"/>
                    </a:cubicBezTo>
                    <a:cubicBezTo>
                      <a:pt x="2781" y="1928"/>
                      <a:pt x="3105" y="2067"/>
                      <a:pt x="3337" y="2299"/>
                    </a:cubicBezTo>
                    <a:cubicBezTo>
                      <a:pt x="3337" y="2415"/>
                      <a:pt x="3314" y="2530"/>
                      <a:pt x="3314" y="2669"/>
                    </a:cubicBezTo>
                    <a:cubicBezTo>
                      <a:pt x="3314" y="2855"/>
                      <a:pt x="3407" y="3156"/>
                      <a:pt x="3662" y="3156"/>
                    </a:cubicBezTo>
                    <a:cubicBezTo>
                      <a:pt x="3708" y="3156"/>
                      <a:pt x="3731" y="3156"/>
                      <a:pt x="3778" y="3133"/>
                    </a:cubicBezTo>
                    <a:cubicBezTo>
                      <a:pt x="3824" y="3110"/>
                      <a:pt x="3870" y="3063"/>
                      <a:pt x="3870" y="3017"/>
                    </a:cubicBezTo>
                    <a:cubicBezTo>
                      <a:pt x="3870" y="2716"/>
                      <a:pt x="3731" y="2438"/>
                      <a:pt x="3523" y="2252"/>
                    </a:cubicBezTo>
                    <a:cubicBezTo>
                      <a:pt x="3657" y="1446"/>
                      <a:pt x="4094" y="185"/>
                      <a:pt x="5379" y="185"/>
                    </a:cubicBezTo>
                    <a:close/>
                    <a:moveTo>
                      <a:pt x="5379" y="0"/>
                    </a:moveTo>
                    <a:cubicBezTo>
                      <a:pt x="3979" y="0"/>
                      <a:pt x="3518" y="1372"/>
                      <a:pt x="3360" y="2113"/>
                    </a:cubicBezTo>
                    <a:cubicBezTo>
                      <a:pt x="3105" y="1882"/>
                      <a:pt x="2781" y="1742"/>
                      <a:pt x="2433" y="1742"/>
                    </a:cubicBezTo>
                    <a:cubicBezTo>
                      <a:pt x="1877" y="1742"/>
                      <a:pt x="1298" y="2067"/>
                      <a:pt x="718" y="2693"/>
                    </a:cubicBezTo>
                    <a:cubicBezTo>
                      <a:pt x="255" y="3133"/>
                      <a:pt x="0" y="3759"/>
                      <a:pt x="70" y="4431"/>
                    </a:cubicBezTo>
                    <a:cubicBezTo>
                      <a:pt x="185" y="5010"/>
                      <a:pt x="533" y="5520"/>
                      <a:pt x="1020" y="5844"/>
                    </a:cubicBezTo>
                    <a:cubicBezTo>
                      <a:pt x="603" y="6354"/>
                      <a:pt x="417" y="7003"/>
                      <a:pt x="556" y="7652"/>
                    </a:cubicBezTo>
                    <a:cubicBezTo>
                      <a:pt x="649" y="8139"/>
                      <a:pt x="997" y="8811"/>
                      <a:pt x="2016" y="9205"/>
                    </a:cubicBezTo>
                    <a:cubicBezTo>
                      <a:pt x="2214" y="9284"/>
                      <a:pt x="2433" y="9325"/>
                      <a:pt x="2654" y="9325"/>
                    </a:cubicBezTo>
                    <a:cubicBezTo>
                      <a:pt x="2823" y="9325"/>
                      <a:pt x="2992" y="9301"/>
                      <a:pt x="3152" y="9251"/>
                    </a:cubicBezTo>
                    <a:cubicBezTo>
                      <a:pt x="3407" y="9970"/>
                      <a:pt x="4056" y="10503"/>
                      <a:pt x="4820" y="10595"/>
                    </a:cubicBezTo>
                    <a:cubicBezTo>
                      <a:pt x="4955" y="10619"/>
                      <a:pt x="5090" y="10631"/>
                      <a:pt x="5225" y="10631"/>
                    </a:cubicBezTo>
                    <a:cubicBezTo>
                      <a:pt x="5878" y="10631"/>
                      <a:pt x="6514" y="10357"/>
                      <a:pt x="6976" y="9877"/>
                    </a:cubicBezTo>
                    <a:cubicBezTo>
                      <a:pt x="7406" y="10670"/>
                      <a:pt x="8236" y="11176"/>
                      <a:pt x="9140" y="11176"/>
                    </a:cubicBezTo>
                    <a:cubicBezTo>
                      <a:pt x="9160" y="11176"/>
                      <a:pt x="9180" y="11175"/>
                      <a:pt x="9201" y="11175"/>
                    </a:cubicBezTo>
                    <a:lnTo>
                      <a:pt x="9224" y="11152"/>
                    </a:lnTo>
                    <a:lnTo>
                      <a:pt x="9479" y="11152"/>
                    </a:lnTo>
                    <a:cubicBezTo>
                      <a:pt x="10522" y="11082"/>
                      <a:pt x="11008" y="10572"/>
                      <a:pt x="11217" y="10225"/>
                    </a:cubicBezTo>
                    <a:cubicBezTo>
                      <a:pt x="11611" y="10526"/>
                      <a:pt x="12121" y="10711"/>
                      <a:pt x="12630" y="10711"/>
                    </a:cubicBezTo>
                    <a:cubicBezTo>
                      <a:pt x="13024" y="10711"/>
                      <a:pt x="13442" y="10595"/>
                      <a:pt x="13812" y="10387"/>
                    </a:cubicBezTo>
                    <a:cubicBezTo>
                      <a:pt x="14322" y="10132"/>
                      <a:pt x="14739" y="9668"/>
                      <a:pt x="14971" y="9135"/>
                    </a:cubicBezTo>
                    <a:cubicBezTo>
                      <a:pt x="15157" y="9182"/>
                      <a:pt x="15342" y="9205"/>
                      <a:pt x="15551" y="9228"/>
                    </a:cubicBezTo>
                    <a:cubicBezTo>
                      <a:pt x="15829" y="9228"/>
                      <a:pt x="16107" y="9135"/>
                      <a:pt x="16339" y="8973"/>
                    </a:cubicBezTo>
                    <a:cubicBezTo>
                      <a:pt x="16987" y="8510"/>
                      <a:pt x="17381" y="8000"/>
                      <a:pt x="17451" y="7467"/>
                    </a:cubicBezTo>
                    <a:cubicBezTo>
                      <a:pt x="17520" y="6864"/>
                      <a:pt x="17335" y="6262"/>
                      <a:pt x="16941" y="5798"/>
                    </a:cubicBezTo>
                    <a:cubicBezTo>
                      <a:pt x="16802" y="5566"/>
                      <a:pt x="16617" y="5381"/>
                      <a:pt x="16385" y="5219"/>
                    </a:cubicBezTo>
                    <a:cubicBezTo>
                      <a:pt x="16825" y="4408"/>
                      <a:pt x="16617" y="3388"/>
                      <a:pt x="15921" y="2809"/>
                    </a:cubicBezTo>
                    <a:cubicBezTo>
                      <a:pt x="15619" y="2487"/>
                      <a:pt x="15208" y="2320"/>
                      <a:pt x="14789" y="2320"/>
                    </a:cubicBezTo>
                    <a:cubicBezTo>
                      <a:pt x="14695" y="2320"/>
                      <a:pt x="14601" y="2328"/>
                      <a:pt x="14508" y="2345"/>
                    </a:cubicBezTo>
                    <a:cubicBezTo>
                      <a:pt x="14415" y="1580"/>
                      <a:pt x="13998" y="885"/>
                      <a:pt x="13349" y="468"/>
                    </a:cubicBezTo>
                    <a:cubicBezTo>
                      <a:pt x="13094" y="306"/>
                      <a:pt x="12816" y="213"/>
                      <a:pt x="12538" y="213"/>
                    </a:cubicBezTo>
                    <a:cubicBezTo>
                      <a:pt x="11889" y="259"/>
                      <a:pt x="11333" y="584"/>
                      <a:pt x="10962" y="1094"/>
                    </a:cubicBezTo>
                    <a:cubicBezTo>
                      <a:pt x="10753" y="746"/>
                      <a:pt x="10267" y="259"/>
                      <a:pt x="9247" y="97"/>
                    </a:cubicBezTo>
                    <a:cubicBezTo>
                      <a:pt x="9131" y="74"/>
                      <a:pt x="8992" y="74"/>
                      <a:pt x="8853" y="74"/>
                    </a:cubicBezTo>
                    <a:cubicBezTo>
                      <a:pt x="8831" y="73"/>
                      <a:pt x="8809" y="73"/>
                      <a:pt x="8788" y="73"/>
                    </a:cubicBezTo>
                    <a:cubicBezTo>
                      <a:pt x="8162" y="73"/>
                      <a:pt x="7566" y="392"/>
                      <a:pt x="7207" y="885"/>
                    </a:cubicBezTo>
                    <a:cubicBezTo>
                      <a:pt x="6814" y="352"/>
                      <a:pt x="6188" y="4"/>
                      <a:pt x="5516" y="4"/>
                    </a:cubicBezTo>
                    <a:cubicBezTo>
                      <a:pt x="5469" y="1"/>
                      <a:pt x="5423" y="0"/>
                      <a:pt x="53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3" name="Google Shape;1153;p52"/>
              <p:cNvSpPr/>
              <p:nvPr/>
            </p:nvSpPr>
            <p:spPr>
              <a:xfrm>
                <a:off x="3805463" y="3983886"/>
                <a:ext cx="86063" cy="82492"/>
              </a:xfrm>
              <a:custGeom>
                <a:rect b="b" l="l" r="r" t="t"/>
                <a:pathLst>
                  <a:path extrusionOk="0" h="1756" w="1832">
                    <a:moveTo>
                      <a:pt x="82" y="0"/>
                    </a:moveTo>
                    <a:cubicBezTo>
                      <a:pt x="43" y="0"/>
                      <a:pt x="1" y="31"/>
                      <a:pt x="1" y="87"/>
                    </a:cubicBezTo>
                    <a:cubicBezTo>
                      <a:pt x="1" y="133"/>
                      <a:pt x="302" y="1524"/>
                      <a:pt x="951" y="1732"/>
                    </a:cubicBezTo>
                    <a:cubicBezTo>
                      <a:pt x="974" y="1755"/>
                      <a:pt x="1021" y="1755"/>
                      <a:pt x="1067" y="1755"/>
                    </a:cubicBezTo>
                    <a:cubicBezTo>
                      <a:pt x="1137" y="1755"/>
                      <a:pt x="1206" y="1732"/>
                      <a:pt x="1276" y="1686"/>
                    </a:cubicBezTo>
                    <a:cubicBezTo>
                      <a:pt x="1716" y="1408"/>
                      <a:pt x="1832" y="203"/>
                      <a:pt x="1832" y="156"/>
                    </a:cubicBezTo>
                    <a:cubicBezTo>
                      <a:pt x="1832" y="110"/>
                      <a:pt x="1809" y="64"/>
                      <a:pt x="1762" y="64"/>
                    </a:cubicBezTo>
                    <a:cubicBezTo>
                      <a:pt x="1716" y="64"/>
                      <a:pt x="1693" y="87"/>
                      <a:pt x="1670" y="133"/>
                    </a:cubicBezTo>
                    <a:cubicBezTo>
                      <a:pt x="1646" y="458"/>
                      <a:pt x="1484" y="1361"/>
                      <a:pt x="1183" y="1570"/>
                    </a:cubicBezTo>
                    <a:cubicBezTo>
                      <a:pt x="1150" y="1586"/>
                      <a:pt x="1106" y="1603"/>
                      <a:pt x="1058" y="1603"/>
                    </a:cubicBezTo>
                    <a:cubicBezTo>
                      <a:pt x="1038" y="1603"/>
                      <a:pt x="1018" y="1600"/>
                      <a:pt x="997" y="1593"/>
                    </a:cubicBezTo>
                    <a:cubicBezTo>
                      <a:pt x="441" y="1408"/>
                      <a:pt x="140" y="40"/>
                      <a:pt x="140" y="40"/>
                    </a:cubicBezTo>
                    <a:cubicBezTo>
                      <a:pt x="131" y="13"/>
                      <a:pt x="107" y="0"/>
                      <a:pt x="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52"/>
              <p:cNvSpPr/>
              <p:nvPr/>
            </p:nvSpPr>
            <p:spPr>
              <a:xfrm>
                <a:off x="3624743" y="4006435"/>
                <a:ext cx="86063" cy="84982"/>
              </a:xfrm>
              <a:custGeom>
                <a:rect b="b" l="l" r="r" t="t"/>
                <a:pathLst>
                  <a:path extrusionOk="0" h="1809" w="1832">
                    <a:moveTo>
                      <a:pt x="905" y="1"/>
                    </a:moveTo>
                    <a:cubicBezTo>
                      <a:pt x="418" y="1"/>
                      <a:pt x="1" y="395"/>
                      <a:pt x="1" y="905"/>
                    </a:cubicBezTo>
                    <a:cubicBezTo>
                      <a:pt x="1" y="1414"/>
                      <a:pt x="418" y="1808"/>
                      <a:pt x="905" y="1808"/>
                    </a:cubicBezTo>
                    <a:cubicBezTo>
                      <a:pt x="1415" y="1808"/>
                      <a:pt x="1832" y="1414"/>
                      <a:pt x="1832" y="905"/>
                    </a:cubicBezTo>
                    <a:cubicBezTo>
                      <a:pt x="1832" y="395"/>
                      <a:pt x="1415" y="1"/>
                      <a:pt x="9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52"/>
              <p:cNvSpPr/>
              <p:nvPr/>
            </p:nvSpPr>
            <p:spPr>
              <a:xfrm>
                <a:off x="4004692" y="3995583"/>
                <a:ext cx="86063" cy="86016"/>
              </a:xfrm>
              <a:custGeom>
                <a:rect b="b" l="l" r="r" t="t"/>
                <a:pathLst>
                  <a:path extrusionOk="0" h="1831" w="1832">
                    <a:moveTo>
                      <a:pt x="905" y="0"/>
                    </a:moveTo>
                    <a:cubicBezTo>
                      <a:pt x="418" y="0"/>
                      <a:pt x="1" y="417"/>
                      <a:pt x="1" y="904"/>
                    </a:cubicBezTo>
                    <a:cubicBezTo>
                      <a:pt x="1" y="1414"/>
                      <a:pt x="418" y="1831"/>
                      <a:pt x="905" y="1831"/>
                    </a:cubicBezTo>
                    <a:cubicBezTo>
                      <a:pt x="1415" y="1831"/>
                      <a:pt x="1832" y="1414"/>
                      <a:pt x="1832" y="904"/>
                    </a:cubicBezTo>
                    <a:cubicBezTo>
                      <a:pt x="1832" y="417"/>
                      <a:pt x="1415" y="0"/>
                      <a:pt x="9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6" name="Google Shape;1156;p52"/>
              <p:cNvSpPr/>
              <p:nvPr/>
            </p:nvSpPr>
            <p:spPr>
              <a:xfrm>
                <a:off x="3823972" y="4314744"/>
                <a:ext cx="57313" cy="55199"/>
              </a:xfrm>
              <a:custGeom>
                <a:rect b="b" l="l" r="r" t="t"/>
                <a:pathLst>
                  <a:path extrusionOk="0" h="1175" w="1220">
                    <a:moveTo>
                      <a:pt x="761" y="0"/>
                    </a:moveTo>
                    <a:cubicBezTo>
                      <a:pt x="746" y="0"/>
                      <a:pt x="733" y="6"/>
                      <a:pt x="719" y="20"/>
                    </a:cubicBezTo>
                    <a:cubicBezTo>
                      <a:pt x="719" y="20"/>
                      <a:pt x="1" y="947"/>
                      <a:pt x="650" y="1155"/>
                    </a:cubicBezTo>
                    <a:cubicBezTo>
                      <a:pt x="691" y="1168"/>
                      <a:pt x="728" y="1174"/>
                      <a:pt x="761" y="1174"/>
                    </a:cubicBezTo>
                    <a:cubicBezTo>
                      <a:pt x="1219" y="1174"/>
                      <a:pt x="957" y="0"/>
                      <a:pt x="7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7" name="Google Shape;1157;p52"/>
              <p:cNvSpPr/>
              <p:nvPr/>
            </p:nvSpPr>
            <p:spPr>
              <a:xfrm>
                <a:off x="3761916" y="4424858"/>
                <a:ext cx="57453" cy="56138"/>
              </a:xfrm>
              <a:custGeom>
                <a:rect b="b" l="l" r="r" t="t"/>
                <a:pathLst>
                  <a:path extrusionOk="0" h="1195" w="1223">
                    <a:moveTo>
                      <a:pt x="756" y="1"/>
                    </a:moveTo>
                    <a:cubicBezTo>
                      <a:pt x="743" y="1"/>
                      <a:pt x="731" y="6"/>
                      <a:pt x="719" y="16"/>
                    </a:cubicBezTo>
                    <a:cubicBezTo>
                      <a:pt x="719" y="16"/>
                      <a:pt x="1" y="943"/>
                      <a:pt x="650" y="1175"/>
                    </a:cubicBezTo>
                    <a:cubicBezTo>
                      <a:pt x="691" y="1188"/>
                      <a:pt x="728" y="1194"/>
                      <a:pt x="761" y="1194"/>
                    </a:cubicBezTo>
                    <a:cubicBezTo>
                      <a:pt x="1223" y="1194"/>
                      <a:pt x="953" y="1"/>
                      <a:pt x="7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8" name="Google Shape;1158;p52"/>
              <p:cNvSpPr/>
              <p:nvPr/>
            </p:nvSpPr>
            <p:spPr>
              <a:xfrm>
                <a:off x="3640011" y="4449708"/>
                <a:ext cx="58346" cy="55246"/>
              </a:xfrm>
              <a:custGeom>
                <a:rect b="b" l="l" r="r" t="t"/>
                <a:pathLst>
                  <a:path extrusionOk="0" h="1176" w="1242">
                    <a:moveTo>
                      <a:pt x="783" y="1"/>
                    </a:moveTo>
                    <a:cubicBezTo>
                      <a:pt x="769" y="1"/>
                      <a:pt x="755" y="7"/>
                      <a:pt x="742" y="20"/>
                    </a:cubicBezTo>
                    <a:cubicBezTo>
                      <a:pt x="742" y="20"/>
                      <a:pt x="0" y="924"/>
                      <a:pt x="672" y="1156"/>
                    </a:cubicBezTo>
                    <a:cubicBezTo>
                      <a:pt x="713" y="1169"/>
                      <a:pt x="750" y="1175"/>
                      <a:pt x="783" y="1175"/>
                    </a:cubicBezTo>
                    <a:cubicBezTo>
                      <a:pt x="1242" y="1175"/>
                      <a:pt x="979" y="1"/>
                      <a:pt x="7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52"/>
              <p:cNvSpPr/>
              <p:nvPr/>
            </p:nvSpPr>
            <p:spPr>
              <a:xfrm>
                <a:off x="3876257" y="4421428"/>
                <a:ext cx="58346" cy="55199"/>
              </a:xfrm>
              <a:custGeom>
                <a:rect b="b" l="l" r="r" t="t"/>
                <a:pathLst>
                  <a:path extrusionOk="0" h="1175" w="1242">
                    <a:moveTo>
                      <a:pt x="783" y="0"/>
                    </a:moveTo>
                    <a:cubicBezTo>
                      <a:pt x="769" y="0"/>
                      <a:pt x="755" y="7"/>
                      <a:pt x="742" y="20"/>
                    </a:cubicBezTo>
                    <a:cubicBezTo>
                      <a:pt x="742" y="20"/>
                      <a:pt x="0" y="947"/>
                      <a:pt x="672" y="1155"/>
                    </a:cubicBezTo>
                    <a:cubicBezTo>
                      <a:pt x="713" y="1168"/>
                      <a:pt x="750" y="1175"/>
                      <a:pt x="784" y="1175"/>
                    </a:cubicBezTo>
                    <a:cubicBezTo>
                      <a:pt x="1242" y="1175"/>
                      <a:pt x="979" y="0"/>
                      <a:pt x="7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p52"/>
              <p:cNvSpPr/>
              <p:nvPr/>
            </p:nvSpPr>
            <p:spPr>
              <a:xfrm>
                <a:off x="3964433" y="4465164"/>
                <a:ext cx="58299" cy="55199"/>
              </a:xfrm>
              <a:custGeom>
                <a:rect b="b" l="l" r="r" t="t"/>
                <a:pathLst>
                  <a:path extrusionOk="0" h="1175" w="1241">
                    <a:moveTo>
                      <a:pt x="779" y="0"/>
                    </a:moveTo>
                    <a:cubicBezTo>
                      <a:pt x="766" y="0"/>
                      <a:pt x="754" y="5"/>
                      <a:pt x="742" y="16"/>
                    </a:cubicBezTo>
                    <a:cubicBezTo>
                      <a:pt x="742" y="16"/>
                      <a:pt x="0" y="943"/>
                      <a:pt x="649" y="1151"/>
                    </a:cubicBezTo>
                    <a:cubicBezTo>
                      <a:pt x="696" y="1167"/>
                      <a:pt x="738" y="1175"/>
                      <a:pt x="775" y="1175"/>
                    </a:cubicBezTo>
                    <a:cubicBezTo>
                      <a:pt x="1240" y="1175"/>
                      <a:pt x="974" y="0"/>
                      <a:pt x="7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1" name="Google Shape;1161;p52"/>
              <p:cNvSpPr/>
              <p:nvPr/>
            </p:nvSpPr>
            <p:spPr>
              <a:xfrm>
                <a:off x="3685719" y="4301872"/>
                <a:ext cx="58534" cy="56091"/>
              </a:xfrm>
              <a:custGeom>
                <a:rect b="b" l="l" r="r" t="t"/>
                <a:pathLst>
                  <a:path extrusionOk="0" h="1194" w="1246">
                    <a:moveTo>
                      <a:pt x="779" y="0"/>
                    </a:moveTo>
                    <a:cubicBezTo>
                      <a:pt x="766" y="0"/>
                      <a:pt x="754" y="5"/>
                      <a:pt x="742" y="15"/>
                    </a:cubicBezTo>
                    <a:cubicBezTo>
                      <a:pt x="742" y="15"/>
                      <a:pt x="1" y="942"/>
                      <a:pt x="673" y="1174"/>
                    </a:cubicBezTo>
                    <a:cubicBezTo>
                      <a:pt x="714" y="1187"/>
                      <a:pt x="751" y="1194"/>
                      <a:pt x="784" y="1194"/>
                    </a:cubicBezTo>
                    <a:cubicBezTo>
                      <a:pt x="1246" y="1194"/>
                      <a:pt x="975" y="0"/>
                      <a:pt x="7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52"/>
              <p:cNvSpPr/>
              <p:nvPr/>
            </p:nvSpPr>
            <p:spPr>
              <a:xfrm>
                <a:off x="3965513" y="4312536"/>
                <a:ext cx="57313" cy="55246"/>
              </a:xfrm>
              <a:custGeom>
                <a:rect b="b" l="l" r="r" t="t"/>
                <a:pathLst>
                  <a:path extrusionOk="0" h="1176" w="1220">
                    <a:moveTo>
                      <a:pt x="760" y="1"/>
                    </a:moveTo>
                    <a:cubicBezTo>
                      <a:pt x="746" y="1"/>
                      <a:pt x="732" y="7"/>
                      <a:pt x="719" y="20"/>
                    </a:cubicBezTo>
                    <a:cubicBezTo>
                      <a:pt x="719" y="20"/>
                      <a:pt x="1" y="947"/>
                      <a:pt x="650" y="1156"/>
                    </a:cubicBezTo>
                    <a:cubicBezTo>
                      <a:pt x="691" y="1169"/>
                      <a:pt x="728" y="1175"/>
                      <a:pt x="761" y="1175"/>
                    </a:cubicBezTo>
                    <a:cubicBezTo>
                      <a:pt x="1219" y="1175"/>
                      <a:pt x="956" y="1"/>
                      <a:pt x="7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52"/>
              <p:cNvSpPr/>
              <p:nvPr/>
            </p:nvSpPr>
            <p:spPr>
              <a:xfrm>
                <a:off x="4207209" y="4221965"/>
                <a:ext cx="58863" cy="55105"/>
              </a:xfrm>
              <a:custGeom>
                <a:rect b="b" l="l" r="r" t="t"/>
                <a:pathLst>
                  <a:path extrusionOk="0" h="1173" w="1253">
                    <a:moveTo>
                      <a:pt x="670" y="1"/>
                    </a:moveTo>
                    <a:cubicBezTo>
                      <a:pt x="654" y="1"/>
                      <a:pt x="639" y="8"/>
                      <a:pt x="626" y="25"/>
                    </a:cubicBezTo>
                    <a:cubicBezTo>
                      <a:pt x="626" y="25"/>
                      <a:pt x="1" y="1021"/>
                      <a:pt x="673" y="1160"/>
                    </a:cubicBezTo>
                    <a:cubicBezTo>
                      <a:pt x="707" y="1168"/>
                      <a:pt x="738" y="1172"/>
                      <a:pt x="766" y="1172"/>
                    </a:cubicBezTo>
                    <a:cubicBezTo>
                      <a:pt x="1253" y="1172"/>
                      <a:pt x="870" y="1"/>
                      <a:pt x="6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52"/>
              <p:cNvSpPr/>
              <p:nvPr/>
            </p:nvSpPr>
            <p:spPr>
              <a:xfrm>
                <a:off x="3437494" y="4206932"/>
                <a:ext cx="58346" cy="55246"/>
              </a:xfrm>
              <a:custGeom>
                <a:rect b="b" l="l" r="r" t="t"/>
                <a:pathLst>
                  <a:path extrusionOk="0" h="1176" w="1242">
                    <a:moveTo>
                      <a:pt x="784" y="1"/>
                    </a:moveTo>
                    <a:cubicBezTo>
                      <a:pt x="769" y="1"/>
                      <a:pt x="755" y="7"/>
                      <a:pt x="742" y="20"/>
                    </a:cubicBezTo>
                    <a:cubicBezTo>
                      <a:pt x="742" y="20"/>
                      <a:pt x="1" y="924"/>
                      <a:pt x="650" y="1156"/>
                    </a:cubicBezTo>
                    <a:cubicBezTo>
                      <a:pt x="692" y="1169"/>
                      <a:pt x="730" y="1175"/>
                      <a:pt x="765" y="1175"/>
                    </a:cubicBezTo>
                    <a:cubicBezTo>
                      <a:pt x="1241" y="1175"/>
                      <a:pt x="979" y="1"/>
                      <a:pt x="7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52"/>
              <p:cNvSpPr/>
              <p:nvPr/>
            </p:nvSpPr>
            <p:spPr>
              <a:xfrm>
                <a:off x="3577954" y="4357352"/>
                <a:ext cx="57453" cy="56138"/>
              </a:xfrm>
              <a:custGeom>
                <a:rect b="b" l="l" r="r" t="t"/>
                <a:pathLst>
                  <a:path extrusionOk="0" h="1195" w="1223">
                    <a:moveTo>
                      <a:pt x="755" y="1"/>
                    </a:moveTo>
                    <a:cubicBezTo>
                      <a:pt x="743" y="1"/>
                      <a:pt x="731" y="6"/>
                      <a:pt x="719" y="16"/>
                    </a:cubicBezTo>
                    <a:cubicBezTo>
                      <a:pt x="719" y="16"/>
                      <a:pt x="0" y="943"/>
                      <a:pt x="649" y="1175"/>
                    </a:cubicBezTo>
                    <a:cubicBezTo>
                      <a:pt x="690" y="1188"/>
                      <a:pt x="727" y="1194"/>
                      <a:pt x="760" y="1194"/>
                    </a:cubicBezTo>
                    <a:cubicBezTo>
                      <a:pt x="1222" y="1194"/>
                      <a:pt x="952" y="1"/>
                      <a:pt x="7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52"/>
              <p:cNvSpPr/>
              <p:nvPr/>
            </p:nvSpPr>
            <p:spPr>
              <a:xfrm>
                <a:off x="3348238" y="4288625"/>
                <a:ext cx="57266" cy="55386"/>
              </a:xfrm>
              <a:custGeom>
                <a:rect b="b" l="l" r="r" t="t"/>
                <a:pathLst>
                  <a:path extrusionOk="0" h="1179" w="1219">
                    <a:moveTo>
                      <a:pt x="763" y="0"/>
                    </a:moveTo>
                    <a:cubicBezTo>
                      <a:pt x="748" y="0"/>
                      <a:pt x="733" y="6"/>
                      <a:pt x="719" y="19"/>
                    </a:cubicBezTo>
                    <a:cubicBezTo>
                      <a:pt x="719" y="19"/>
                      <a:pt x="0" y="946"/>
                      <a:pt x="649" y="1155"/>
                    </a:cubicBezTo>
                    <a:cubicBezTo>
                      <a:pt x="694" y="1171"/>
                      <a:pt x="734" y="1178"/>
                      <a:pt x="769" y="1178"/>
                    </a:cubicBezTo>
                    <a:cubicBezTo>
                      <a:pt x="1219" y="1178"/>
                      <a:pt x="973" y="0"/>
                      <a:pt x="76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52"/>
              <p:cNvSpPr/>
              <p:nvPr/>
            </p:nvSpPr>
            <p:spPr>
              <a:xfrm>
                <a:off x="3276363" y="4396577"/>
                <a:ext cx="58346" cy="55199"/>
              </a:xfrm>
              <a:custGeom>
                <a:rect b="b" l="l" r="r" t="t"/>
                <a:pathLst>
                  <a:path extrusionOk="0" h="1175" w="1242">
                    <a:moveTo>
                      <a:pt x="779" y="0"/>
                    </a:moveTo>
                    <a:cubicBezTo>
                      <a:pt x="767" y="0"/>
                      <a:pt x="754" y="5"/>
                      <a:pt x="742" y="16"/>
                    </a:cubicBezTo>
                    <a:cubicBezTo>
                      <a:pt x="742" y="16"/>
                      <a:pt x="1" y="943"/>
                      <a:pt x="673" y="1151"/>
                    </a:cubicBezTo>
                    <a:cubicBezTo>
                      <a:pt x="718" y="1167"/>
                      <a:pt x="758" y="1175"/>
                      <a:pt x="794" y="1175"/>
                    </a:cubicBezTo>
                    <a:cubicBezTo>
                      <a:pt x="1242" y="1175"/>
                      <a:pt x="974" y="0"/>
                      <a:pt x="7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52"/>
              <p:cNvSpPr/>
              <p:nvPr/>
            </p:nvSpPr>
            <p:spPr>
              <a:xfrm>
                <a:off x="4053689" y="4400477"/>
                <a:ext cx="61400" cy="54776"/>
              </a:xfrm>
              <a:custGeom>
                <a:rect b="b" l="l" r="r" t="t"/>
                <a:pathLst>
                  <a:path extrusionOk="0" h="1166" w="1307">
                    <a:moveTo>
                      <a:pt x="623" y="0"/>
                    </a:moveTo>
                    <a:cubicBezTo>
                      <a:pt x="607" y="0"/>
                      <a:pt x="592" y="8"/>
                      <a:pt x="580" y="25"/>
                    </a:cubicBezTo>
                    <a:cubicBezTo>
                      <a:pt x="580" y="25"/>
                      <a:pt x="1" y="1045"/>
                      <a:pt x="696" y="1161"/>
                    </a:cubicBezTo>
                    <a:cubicBezTo>
                      <a:pt x="718" y="1164"/>
                      <a:pt x="738" y="1165"/>
                      <a:pt x="757" y="1165"/>
                    </a:cubicBezTo>
                    <a:cubicBezTo>
                      <a:pt x="1307" y="1165"/>
                      <a:pt x="824" y="0"/>
                      <a:pt x="6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52"/>
              <p:cNvSpPr/>
              <p:nvPr/>
            </p:nvSpPr>
            <p:spPr>
              <a:xfrm>
                <a:off x="4242066" y="4353688"/>
                <a:ext cx="61118" cy="54823"/>
              </a:xfrm>
              <a:custGeom>
                <a:rect b="b" l="l" r="r" t="t"/>
                <a:pathLst>
                  <a:path extrusionOk="0" h="1167" w="1301">
                    <a:moveTo>
                      <a:pt x="626" y="0"/>
                    </a:moveTo>
                    <a:cubicBezTo>
                      <a:pt x="609" y="0"/>
                      <a:pt x="593" y="8"/>
                      <a:pt x="580" y="25"/>
                    </a:cubicBezTo>
                    <a:cubicBezTo>
                      <a:pt x="580" y="25"/>
                      <a:pt x="0" y="1068"/>
                      <a:pt x="695" y="1160"/>
                    </a:cubicBezTo>
                    <a:cubicBezTo>
                      <a:pt x="722" y="1165"/>
                      <a:pt x="746" y="1167"/>
                      <a:pt x="769" y="1167"/>
                    </a:cubicBezTo>
                    <a:cubicBezTo>
                      <a:pt x="1301" y="1167"/>
                      <a:pt x="840" y="0"/>
                      <a:pt x="6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0" name="Google Shape;1170;p52"/>
            <p:cNvSpPr/>
            <p:nvPr/>
          </p:nvSpPr>
          <p:spPr>
            <a:xfrm>
              <a:off x="17713" y="-521180"/>
              <a:ext cx="111102" cy="106780"/>
            </a:xfrm>
            <a:custGeom>
              <a:rect b="b" l="l" r="r" t="t"/>
              <a:pathLst>
                <a:path extrusionOk="0" h="2273" w="2365">
                  <a:moveTo>
                    <a:pt x="1758" y="1"/>
                  </a:moveTo>
                  <a:cubicBezTo>
                    <a:pt x="1672" y="1"/>
                    <a:pt x="1778" y="1578"/>
                    <a:pt x="1321" y="1647"/>
                  </a:cubicBezTo>
                  <a:cubicBezTo>
                    <a:pt x="1305" y="1649"/>
                    <a:pt x="1289" y="1651"/>
                    <a:pt x="1273" y="1651"/>
                  </a:cubicBezTo>
                  <a:cubicBezTo>
                    <a:pt x="866" y="1651"/>
                    <a:pt x="974" y="784"/>
                    <a:pt x="974" y="627"/>
                  </a:cubicBezTo>
                  <a:cubicBezTo>
                    <a:pt x="994" y="482"/>
                    <a:pt x="922" y="392"/>
                    <a:pt x="739" y="392"/>
                  </a:cubicBezTo>
                  <a:cubicBezTo>
                    <a:pt x="718" y="392"/>
                    <a:pt x="696" y="393"/>
                    <a:pt x="672" y="396"/>
                  </a:cubicBezTo>
                  <a:cubicBezTo>
                    <a:pt x="417" y="442"/>
                    <a:pt x="0" y="2273"/>
                    <a:pt x="1391" y="2273"/>
                  </a:cubicBezTo>
                  <a:cubicBezTo>
                    <a:pt x="2364" y="2250"/>
                    <a:pt x="2341" y="141"/>
                    <a:pt x="2318" y="94"/>
                  </a:cubicBezTo>
                  <a:cubicBezTo>
                    <a:pt x="2132" y="25"/>
                    <a:pt x="1947" y="2"/>
                    <a:pt x="1762" y="2"/>
                  </a:cubicBezTo>
                  <a:cubicBezTo>
                    <a:pt x="1760" y="1"/>
                    <a:pt x="1759" y="1"/>
                    <a:pt x="17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52"/>
            <p:cNvSpPr/>
            <p:nvPr/>
          </p:nvSpPr>
          <p:spPr>
            <a:xfrm>
              <a:off x="-43175" y="-1734593"/>
              <a:ext cx="82962" cy="79533"/>
            </a:xfrm>
            <a:custGeom>
              <a:rect b="b" l="l" r="r" t="t"/>
              <a:pathLst>
                <a:path extrusionOk="0" h="1693" w="1766">
                  <a:moveTo>
                    <a:pt x="1488" y="1"/>
                  </a:moveTo>
                  <a:cubicBezTo>
                    <a:pt x="1441" y="1"/>
                    <a:pt x="1418" y="47"/>
                    <a:pt x="1418" y="94"/>
                  </a:cubicBezTo>
                  <a:cubicBezTo>
                    <a:pt x="1511" y="766"/>
                    <a:pt x="1488" y="1507"/>
                    <a:pt x="1302" y="1554"/>
                  </a:cubicBezTo>
                  <a:cubicBezTo>
                    <a:pt x="1297" y="1554"/>
                    <a:pt x="1291" y="1554"/>
                    <a:pt x="1286" y="1554"/>
                  </a:cubicBezTo>
                  <a:cubicBezTo>
                    <a:pt x="1002" y="1554"/>
                    <a:pt x="439" y="990"/>
                    <a:pt x="167" y="627"/>
                  </a:cubicBezTo>
                  <a:cubicBezTo>
                    <a:pt x="147" y="607"/>
                    <a:pt x="124" y="598"/>
                    <a:pt x="102" y="598"/>
                  </a:cubicBezTo>
                  <a:cubicBezTo>
                    <a:pt x="46" y="598"/>
                    <a:pt x="1" y="653"/>
                    <a:pt x="51" y="719"/>
                  </a:cubicBezTo>
                  <a:cubicBezTo>
                    <a:pt x="120" y="812"/>
                    <a:pt x="839" y="1693"/>
                    <a:pt x="1279" y="1693"/>
                  </a:cubicBezTo>
                  <a:lnTo>
                    <a:pt x="1325" y="1693"/>
                  </a:lnTo>
                  <a:cubicBezTo>
                    <a:pt x="1766" y="1646"/>
                    <a:pt x="1627" y="325"/>
                    <a:pt x="1580" y="70"/>
                  </a:cubicBezTo>
                  <a:cubicBezTo>
                    <a:pt x="1580" y="24"/>
                    <a:pt x="1534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2"/>
            <p:cNvSpPr/>
            <p:nvPr/>
          </p:nvSpPr>
          <p:spPr>
            <a:xfrm>
              <a:off x="247705" y="-1741123"/>
              <a:ext cx="77607" cy="90432"/>
            </a:xfrm>
            <a:custGeom>
              <a:rect b="b" l="l" r="r" t="t"/>
              <a:pathLst>
                <a:path extrusionOk="0" h="1925" w="1652">
                  <a:moveTo>
                    <a:pt x="174" y="1"/>
                  </a:moveTo>
                  <a:cubicBezTo>
                    <a:pt x="133" y="1"/>
                    <a:pt x="93" y="24"/>
                    <a:pt x="93" y="70"/>
                  </a:cubicBezTo>
                  <a:cubicBezTo>
                    <a:pt x="70" y="487"/>
                    <a:pt x="0" y="1808"/>
                    <a:pt x="394" y="1924"/>
                  </a:cubicBezTo>
                  <a:lnTo>
                    <a:pt x="441" y="1924"/>
                  </a:lnTo>
                  <a:cubicBezTo>
                    <a:pt x="603" y="1924"/>
                    <a:pt x="974" y="1739"/>
                    <a:pt x="1622" y="256"/>
                  </a:cubicBezTo>
                  <a:cubicBezTo>
                    <a:pt x="1652" y="182"/>
                    <a:pt x="1607" y="137"/>
                    <a:pt x="1558" y="137"/>
                  </a:cubicBezTo>
                  <a:cubicBezTo>
                    <a:pt x="1530" y="137"/>
                    <a:pt x="1500" y="152"/>
                    <a:pt x="1483" y="186"/>
                  </a:cubicBezTo>
                  <a:cubicBezTo>
                    <a:pt x="1149" y="965"/>
                    <a:pt x="687" y="1766"/>
                    <a:pt x="466" y="1766"/>
                  </a:cubicBezTo>
                  <a:cubicBezTo>
                    <a:pt x="457" y="1766"/>
                    <a:pt x="449" y="1765"/>
                    <a:pt x="441" y="1762"/>
                  </a:cubicBezTo>
                  <a:cubicBezTo>
                    <a:pt x="255" y="1716"/>
                    <a:pt x="209" y="835"/>
                    <a:pt x="255" y="70"/>
                  </a:cubicBezTo>
                  <a:cubicBezTo>
                    <a:pt x="255" y="24"/>
                    <a:pt x="215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3" name="Google Shape;1173;p52"/>
          <p:cNvGrpSpPr/>
          <p:nvPr/>
        </p:nvGrpSpPr>
        <p:grpSpPr>
          <a:xfrm rot="3517648">
            <a:off x="1781002" y="375237"/>
            <a:ext cx="759457" cy="520397"/>
            <a:chOff x="15093307" y="1257889"/>
            <a:chExt cx="759458" cy="520397"/>
          </a:xfrm>
        </p:grpSpPr>
        <p:sp>
          <p:nvSpPr>
            <p:cNvPr id="1174" name="Google Shape;1174;p52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52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2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52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52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52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52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52"/>
            <p:cNvSpPr/>
            <p:nvPr/>
          </p:nvSpPr>
          <p:spPr>
            <a:xfrm>
              <a:off x="15093307" y="1519199"/>
              <a:ext cx="68142" cy="63823"/>
            </a:xfrm>
            <a:custGeom>
              <a:rect b="b" l="l" r="r" t="t"/>
              <a:pathLst>
                <a:path extrusionOk="0" h="1463" w="1562">
                  <a:moveTo>
                    <a:pt x="698" y="1"/>
                  </a:moveTo>
                  <a:cubicBezTo>
                    <a:pt x="513" y="1"/>
                    <a:pt x="331" y="75"/>
                    <a:pt x="198" y="215"/>
                  </a:cubicBezTo>
                  <a:cubicBezTo>
                    <a:pt x="0" y="490"/>
                    <a:pt x="11" y="864"/>
                    <a:pt x="231" y="1117"/>
                  </a:cubicBezTo>
                  <a:cubicBezTo>
                    <a:pt x="396" y="1310"/>
                    <a:pt x="735" y="1462"/>
                    <a:pt x="1026" y="1462"/>
                  </a:cubicBezTo>
                  <a:cubicBezTo>
                    <a:pt x="1298" y="1462"/>
                    <a:pt x="1529" y="1330"/>
                    <a:pt x="1540" y="974"/>
                  </a:cubicBezTo>
                  <a:cubicBezTo>
                    <a:pt x="1562" y="567"/>
                    <a:pt x="1309" y="182"/>
                    <a:pt x="924" y="39"/>
                  </a:cubicBezTo>
                  <a:cubicBezTo>
                    <a:pt x="850" y="13"/>
                    <a:pt x="774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52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52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52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52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52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53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Descriptive overview</a:t>
            </a:r>
            <a:endParaRPr/>
          </a:p>
        </p:txBody>
      </p:sp>
      <p:sp>
        <p:nvSpPr>
          <p:cNvPr id="1192" name="Google Shape;1192;p53"/>
          <p:cNvSpPr txBox="1"/>
          <p:nvPr>
            <p:ph idx="1" type="subTitle"/>
          </p:nvPr>
        </p:nvSpPr>
        <p:spPr>
          <a:xfrm>
            <a:off x="713225" y="3008200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Daily range </a:t>
            </a:r>
            <a:r>
              <a:rPr b="1" lang="en-GB"/>
              <a:t>9.7 to 33.8 °C</a:t>
            </a:r>
            <a:r>
              <a:rPr lang="en-GB"/>
              <a:t>, std 5.5 °C</a:t>
            </a:r>
            <a:endParaRPr b="1"/>
          </a:p>
        </p:txBody>
      </p:sp>
      <p:sp>
        <p:nvSpPr>
          <p:cNvPr id="1193" name="Google Shape;1193;p53"/>
          <p:cNvSpPr txBox="1"/>
          <p:nvPr>
            <p:ph idx="2" type="title"/>
          </p:nvPr>
        </p:nvSpPr>
        <p:spPr>
          <a:xfrm>
            <a:off x="713225" y="1658850"/>
            <a:ext cx="24003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22.0°</a:t>
            </a:r>
            <a:endParaRPr/>
          </a:p>
        </p:txBody>
      </p:sp>
      <p:sp>
        <p:nvSpPr>
          <p:cNvPr id="1194" name="Google Shape;1194;p53"/>
          <p:cNvSpPr txBox="1"/>
          <p:nvPr>
            <p:ph idx="3" type="subTitle"/>
          </p:nvPr>
        </p:nvSpPr>
        <p:spPr>
          <a:xfrm>
            <a:off x="713225" y="245736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Mean temp (°C)</a:t>
            </a:r>
            <a:endParaRPr/>
          </a:p>
        </p:txBody>
      </p:sp>
      <p:sp>
        <p:nvSpPr>
          <p:cNvPr id="1195" name="Google Shape;1195;p53"/>
          <p:cNvSpPr txBox="1"/>
          <p:nvPr>
            <p:ph idx="4" type="subTitle"/>
          </p:nvPr>
        </p:nvSpPr>
        <p:spPr>
          <a:xfrm>
            <a:off x="6030475" y="3008200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Days under 0.1 mm. Rain is </a:t>
            </a:r>
            <a:r>
              <a:rPr b="1" lang="en-GB"/>
              <a:t>extremely skewed</a:t>
            </a:r>
            <a:r>
              <a:rPr lang="en-GB"/>
              <a:t> </a:t>
            </a:r>
            <a:endParaRPr/>
          </a:p>
        </p:txBody>
      </p:sp>
      <p:sp>
        <p:nvSpPr>
          <p:cNvPr id="1196" name="Google Shape;1196;p53"/>
          <p:cNvSpPr txBox="1"/>
          <p:nvPr>
            <p:ph idx="5" type="title"/>
          </p:nvPr>
        </p:nvSpPr>
        <p:spPr>
          <a:xfrm>
            <a:off x="6030475" y="1658850"/>
            <a:ext cx="24003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79%</a:t>
            </a:r>
            <a:endParaRPr/>
          </a:p>
        </p:txBody>
      </p:sp>
      <p:sp>
        <p:nvSpPr>
          <p:cNvPr id="1197" name="Google Shape;1197;p53"/>
          <p:cNvSpPr txBox="1"/>
          <p:nvPr>
            <p:ph idx="6" type="subTitle"/>
          </p:nvPr>
        </p:nvSpPr>
        <p:spPr>
          <a:xfrm>
            <a:off x="6030475" y="245736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Dry days</a:t>
            </a:r>
            <a:endParaRPr/>
          </a:p>
        </p:txBody>
      </p:sp>
      <p:sp>
        <p:nvSpPr>
          <p:cNvPr id="1198" name="Google Shape;1198;p53"/>
          <p:cNvSpPr txBox="1"/>
          <p:nvPr>
            <p:ph idx="7" type="subTitle"/>
          </p:nvPr>
        </p:nvSpPr>
        <p:spPr>
          <a:xfrm>
            <a:off x="3371850" y="3008200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mm per day. Median is </a:t>
            </a:r>
            <a:r>
              <a:rPr b="1" lang="en-GB"/>
              <a:t>0 mm</a:t>
            </a:r>
            <a:r>
              <a:rPr lang="en-GB"/>
              <a:t>; maximum 111.6 mm on 19 Mar 2021</a:t>
            </a:r>
            <a:endParaRPr/>
          </a:p>
        </p:txBody>
      </p:sp>
      <p:sp>
        <p:nvSpPr>
          <p:cNvPr id="1199" name="Google Shape;1199;p53"/>
          <p:cNvSpPr txBox="1"/>
          <p:nvPr>
            <p:ph idx="8" type="title"/>
          </p:nvPr>
        </p:nvSpPr>
        <p:spPr>
          <a:xfrm>
            <a:off x="3371850" y="1658850"/>
            <a:ext cx="24003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0.47</a:t>
            </a:r>
            <a:endParaRPr/>
          </a:p>
        </p:txBody>
      </p:sp>
      <p:sp>
        <p:nvSpPr>
          <p:cNvPr id="1200" name="Google Shape;1200;p53"/>
          <p:cNvSpPr txBox="1"/>
          <p:nvPr>
            <p:ph idx="9" type="subTitle"/>
          </p:nvPr>
        </p:nvSpPr>
        <p:spPr>
          <a:xfrm>
            <a:off x="3371850" y="2457365"/>
            <a:ext cx="2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Mean rain</a:t>
            </a:r>
            <a:endParaRPr/>
          </a:p>
        </p:txBody>
      </p:sp>
      <p:grpSp>
        <p:nvGrpSpPr>
          <p:cNvPr id="1201" name="Google Shape;1201;p53"/>
          <p:cNvGrpSpPr/>
          <p:nvPr/>
        </p:nvGrpSpPr>
        <p:grpSpPr>
          <a:xfrm rot="-3022802">
            <a:off x="1392067" y="4140435"/>
            <a:ext cx="595394" cy="520404"/>
            <a:chOff x="15257378" y="1257889"/>
            <a:chExt cx="595387" cy="520397"/>
          </a:xfrm>
        </p:grpSpPr>
        <p:sp>
          <p:nvSpPr>
            <p:cNvPr id="1202" name="Google Shape;1202;p53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53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3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3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3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3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3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3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3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3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3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3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4" name="Google Shape;1214;p53"/>
          <p:cNvSpPr/>
          <p:nvPr/>
        </p:nvSpPr>
        <p:spPr>
          <a:xfrm rot="-2870085">
            <a:off x="7073522" y="-1511213"/>
            <a:ext cx="2663517" cy="2918984"/>
          </a:xfrm>
          <a:custGeom>
            <a:rect b="b" l="l" r="r" t="t"/>
            <a:pathLst>
              <a:path extrusionOk="0" h="24189" w="22072">
                <a:moveTo>
                  <a:pt x="16469" y="3354"/>
                </a:moveTo>
                <a:cubicBezTo>
                  <a:pt x="16617" y="3354"/>
                  <a:pt x="16766" y="3368"/>
                  <a:pt x="16914" y="3398"/>
                </a:cubicBezTo>
                <a:cubicBezTo>
                  <a:pt x="18354" y="3684"/>
                  <a:pt x="19135" y="5268"/>
                  <a:pt x="19366" y="6720"/>
                </a:cubicBezTo>
                <a:cubicBezTo>
                  <a:pt x="20070" y="11118"/>
                  <a:pt x="17607" y="17497"/>
                  <a:pt x="14461" y="20609"/>
                </a:cubicBezTo>
                <a:cubicBezTo>
                  <a:pt x="13267" y="21797"/>
                  <a:pt x="10170" y="22692"/>
                  <a:pt x="7476" y="22692"/>
                </a:cubicBezTo>
                <a:cubicBezTo>
                  <a:pt x="5682" y="22692"/>
                  <a:pt x="4066" y="22295"/>
                  <a:pt x="3310" y="21324"/>
                </a:cubicBezTo>
                <a:cubicBezTo>
                  <a:pt x="2430" y="20180"/>
                  <a:pt x="3024" y="18442"/>
                  <a:pt x="4080" y="17442"/>
                </a:cubicBezTo>
                <a:cubicBezTo>
                  <a:pt x="5125" y="16452"/>
                  <a:pt x="6532" y="15924"/>
                  <a:pt x="7698" y="15055"/>
                </a:cubicBezTo>
                <a:cubicBezTo>
                  <a:pt x="10370" y="13076"/>
                  <a:pt x="11481" y="9689"/>
                  <a:pt x="12867" y="6654"/>
                </a:cubicBezTo>
                <a:cubicBezTo>
                  <a:pt x="13252" y="5807"/>
                  <a:pt x="13692" y="4949"/>
                  <a:pt x="14362" y="4289"/>
                </a:cubicBezTo>
                <a:cubicBezTo>
                  <a:pt x="14926" y="3744"/>
                  <a:pt x="15691" y="3354"/>
                  <a:pt x="16469" y="3354"/>
                </a:cubicBezTo>
                <a:close/>
                <a:moveTo>
                  <a:pt x="17568" y="1"/>
                </a:moveTo>
                <a:cubicBezTo>
                  <a:pt x="16594" y="1"/>
                  <a:pt x="15635" y="484"/>
                  <a:pt x="14923" y="1177"/>
                </a:cubicBezTo>
                <a:cubicBezTo>
                  <a:pt x="14087" y="2002"/>
                  <a:pt x="13538" y="3068"/>
                  <a:pt x="13054" y="4135"/>
                </a:cubicBezTo>
                <a:cubicBezTo>
                  <a:pt x="11327" y="7929"/>
                  <a:pt x="9931" y="12174"/>
                  <a:pt x="6587" y="14648"/>
                </a:cubicBezTo>
                <a:cubicBezTo>
                  <a:pt x="5125" y="15726"/>
                  <a:pt x="3376" y="16386"/>
                  <a:pt x="2057" y="17640"/>
                </a:cubicBezTo>
                <a:cubicBezTo>
                  <a:pt x="737" y="18882"/>
                  <a:pt x="0" y="21060"/>
                  <a:pt x="1100" y="22478"/>
                </a:cubicBezTo>
                <a:cubicBezTo>
                  <a:pt x="2046" y="23692"/>
                  <a:pt x="4068" y="24189"/>
                  <a:pt x="6314" y="24189"/>
                </a:cubicBezTo>
                <a:cubicBezTo>
                  <a:pt x="9682" y="24189"/>
                  <a:pt x="13553" y="23072"/>
                  <a:pt x="15044" y="21588"/>
                </a:cubicBezTo>
                <a:cubicBezTo>
                  <a:pt x="18981" y="17684"/>
                  <a:pt x="22071" y="9711"/>
                  <a:pt x="21192" y="4212"/>
                </a:cubicBezTo>
                <a:cubicBezTo>
                  <a:pt x="20906" y="2398"/>
                  <a:pt x="19927" y="407"/>
                  <a:pt x="18123" y="55"/>
                </a:cubicBezTo>
                <a:cubicBezTo>
                  <a:pt x="17939" y="18"/>
                  <a:pt x="17753" y="1"/>
                  <a:pt x="17568" y="1"/>
                </a:cubicBezTo>
                <a:close/>
              </a:path>
            </a:pathLst>
          </a:cu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5" name="Google Shape;1215;p53"/>
          <p:cNvGrpSpPr/>
          <p:nvPr/>
        </p:nvGrpSpPr>
        <p:grpSpPr>
          <a:xfrm flipH="1" rot="-1011707">
            <a:off x="7264438" y="4141938"/>
            <a:ext cx="1122193" cy="773363"/>
            <a:chOff x="659741" y="1946850"/>
            <a:chExt cx="995132" cy="685799"/>
          </a:xfrm>
        </p:grpSpPr>
        <p:sp>
          <p:nvSpPr>
            <p:cNvPr id="1216" name="Google Shape;1216;p53"/>
            <p:cNvSpPr/>
            <p:nvPr/>
          </p:nvSpPr>
          <p:spPr>
            <a:xfrm>
              <a:off x="680245" y="1946850"/>
              <a:ext cx="954150" cy="685794"/>
            </a:xfrm>
            <a:custGeom>
              <a:rect b="b" l="l" r="r" t="t"/>
              <a:pathLst>
                <a:path extrusionOk="0" h="10946" w="15297">
                  <a:moveTo>
                    <a:pt x="8580" y="1"/>
                  </a:moveTo>
                  <a:cubicBezTo>
                    <a:pt x="7892" y="1"/>
                    <a:pt x="7132" y="108"/>
                    <a:pt x="6292" y="353"/>
                  </a:cubicBezTo>
                  <a:cubicBezTo>
                    <a:pt x="1504" y="1751"/>
                    <a:pt x="1028" y="5956"/>
                    <a:pt x="1134" y="8202"/>
                  </a:cubicBezTo>
                  <a:cubicBezTo>
                    <a:pt x="1112" y="8287"/>
                    <a:pt x="1091" y="8382"/>
                    <a:pt x="1091" y="8467"/>
                  </a:cubicBezTo>
                  <a:cubicBezTo>
                    <a:pt x="1038" y="8446"/>
                    <a:pt x="975" y="8435"/>
                    <a:pt x="911" y="8435"/>
                  </a:cubicBezTo>
                  <a:cubicBezTo>
                    <a:pt x="615" y="8435"/>
                    <a:pt x="265" y="8721"/>
                    <a:pt x="127" y="9081"/>
                  </a:cubicBezTo>
                  <a:cubicBezTo>
                    <a:pt x="0" y="9399"/>
                    <a:pt x="85" y="9770"/>
                    <a:pt x="350" y="9992"/>
                  </a:cubicBezTo>
                  <a:cubicBezTo>
                    <a:pt x="509" y="10140"/>
                    <a:pt x="699" y="10246"/>
                    <a:pt x="911" y="10289"/>
                  </a:cubicBezTo>
                  <a:cubicBezTo>
                    <a:pt x="953" y="10501"/>
                    <a:pt x="1091" y="10808"/>
                    <a:pt x="1568" y="10850"/>
                  </a:cubicBezTo>
                  <a:cubicBezTo>
                    <a:pt x="1666" y="10859"/>
                    <a:pt x="1762" y="10863"/>
                    <a:pt x="1853" y="10863"/>
                  </a:cubicBezTo>
                  <a:cubicBezTo>
                    <a:pt x="2224" y="10863"/>
                    <a:pt x="2531" y="10793"/>
                    <a:pt x="2744" y="10649"/>
                  </a:cubicBezTo>
                  <a:cubicBezTo>
                    <a:pt x="2786" y="10702"/>
                    <a:pt x="2818" y="10755"/>
                    <a:pt x="2871" y="10797"/>
                  </a:cubicBezTo>
                  <a:cubicBezTo>
                    <a:pt x="2977" y="10893"/>
                    <a:pt x="3125" y="10946"/>
                    <a:pt x="3284" y="10946"/>
                  </a:cubicBezTo>
                  <a:cubicBezTo>
                    <a:pt x="3750" y="10946"/>
                    <a:pt x="4343" y="10543"/>
                    <a:pt x="4566" y="10066"/>
                  </a:cubicBezTo>
                  <a:cubicBezTo>
                    <a:pt x="4714" y="9801"/>
                    <a:pt x="4693" y="9473"/>
                    <a:pt x="4502" y="9240"/>
                  </a:cubicBezTo>
                  <a:cubicBezTo>
                    <a:pt x="4460" y="9177"/>
                    <a:pt x="4396" y="9124"/>
                    <a:pt x="4333" y="9081"/>
                  </a:cubicBezTo>
                  <a:cubicBezTo>
                    <a:pt x="4269" y="7651"/>
                    <a:pt x="4417" y="4442"/>
                    <a:pt x="6981" y="3361"/>
                  </a:cubicBezTo>
                  <a:cubicBezTo>
                    <a:pt x="7390" y="3188"/>
                    <a:pt x="7770" y="3112"/>
                    <a:pt x="8121" y="3112"/>
                  </a:cubicBezTo>
                  <a:cubicBezTo>
                    <a:pt x="9357" y="3112"/>
                    <a:pt x="10235" y="4056"/>
                    <a:pt x="10805" y="5014"/>
                  </a:cubicBezTo>
                  <a:cubicBezTo>
                    <a:pt x="10646" y="5141"/>
                    <a:pt x="10529" y="5321"/>
                    <a:pt x="10466" y="5522"/>
                  </a:cubicBezTo>
                  <a:cubicBezTo>
                    <a:pt x="10328" y="5872"/>
                    <a:pt x="10445" y="6274"/>
                    <a:pt x="10752" y="6497"/>
                  </a:cubicBezTo>
                  <a:cubicBezTo>
                    <a:pt x="10932" y="6634"/>
                    <a:pt x="11144" y="6730"/>
                    <a:pt x="11366" y="6761"/>
                  </a:cubicBezTo>
                  <a:cubicBezTo>
                    <a:pt x="11430" y="6973"/>
                    <a:pt x="11599" y="7280"/>
                    <a:pt x="12097" y="7291"/>
                  </a:cubicBezTo>
                  <a:lnTo>
                    <a:pt x="12129" y="7291"/>
                  </a:lnTo>
                  <a:cubicBezTo>
                    <a:pt x="12648" y="7291"/>
                    <a:pt x="13050" y="7185"/>
                    <a:pt x="13305" y="6984"/>
                  </a:cubicBezTo>
                  <a:cubicBezTo>
                    <a:pt x="13347" y="7026"/>
                    <a:pt x="13400" y="7069"/>
                    <a:pt x="13453" y="7111"/>
                  </a:cubicBezTo>
                  <a:cubicBezTo>
                    <a:pt x="13559" y="7196"/>
                    <a:pt x="13686" y="7238"/>
                    <a:pt x="13824" y="7238"/>
                  </a:cubicBezTo>
                  <a:cubicBezTo>
                    <a:pt x="14300" y="7238"/>
                    <a:pt x="14915" y="6772"/>
                    <a:pt x="15137" y="6242"/>
                  </a:cubicBezTo>
                  <a:cubicBezTo>
                    <a:pt x="15296" y="5903"/>
                    <a:pt x="15254" y="5586"/>
                    <a:pt x="15021" y="5342"/>
                  </a:cubicBezTo>
                  <a:cubicBezTo>
                    <a:pt x="14915" y="5215"/>
                    <a:pt x="14766" y="5130"/>
                    <a:pt x="14597" y="5098"/>
                  </a:cubicBezTo>
                  <a:cubicBezTo>
                    <a:pt x="14496" y="4739"/>
                    <a:pt x="13153" y="1"/>
                    <a:pt x="8580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14300">
              <a:solidFill>
                <a:schemeClr val="dk2"/>
              </a:solidFill>
              <a:prstDash val="solid"/>
              <a:miter lim="105"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3"/>
            <p:cNvSpPr/>
            <p:nvPr/>
          </p:nvSpPr>
          <p:spPr>
            <a:xfrm>
              <a:off x="896859" y="2101571"/>
              <a:ext cx="559936" cy="457756"/>
            </a:xfrm>
            <a:custGeom>
              <a:rect b="b" l="l" r="r" t="t"/>
              <a:pathLst>
                <a:path extrusionOk="0" h="10156" w="12423">
                  <a:moveTo>
                    <a:pt x="6548" y="1"/>
                  </a:moveTo>
                  <a:cubicBezTo>
                    <a:pt x="6220" y="1"/>
                    <a:pt x="5877" y="32"/>
                    <a:pt x="5516" y="98"/>
                  </a:cubicBezTo>
                  <a:cubicBezTo>
                    <a:pt x="371" y="1002"/>
                    <a:pt x="1" y="7792"/>
                    <a:pt x="47" y="10133"/>
                  </a:cubicBezTo>
                  <a:lnTo>
                    <a:pt x="1298" y="10156"/>
                  </a:lnTo>
                  <a:cubicBezTo>
                    <a:pt x="1298" y="10156"/>
                    <a:pt x="279" y="3250"/>
                    <a:pt x="4867" y="1303"/>
                  </a:cubicBezTo>
                  <a:cubicBezTo>
                    <a:pt x="5431" y="1068"/>
                    <a:pt x="5953" y="965"/>
                    <a:pt x="6436" y="965"/>
                  </a:cubicBezTo>
                  <a:cubicBezTo>
                    <a:pt x="9900" y="965"/>
                    <a:pt x="11310" y="6286"/>
                    <a:pt x="11310" y="6286"/>
                  </a:cubicBezTo>
                  <a:lnTo>
                    <a:pt x="12423" y="5590"/>
                  </a:lnTo>
                  <a:cubicBezTo>
                    <a:pt x="11890" y="3930"/>
                    <a:pt x="10243" y="1"/>
                    <a:pt x="65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3"/>
            <p:cNvSpPr/>
            <p:nvPr/>
          </p:nvSpPr>
          <p:spPr>
            <a:xfrm>
              <a:off x="659741" y="1951260"/>
              <a:ext cx="932866" cy="601808"/>
            </a:xfrm>
            <a:custGeom>
              <a:rect b="b" l="l" r="r" t="t"/>
              <a:pathLst>
                <a:path extrusionOk="0" h="13352" w="20697">
                  <a:moveTo>
                    <a:pt x="12352" y="0"/>
                  </a:moveTo>
                  <a:cubicBezTo>
                    <a:pt x="11398" y="0"/>
                    <a:pt x="10343" y="149"/>
                    <a:pt x="9178" y="490"/>
                  </a:cubicBezTo>
                  <a:cubicBezTo>
                    <a:pt x="1" y="3178"/>
                    <a:pt x="2295" y="13352"/>
                    <a:pt x="2295" y="13352"/>
                  </a:cubicBezTo>
                  <a:lnTo>
                    <a:pt x="2643" y="13352"/>
                  </a:lnTo>
                  <a:cubicBezTo>
                    <a:pt x="2434" y="10107"/>
                    <a:pt x="2828" y="2830"/>
                    <a:pt x="10569" y="1185"/>
                  </a:cubicBezTo>
                  <a:cubicBezTo>
                    <a:pt x="11175" y="1059"/>
                    <a:pt x="11745" y="1000"/>
                    <a:pt x="12282" y="1000"/>
                  </a:cubicBezTo>
                  <a:cubicBezTo>
                    <a:pt x="16773" y="1000"/>
                    <a:pt x="18902" y="5081"/>
                    <a:pt x="19792" y="7628"/>
                  </a:cubicBezTo>
                  <a:lnTo>
                    <a:pt x="20696" y="7071"/>
                  </a:lnTo>
                  <a:cubicBezTo>
                    <a:pt x="20696" y="7071"/>
                    <a:pt x="18929" y="0"/>
                    <a:pt x="123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53"/>
            <p:cNvSpPr/>
            <p:nvPr/>
          </p:nvSpPr>
          <p:spPr>
            <a:xfrm>
              <a:off x="769444" y="1996331"/>
              <a:ext cx="782414" cy="558854"/>
            </a:xfrm>
            <a:custGeom>
              <a:rect b="b" l="l" r="r" t="t"/>
              <a:pathLst>
                <a:path extrusionOk="0" h="12399" w="17359">
                  <a:moveTo>
                    <a:pt x="9849" y="0"/>
                  </a:moveTo>
                  <a:cubicBezTo>
                    <a:pt x="9312" y="0"/>
                    <a:pt x="8741" y="59"/>
                    <a:pt x="8135" y="185"/>
                  </a:cubicBezTo>
                  <a:cubicBezTo>
                    <a:pt x="371" y="1830"/>
                    <a:pt x="0" y="9107"/>
                    <a:pt x="209" y="12352"/>
                  </a:cubicBezTo>
                  <a:lnTo>
                    <a:pt x="1646" y="12398"/>
                  </a:lnTo>
                  <a:cubicBezTo>
                    <a:pt x="1321" y="9733"/>
                    <a:pt x="1229" y="3059"/>
                    <a:pt x="8343" y="1390"/>
                  </a:cubicBezTo>
                  <a:cubicBezTo>
                    <a:pt x="8887" y="1260"/>
                    <a:pt x="9398" y="1200"/>
                    <a:pt x="9880" y="1200"/>
                  </a:cubicBezTo>
                  <a:cubicBezTo>
                    <a:pt x="13694" y="1200"/>
                    <a:pt x="15632" y="4941"/>
                    <a:pt x="16455" y="7184"/>
                  </a:cubicBezTo>
                  <a:lnTo>
                    <a:pt x="17358" y="6604"/>
                  </a:lnTo>
                  <a:cubicBezTo>
                    <a:pt x="16468" y="4079"/>
                    <a:pt x="14339" y="0"/>
                    <a:pt x="98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3"/>
            <p:cNvSpPr/>
            <p:nvPr/>
          </p:nvSpPr>
          <p:spPr>
            <a:xfrm>
              <a:off x="824791" y="2050416"/>
              <a:ext cx="686319" cy="506840"/>
            </a:xfrm>
            <a:custGeom>
              <a:rect b="b" l="l" r="r" t="t"/>
              <a:pathLst>
                <a:path extrusionOk="0" h="11245" w="15227">
                  <a:moveTo>
                    <a:pt x="8653" y="0"/>
                  </a:moveTo>
                  <a:cubicBezTo>
                    <a:pt x="8171" y="0"/>
                    <a:pt x="7659" y="60"/>
                    <a:pt x="7115" y="190"/>
                  </a:cubicBezTo>
                  <a:cubicBezTo>
                    <a:pt x="1" y="1859"/>
                    <a:pt x="93" y="8533"/>
                    <a:pt x="418" y="11198"/>
                  </a:cubicBezTo>
                  <a:lnTo>
                    <a:pt x="1646" y="11244"/>
                  </a:lnTo>
                  <a:cubicBezTo>
                    <a:pt x="1623" y="8904"/>
                    <a:pt x="1970" y="2137"/>
                    <a:pt x="7115" y="1210"/>
                  </a:cubicBezTo>
                  <a:cubicBezTo>
                    <a:pt x="7466" y="1147"/>
                    <a:pt x="7802" y="1118"/>
                    <a:pt x="8121" y="1118"/>
                  </a:cubicBezTo>
                  <a:cubicBezTo>
                    <a:pt x="11835" y="1118"/>
                    <a:pt x="13488" y="5061"/>
                    <a:pt x="14022" y="6725"/>
                  </a:cubicBezTo>
                  <a:lnTo>
                    <a:pt x="15227" y="5961"/>
                  </a:lnTo>
                  <a:cubicBezTo>
                    <a:pt x="14404" y="3738"/>
                    <a:pt x="12466" y="0"/>
                    <a:pt x="86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53"/>
            <p:cNvSpPr/>
            <p:nvPr/>
          </p:nvSpPr>
          <p:spPr>
            <a:xfrm>
              <a:off x="767325" y="1993807"/>
              <a:ext cx="760508" cy="557186"/>
            </a:xfrm>
            <a:custGeom>
              <a:rect b="b" l="l" r="r" t="t"/>
              <a:pathLst>
                <a:path extrusionOk="0" h="12362" w="16873">
                  <a:moveTo>
                    <a:pt x="9965" y="0"/>
                  </a:moveTo>
                  <a:cubicBezTo>
                    <a:pt x="9414" y="0"/>
                    <a:pt x="8820" y="54"/>
                    <a:pt x="8182" y="171"/>
                  </a:cubicBezTo>
                  <a:cubicBezTo>
                    <a:pt x="5540" y="658"/>
                    <a:pt x="3500" y="1979"/>
                    <a:pt x="2087" y="4111"/>
                  </a:cubicBezTo>
                  <a:cubicBezTo>
                    <a:pt x="302" y="6823"/>
                    <a:pt x="1" y="10252"/>
                    <a:pt x="464" y="12292"/>
                  </a:cubicBezTo>
                  <a:cubicBezTo>
                    <a:pt x="488" y="12338"/>
                    <a:pt x="511" y="12361"/>
                    <a:pt x="557" y="12361"/>
                  </a:cubicBezTo>
                  <a:lnTo>
                    <a:pt x="580" y="12361"/>
                  </a:lnTo>
                  <a:cubicBezTo>
                    <a:pt x="603" y="12361"/>
                    <a:pt x="650" y="12315"/>
                    <a:pt x="627" y="12269"/>
                  </a:cubicBezTo>
                  <a:cubicBezTo>
                    <a:pt x="163" y="10252"/>
                    <a:pt x="464" y="6869"/>
                    <a:pt x="2226" y="4204"/>
                  </a:cubicBezTo>
                  <a:cubicBezTo>
                    <a:pt x="3593" y="2118"/>
                    <a:pt x="5609" y="820"/>
                    <a:pt x="8205" y="334"/>
                  </a:cubicBezTo>
                  <a:cubicBezTo>
                    <a:pt x="8830" y="220"/>
                    <a:pt x="9409" y="168"/>
                    <a:pt x="9946" y="168"/>
                  </a:cubicBezTo>
                  <a:cubicBezTo>
                    <a:pt x="12577" y="168"/>
                    <a:pt x="14191" y="1400"/>
                    <a:pt x="15134" y="2535"/>
                  </a:cubicBezTo>
                  <a:cubicBezTo>
                    <a:pt x="15876" y="3485"/>
                    <a:pt x="16409" y="4551"/>
                    <a:pt x="16710" y="5733"/>
                  </a:cubicBezTo>
                  <a:cubicBezTo>
                    <a:pt x="16710" y="5767"/>
                    <a:pt x="16735" y="5789"/>
                    <a:pt x="16767" y="5789"/>
                  </a:cubicBezTo>
                  <a:cubicBezTo>
                    <a:pt x="16778" y="5789"/>
                    <a:pt x="16790" y="5786"/>
                    <a:pt x="16803" y="5780"/>
                  </a:cubicBezTo>
                  <a:cubicBezTo>
                    <a:pt x="16849" y="5780"/>
                    <a:pt x="16872" y="5733"/>
                    <a:pt x="16872" y="5687"/>
                  </a:cubicBezTo>
                  <a:cubicBezTo>
                    <a:pt x="16851" y="5624"/>
                    <a:pt x="15618" y="0"/>
                    <a:pt x="9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3"/>
            <p:cNvSpPr/>
            <p:nvPr/>
          </p:nvSpPr>
          <p:spPr>
            <a:xfrm>
              <a:off x="820599" y="2045053"/>
              <a:ext cx="684246" cy="525771"/>
            </a:xfrm>
            <a:custGeom>
              <a:rect b="b" l="l" r="r" t="t"/>
              <a:pathLst>
                <a:path extrusionOk="0" h="11665" w="15181">
                  <a:moveTo>
                    <a:pt x="8516" y="1"/>
                  </a:moveTo>
                  <a:cubicBezTo>
                    <a:pt x="8201" y="1"/>
                    <a:pt x="7874" y="25"/>
                    <a:pt x="7533" y="77"/>
                  </a:cubicBezTo>
                  <a:cubicBezTo>
                    <a:pt x="5123" y="471"/>
                    <a:pt x="3199" y="1630"/>
                    <a:pt x="1924" y="3507"/>
                  </a:cubicBezTo>
                  <a:cubicBezTo>
                    <a:pt x="464" y="5686"/>
                    <a:pt x="1" y="8629"/>
                    <a:pt x="673" y="11595"/>
                  </a:cubicBezTo>
                  <a:cubicBezTo>
                    <a:pt x="673" y="11642"/>
                    <a:pt x="719" y="11665"/>
                    <a:pt x="742" y="11665"/>
                  </a:cubicBezTo>
                  <a:lnTo>
                    <a:pt x="766" y="11665"/>
                  </a:lnTo>
                  <a:cubicBezTo>
                    <a:pt x="812" y="11642"/>
                    <a:pt x="835" y="11595"/>
                    <a:pt x="835" y="11549"/>
                  </a:cubicBezTo>
                  <a:cubicBezTo>
                    <a:pt x="163" y="8629"/>
                    <a:pt x="627" y="5732"/>
                    <a:pt x="2063" y="3600"/>
                  </a:cubicBezTo>
                  <a:cubicBezTo>
                    <a:pt x="3292" y="1769"/>
                    <a:pt x="5215" y="610"/>
                    <a:pt x="7579" y="239"/>
                  </a:cubicBezTo>
                  <a:cubicBezTo>
                    <a:pt x="7916" y="187"/>
                    <a:pt x="8239" y="162"/>
                    <a:pt x="8549" y="162"/>
                  </a:cubicBezTo>
                  <a:cubicBezTo>
                    <a:pt x="13281" y="162"/>
                    <a:pt x="14997" y="5920"/>
                    <a:pt x="15018" y="5964"/>
                  </a:cubicBezTo>
                  <a:cubicBezTo>
                    <a:pt x="15042" y="6010"/>
                    <a:pt x="15088" y="6033"/>
                    <a:pt x="15134" y="6033"/>
                  </a:cubicBezTo>
                  <a:cubicBezTo>
                    <a:pt x="15157" y="6010"/>
                    <a:pt x="15181" y="5964"/>
                    <a:pt x="15181" y="5940"/>
                  </a:cubicBezTo>
                  <a:cubicBezTo>
                    <a:pt x="15159" y="5875"/>
                    <a:pt x="13398" y="1"/>
                    <a:pt x="8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53"/>
            <p:cNvSpPr/>
            <p:nvPr/>
          </p:nvSpPr>
          <p:spPr>
            <a:xfrm>
              <a:off x="893749" y="2097740"/>
              <a:ext cx="566832" cy="463706"/>
            </a:xfrm>
            <a:custGeom>
              <a:rect b="b" l="l" r="r" t="t"/>
              <a:pathLst>
                <a:path extrusionOk="0" h="10288" w="12576">
                  <a:moveTo>
                    <a:pt x="6544" y="1"/>
                  </a:moveTo>
                  <a:cubicBezTo>
                    <a:pt x="6167" y="1"/>
                    <a:pt x="5771" y="43"/>
                    <a:pt x="5354" y="136"/>
                  </a:cubicBezTo>
                  <a:cubicBezTo>
                    <a:pt x="3129" y="623"/>
                    <a:pt x="1553" y="2269"/>
                    <a:pt x="719" y="5073"/>
                  </a:cubicBezTo>
                  <a:cubicBezTo>
                    <a:pt x="232" y="6741"/>
                    <a:pt x="0" y="8456"/>
                    <a:pt x="46" y="10194"/>
                  </a:cubicBezTo>
                  <a:cubicBezTo>
                    <a:pt x="46" y="10241"/>
                    <a:pt x="70" y="10287"/>
                    <a:pt x="116" y="10287"/>
                  </a:cubicBezTo>
                  <a:lnTo>
                    <a:pt x="116" y="10264"/>
                  </a:lnTo>
                  <a:cubicBezTo>
                    <a:pt x="162" y="10264"/>
                    <a:pt x="186" y="10241"/>
                    <a:pt x="186" y="10194"/>
                  </a:cubicBezTo>
                  <a:cubicBezTo>
                    <a:pt x="162" y="8456"/>
                    <a:pt x="394" y="6741"/>
                    <a:pt x="858" y="5096"/>
                  </a:cubicBezTo>
                  <a:cubicBezTo>
                    <a:pt x="1692" y="2384"/>
                    <a:pt x="3221" y="762"/>
                    <a:pt x="5377" y="299"/>
                  </a:cubicBezTo>
                  <a:cubicBezTo>
                    <a:pt x="5777" y="211"/>
                    <a:pt x="6157" y="170"/>
                    <a:pt x="6519" y="170"/>
                  </a:cubicBezTo>
                  <a:cubicBezTo>
                    <a:pt x="10729" y="170"/>
                    <a:pt x="12401" y="5658"/>
                    <a:pt x="12422" y="5722"/>
                  </a:cubicBezTo>
                  <a:cubicBezTo>
                    <a:pt x="12431" y="5757"/>
                    <a:pt x="12457" y="5772"/>
                    <a:pt x="12484" y="5772"/>
                  </a:cubicBezTo>
                  <a:cubicBezTo>
                    <a:pt x="12528" y="5772"/>
                    <a:pt x="12575" y="5733"/>
                    <a:pt x="12561" y="5675"/>
                  </a:cubicBezTo>
                  <a:cubicBezTo>
                    <a:pt x="12540" y="5611"/>
                    <a:pt x="10852" y="1"/>
                    <a:pt x="6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53"/>
            <p:cNvSpPr/>
            <p:nvPr/>
          </p:nvSpPr>
          <p:spPr>
            <a:xfrm>
              <a:off x="667944" y="2438611"/>
              <a:ext cx="324567" cy="190567"/>
            </a:xfrm>
            <a:custGeom>
              <a:rect b="b" l="l" r="r" t="t"/>
              <a:pathLst>
                <a:path extrusionOk="0" h="4228" w="7201">
                  <a:moveTo>
                    <a:pt x="2623" y="1"/>
                  </a:moveTo>
                  <a:cubicBezTo>
                    <a:pt x="1840" y="1"/>
                    <a:pt x="1905" y="1009"/>
                    <a:pt x="1905" y="1009"/>
                  </a:cubicBezTo>
                  <a:cubicBezTo>
                    <a:pt x="1807" y="940"/>
                    <a:pt x="1698" y="909"/>
                    <a:pt x="1586" y="909"/>
                  </a:cubicBezTo>
                  <a:cubicBezTo>
                    <a:pt x="870" y="909"/>
                    <a:pt x="1" y="2172"/>
                    <a:pt x="862" y="2933"/>
                  </a:cubicBezTo>
                  <a:cubicBezTo>
                    <a:pt x="1138" y="3177"/>
                    <a:pt x="1409" y="3298"/>
                    <a:pt x="1646" y="3331"/>
                  </a:cubicBezTo>
                  <a:lnTo>
                    <a:pt x="1646" y="3331"/>
                  </a:lnTo>
                  <a:cubicBezTo>
                    <a:pt x="1701" y="3698"/>
                    <a:pt x="1937" y="4033"/>
                    <a:pt x="2484" y="4092"/>
                  </a:cubicBezTo>
                  <a:cubicBezTo>
                    <a:pt x="2627" y="4105"/>
                    <a:pt x="2763" y="4111"/>
                    <a:pt x="2890" y="4111"/>
                  </a:cubicBezTo>
                  <a:cubicBezTo>
                    <a:pt x="3458" y="4111"/>
                    <a:pt x="3865" y="3985"/>
                    <a:pt x="4122" y="3788"/>
                  </a:cubicBezTo>
                  <a:lnTo>
                    <a:pt x="4122" y="3788"/>
                  </a:lnTo>
                  <a:cubicBezTo>
                    <a:pt x="4177" y="3876"/>
                    <a:pt x="4248" y="3963"/>
                    <a:pt x="4338" y="4045"/>
                  </a:cubicBezTo>
                  <a:cubicBezTo>
                    <a:pt x="4472" y="4172"/>
                    <a:pt x="4649" y="4227"/>
                    <a:pt x="4844" y="4227"/>
                  </a:cubicBezTo>
                  <a:cubicBezTo>
                    <a:pt x="5794" y="4227"/>
                    <a:pt x="7201" y="2909"/>
                    <a:pt x="6470" y="2006"/>
                  </a:cubicBezTo>
                  <a:cubicBezTo>
                    <a:pt x="6247" y="1722"/>
                    <a:pt x="5990" y="1617"/>
                    <a:pt x="5746" y="1617"/>
                  </a:cubicBezTo>
                  <a:cubicBezTo>
                    <a:pt x="5744" y="1617"/>
                    <a:pt x="5741" y="1617"/>
                    <a:pt x="5738" y="1617"/>
                  </a:cubicBezTo>
                  <a:lnTo>
                    <a:pt x="5738" y="1617"/>
                  </a:lnTo>
                  <a:cubicBezTo>
                    <a:pt x="5784" y="1188"/>
                    <a:pt x="5609" y="671"/>
                    <a:pt x="5103" y="291"/>
                  </a:cubicBezTo>
                  <a:cubicBezTo>
                    <a:pt x="4905" y="139"/>
                    <a:pt x="4702" y="76"/>
                    <a:pt x="4507" y="76"/>
                  </a:cubicBezTo>
                  <a:cubicBezTo>
                    <a:pt x="4197" y="76"/>
                    <a:pt x="3909" y="235"/>
                    <a:pt x="3698" y="453"/>
                  </a:cubicBezTo>
                  <a:lnTo>
                    <a:pt x="3698" y="453"/>
                  </a:lnTo>
                  <a:cubicBezTo>
                    <a:pt x="3571" y="332"/>
                    <a:pt x="3401" y="220"/>
                    <a:pt x="3179" y="129"/>
                  </a:cubicBezTo>
                  <a:cubicBezTo>
                    <a:pt x="2958" y="38"/>
                    <a:pt x="2774" y="1"/>
                    <a:pt x="2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53"/>
            <p:cNvSpPr/>
            <p:nvPr/>
          </p:nvSpPr>
          <p:spPr>
            <a:xfrm>
              <a:off x="680654" y="2434916"/>
              <a:ext cx="294594" cy="197733"/>
            </a:xfrm>
            <a:custGeom>
              <a:rect b="b" l="l" r="r" t="t"/>
              <a:pathLst>
                <a:path extrusionOk="0" h="4387" w="6536">
                  <a:moveTo>
                    <a:pt x="3407" y="651"/>
                  </a:moveTo>
                  <a:cubicBezTo>
                    <a:pt x="3616" y="859"/>
                    <a:pt x="3708" y="1161"/>
                    <a:pt x="3616" y="1439"/>
                  </a:cubicBezTo>
                  <a:cubicBezTo>
                    <a:pt x="3602" y="1551"/>
                    <a:pt x="3511" y="1612"/>
                    <a:pt x="3416" y="1612"/>
                  </a:cubicBezTo>
                  <a:cubicBezTo>
                    <a:pt x="3354" y="1612"/>
                    <a:pt x="3291" y="1586"/>
                    <a:pt x="3245" y="1532"/>
                  </a:cubicBezTo>
                  <a:cubicBezTo>
                    <a:pt x="3059" y="1323"/>
                    <a:pt x="3175" y="952"/>
                    <a:pt x="3407" y="651"/>
                  </a:cubicBezTo>
                  <a:close/>
                  <a:moveTo>
                    <a:pt x="5354" y="1786"/>
                  </a:moveTo>
                  <a:lnTo>
                    <a:pt x="5354" y="1786"/>
                  </a:lnTo>
                  <a:cubicBezTo>
                    <a:pt x="5331" y="2111"/>
                    <a:pt x="5076" y="2366"/>
                    <a:pt x="4751" y="2435"/>
                  </a:cubicBezTo>
                  <a:lnTo>
                    <a:pt x="4705" y="2435"/>
                  </a:lnTo>
                  <a:cubicBezTo>
                    <a:pt x="4589" y="2435"/>
                    <a:pt x="4589" y="2389"/>
                    <a:pt x="4589" y="2366"/>
                  </a:cubicBezTo>
                  <a:cubicBezTo>
                    <a:pt x="4589" y="2204"/>
                    <a:pt x="4937" y="1833"/>
                    <a:pt x="5354" y="1786"/>
                  </a:cubicBezTo>
                  <a:close/>
                  <a:moveTo>
                    <a:pt x="1817" y="2424"/>
                  </a:moveTo>
                  <a:cubicBezTo>
                    <a:pt x="1866" y="2424"/>
                    <a:pt x="1912" y="2459"/>
                    <a:pt x="1947" y="2528"/>
                  </a:cubicBezTo>
                  <a:cubicBezTo>
                    <a:pt x="2086" y="2690"/>
                    <a:pt x="2109" y="2899"/>
                    <a:pt x="2017" y="3084"/>
                  </a:cubicBezTo>
                  <a:cubicBezTo>
                    <a:pt x="1920" y="3258"/>
                    <a:pt x="1744" y="3351"/>
                    <a:pt x="1554" y="3351"/>
                  </a:cubicBezTo>
                  <a:cubicBezTo>
                    <a:pt x="1516" y="3351"/>
                    <a:pt x="1476" y="3347"/>
                    <a:pt x="1437" y="3339"/>
                  </a:cubicBezTo>
                  <a:cubicBezTo>
                    <a:pt x="1414" y="3061"/>
                    <a:pt x="1484" y="2760"/>
                    <a:pt x="1669" y="2528"/>
                  </a:cubicBezTo>
                  <a:cubicBezTo>
                    <a:pt x="1715" y="2459"/>
                    <a:pt x="1767" y="2424"/>
                    <a:pt x="1817" y="2424"/>
                  </a:cubicBezTo>
                  <a:close/>
                  <a:moveTo>
                    <a:pt x="3987" y="2876"/>
                  </a:moveTo>
                  <a:cubicBezTo>
                    <a:pt x="4010" y="2876"/>
                    <a:pt x="4056" y="2922"/>
                    <a:pt x="4079" y="3038"/>
                  </a:cubicBezTo>
                  <a:cubicBezTo>
                    <a:pt x="4149" y="3293"/>
                    <a:pt x="4056" y="3571"/>
                    <a:pt x="3871" y="3756"/>
                  </a:cubicBezTo>
                  <a:cubicBezTo>
                    <a:pt x="3732" y="3525"/>
                    <a:pt x="3732" y="3247"/>
                    <a:pt x="3847" y="2992"/>
                  </a:cubicBezTo>
                  <a:cubicBezTo>
                    <a:pt x="3894" y="2922"/>
                    <a:pt x="3940" y="2876"/>
                    <a:pt x="3987" y="2876"/>
                  </a:cubicBezTo>
                  <a:close/>
                  <a:moveTo>
                    <a:pt x="2314" y="167"/>
                  </a:moveTo>
                  <a:cubicBezTo>
                    <a:pt x="2468" y="167"/>
                    <a:pt x="2648" y="213"/>
                    <a:pt x="2851" y="303"/>
                  </a:cubicBezTo>
                  <a:cubicBezTo>
                    <a:pt x="3013" y="350"/>
                    <a:pt x="3152" y="442"/>
                    <a:pt x="3291" y="558"/>
                  </a:cubicBezTo>
                  <a:cubicBezTo>
                    <a:pt x="3013" y="906"/>
                    <a:pt x="2874" y="1369"/>
                    <a:pt x="3129" y="1647"/>
                  </a:cubicBezTo>
                  <a:cubicBezTo>
                    <a:pt x="3199" y="1740"/>
                    <a:pt x="3314" y="1786"/>
                    <a:pt x="3430" y="1786"/>
                  </a:cubicBezTo>
                  <a:cubicBezTo>
                    <a:pt x="3593" y="1763"/>
                    <a:pt x="3732" y="1671"/>
                    <a:pt x="3778" y="1508"/>
                  </a:cubicBezTo>
                  <a:cubicBezTo>
                    <a:pt x="3894" y="1161"/>
                    <a:pt x="3778" y="790"/>
                    <a:pt x="3523" y="558"/>
                  </a:cubicBezTo>
                  <a:cubicBezTo>
                    <a:pt x="3708" y="373"/>
                    <a:pt x="3963" y="280"/>
                    <a:pt x="4218" y="257"/>
                  </a:cubicBezTo>
                  <a:cubicBezTo>
                    <a:pt x="4427" y="257"/>
                    <a:pt x="4612" y="326"/>
                    <a:pt x="4774" y="465"/>
                  </a:cubicBezTo>
                  <a:cubicBezTo>
                    <a:pt x="5168" y="720"/>
                    <a:pt x="5377" y="1161"/>
                    <a:pt x="5377" y="1624"/>
                  </a:cubicBezTo>
                  <a:cubicBezTo>
                    <a:pt x="4867" y="1671"/>
                    <a:pt x="4427" y="2111"/>
                    <a:pt x="4427" y="2366"/>
                  </a:cubicBezTo>
                  <a:cubicBezTo>
                    <a:pt x="4427" y="2435"/>
                    <a:pt x="4450" y="2598"/>
                    <a:pt x="4751" y="2598"/>
                  </a:cubicBezTo>
                  <a:cubicBezTo>
                    <a:pt x="5168" y="2528"/>
                    <a:pt x="5493" y="2204"/>
                    <a:pt x="5516" y="1786"/>
                  </a:cubicBezTo>
                  <a:cubicBezTo>
                    <a:pt x="5771" y="1810"/>
                    <a:pt x="5980" y="1926"/>
                    <a:pt x="6142" y="2134"/>
                  </a:cubicBezTo>
                  <a:cubicBezTo>
                    <a:pt x="6350" y="2412"/>
                    <a:pt x="6374" y="2806"/>
                    <a:pt x="6211" y="3107"/>
                  </a:cubicBezTo>
                  <a:cubicBezTo>
                    <a:pt x="5910" y="3710"/>
                    <a:pt x="5145" y="4243"/>
                    <a:pt x="4566" y="4243"/>
                  </a:cubicBezTo>
                  <a:cubicBezTo>
                    <a:pt x="4404" y="4243"/>
                    <a:pt x="4218" y="4174"/>
                    <a:pt x="4102" y="4081"/>
                  </a:cubicBezTo>
                  <a:cubicBezTo>
                    <a:pt x="4033" y="4011"/>
                    <a:pt x="3987" y="3965"/>
                    <a:pt x="3940" y="3895"/>
                  </a:cubicBezTo>
                  <a:cubicBezTo>
                    <a:pt x="4218" y="3687"/>
                    <a:pt x="4334" y="3339"/>
                    <a:pt x="4241" y="3015"/>
                  </a:cubicBezTo>
                  <a:cubicBezTo>
                    <a:pt x="4195" y="2760"/>
                    <a:pt x="4079" y="2713"/>
                    <a:pt x="4010" y="2713"/>
                  </a:cubicBezTo>
                  <a:cubicBezTo>
                    <a:pt x="3871" y="2737"/>
                    <a:pt x="3778" y="2806"/>
                    <a:pt x="3732" y="2922"/>
                  </a:cubicBezTo>
                  <a:cubicBezTo>
                    <a:pt x="3593" y="3223"/>
                    <a:pt x="3593" y="3571"/>
                    <a:pt x="3755" y="3849"/>
                  </a:cubicBezTo>
                  <a:cubicBezTo>
                    <a:pt x="3409" y="4039"/>
                    <a:pt x="3012" y="4139"/>
                    <a:pt x="2620" y="4139"/>
                  </a:cubicBezTo>
                  <a:cubicBezTo>
                    <a:pt x="2487" y="4139"/>
                    <a:pt x="2355" y="4128"/>
                    <a:pt x="2225" y="4104"/>
                  </a:cubicBezTo>
                  <a:cubicBezTo>
                    <a:pt x="1854" y="4104"/>
                    <a:pt x="1553" y="3849"/>
                    <a:pt x="1484" y="3501"/>
                  </a:cubicBezTo>
                  <a:lnTo>
                    <a:pt x="1484" y="3501"/>
                  </a:lnTo>
                  <a:cubicBezTo>
                    <a:pt x="1519" y="3507"/>
                    <a:pt x="1555" y="3510"/>
                    <a:pt x="1590" y="3510"/>
                  </a:cubicBezTo>
                  <a:cubicBezTo>
                    <a:pt x="1831" y="3510"/>
                    <a:pt x="2058" y="3376"/>
                    <a:pt x="2179" y="3154"/>
                  </a:cubicBezTo>
                  <a:cubicBezTo>
                    <a:pt x="2295" y="2922"/>
                    <a:pt x="2272" y="2644"/>
                    <a:pt x="2109" y="2435"/>
                  </a:cubicBezTo>
                  <a:cubicBezTo>
                    <a:pt x="2063" y="2343"/>
                    <a:pt x="1947" y="2273"/>
                    <a:pt x="1831" y="2273"/>
                  </a:cubicBezTo>
                  <a:cubicBezTo>
                    <a:pt x="1715" y="2273"/>
                    <a:pt x="1623" y="2320"/>
                    <a:pt x="1553" y="2412"/>
                  </a:cubicBezTo>
                  <a:cubicBezTo>
                    <a:pt x="1345" y="2667"/>
                    <a:pt x="1252" y="2992"/>
                    <a:pt x="1275" y="3316"/>
                  </a:cubicBezTo>
                  <a:cubicBezTo>
                    <a:pt x="1020" y="3270"/>
                    <a:pt x="788" y="3131"/>
                    <a:pt x="603" y="2968"/>
                  </a:cubicBezTo>
                  <a:cubicBezTo>
                    <a:pt x="302" y="2713"/>
                    <a:pt x="186" y="2273"/>
                    <a:pt x="348" y="1879"/>
                  </a:cubicBezTo>
                  <a:cubicBezTo>
                    <a:pt x="487" y="1462"/>
                    <a:pt x="858" y="1161"/>
                    <a:pt x="1275" y="1091"/>
                  </a:cubicBezTo>
                  <a:cubicBezTo>
                    <a:pt x="1391" y="1091"/>
                    <a:pt x="1484" y="1114"/>
                    <a:pt x="1553" y="1184"/>
                  </a:cubicBezTo>
                  <a:lnTo>
                    <a:pt x="1646" y="1184"/>
                  </a:lnTo>
                  <a:cubicBezTo>
                    <a:pt x="1669" y="1161"/>
                    <a:pt x="1692" y="1138"/>
                    <a:pt x="1692" y="1114"/>
                  </a:cubicBezTo>
                  <a:cubicBezTo>
                    <a:pt x="1669" y="836"/>
                    <a:pt x="1739" y="558"/>
                    <a:pt x="1924" y="326"/>
                  </a:cubicBezTo>
                  <a:cubicBezTo>
                    <a:pt x="2019" y="219"/>
                    <a:pt x="2152" y="167"/>
                    <a:pt x="2314" y="167"/>
                  </a:cubicBezTo>
                  <a:close/>
                  <a:moveTo>
                    <a:pt x="2311" y="0"/>
                  </a:moveTo>
                  <a:cubicBezTo>
                    <a:pt x="2100" y="0"/>
                    <a:pt x="1925" y="70"/>
                    <a:pt x="1785" y="211"/>
                  </a:cubicBezTo>
                  <a:cubicBezTo>
                    <a:pt x="1623" y="419"/>
                    <a:pt x="1530" y="697"/>
                    <a:pt x="1530" y="975"/>
                  </a:cubicBezTo>
                  <a:cubicBezTo>
                    <a:pt x="1437" y="929"/>
                    <a:pt x="1368" y="929"/>
                    <a:pt x="1275" y="929"/>
                  </a:cubicBezTo>
                  <a:cubicBezTo>
                    <a:pt x="858" y="929"/>
                    <a:pt x="371" y="1323"/>
                    <a:pt x="186" y="1833"/>
                  </a:cubicBezTo>
                  <a:cubicBezTo>
                    <a:pt x="0" y="2273"/>
                    <a:pt x="139" y="2783"/>
                    <a:pt x="487" y="3084"/>
                  </a:cubicBezTo>
                  <a:cubicBezTo>
                    <a:pt x="719" y="3293"/>
                    <a:pt x="997" y="3432"/>
                    <a:pt x="1275" y="3501"/>
                  </a:cubicBezTo>
                  <a:cubicBezTo>
                    <a:pt x="1345" y="3942"/>
                    <a:pt x="1739" y="4266"/>
                    <a:pt x="2179" y="4266"/>
                  </a:cubicBezTo>
                  <a:cubicBezTo>
                    <a:pt x="2318" y="4289"/>
                    <a:pt x="2458" y="4301"/>
                    <a:pt x="2599" y="4301"/>
                  </a:cubicBezTo>
                  <a:cubicBezTo>
                    <a:pt x="3019" y="4301"/>
                    <a:pt x="3436" y="4197"/>
                    <a:pt x="3801" y="3988"/>
                  </a:cubicBezTo>
                  <a:cubicBezTo>
                    <a:pt x="3847" y="4058"/>
                    <a:pt x="3917" y="4127"/>
                    <a:pt x="3987" y="4197"/>
                  </a:cubicBezTo>
                  <a:cubicBezTo>
                    <a:pt x="4128" y="4318"/>
                    <a:pt x="4305" y="4386"/>
                    <a:pt x="4486" y="4386"/>
                  </a:cubicBezTo>
                  <a:cubicBezTo>
                    <a:pt x="4513" y="4386"/>
                    <a:pt x="4539" y="4385"/>
                    <a:pt x="4566" y="4382"/>
                  </a:cubicBezTo>
                  <a:lnTo>
                    <a:pt x="4543" y="4382"/>
                  </a:lnTo>
                  <a:cubicBezTo>
                    <a:pt x="5307" y="4313"/>
                    <a:pt x="5980" y="3849"/>
                    <a:pt x="6327" y="3154"/>
                  </a:cubicBezTo>
                  <a:cubicBezTo>
                    <a:pt x="6536" y="2806"/>
                    <a:pt x="6489" y="2343"/>
                    <a:pt x="6234" y="2018"/>
                  </a:cubicBezTo>
                  <a:cubicBezTo>
                    <a:pt x="6072" y="1786"/>
                    <a:pt x="5817" y="1647"/>
                    <a:pt x="5516" y="1624"/>
                  </a:cubicBezTo>
                  <a:cubicBezTo>
                    <a:pt x="5539" y="1091"/>
                    <a:pt x="5284" y="605"/>
                    <a:pt x="4867" y="326"/>
                  </a:cubicBezTo>
                  <a:cubicBezTo>
                    <a:pt x="4682" y="164"/>
                    <a:pt x="4450" y="95"/>
                    <a:pt x="4195" y="95"/>
                  </a:cubicBezTo>
                  <a:cubicBezTo>
                    <a:pt x="3894" y="95"/>
                    <a:pt x="3616" y="211"/>
                    <a:pt x="3407" y="419"/>
                  </a:cubicBezTo>
                  <a:cubicBezTo>
                    <a:pt x="3245" y="303"/>
                    <a:pt x="3083" y="211"/>
                    <a:pt x="2897" y="141"/>
                  </a:cubicBezTo>
                  <a:cubicBezTo>
                    <a:pt x="2678" y="47"/>
                    <a:pt x="2483" y="0"/>
                    <a:pt x="2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53"/>
            <p:cNvSpPr/>
            <p:nvPr/>
          </p:nvSpPr>
          <p:spPr>
            <a:xfrm>
              <a:off x="1309167" y="2204333"/>
              <a:ext cx="345706" cy="196246"/>
            </a:xfrm>
            <a:custGeom>
              <a:rect b="b" l="l" r="r" t="t"/>
              <a:pathLst>
                <a:path extrusionOk="0" h="4354" w="7670">
                  <a:moveTo>
                    <a:pt x="4646" y="1"/>
                  </a:moveTo>
                  <a:cubicBezTo>
                    <a:pt x="4295" y="1"/>
                    <a:pt x="3983" y="197"/>
                    <a:pt x="3768" y="455"/>
                  </a:cubicBezTo>
                  <a:lnTo>
                    <a:pt x="3768" y="455"/>
                  </a:lnTo>
                  <a:cubicBezTo>
                    <a:pt x="3621" y="339"/>
                    <a:pt x="3428" y="235"/>
                    <a:pt x="3182" y="159"/>
                  </a:cubicBezTo>
                  <a:cubicBezTo>
                    <a:pt x="2981" y="92"/>
                    <a:pt x="2812" y="63"/>
                    <a:pt x="2670" y="63"/>
                  </a:cubicBezTo>
                  <a:cubicBezTo>
                    <a:pt x="1775" y="63"/>
                    <a:pt x="1930" y="1201"/>
                    <a:pt x="1930" y="1201"/>
                  </a:cubicBezTo>
                  <a:cubicBezTo>
                    <a:pt x="1836" y="1143"/>
                    <a:pt x="1735" y="1117"/>
                    <a:pt x="1632" y="1117"/>
                  </a:cubicBezTo>
                  <a:cubicBezTo>
                    <a:pt x="872" y="1117"/>
                    <a:pt x="1" y="2552"/>
                    <a:pt x="980" y="3287"/>
                  </a:cubicBezTo>
                  <a:cubicBezTo>
                    <a:pt x="1298" y="3520"/>
                    <a:pt x="1597" y="3625"/>
                    <a:pt x="1852" y="3639"/>
                  </a:cubicBezTo>
                  <a:lnTo>
                    <a:pt x="1852" y="3639"/>
                  </a:lnTo>
                  <a:cubicBezTo>
                    <a:pt x="1938" y="4023"/>
                    <a:pt x="2210" y="4353"/>
                    <a:pt x="2788" y="4353"/>
                  </a:cubicBezTo>
                  <a:cubicBezTo>
                    <a:pt x="2814" y="4354"/>
                    <a:pt x="2840" y="4354"/>
                    <a:pt x="2865" y="4354"/>
                  </a:cubicBezTo>
                  <a:cubicBezTo>
                    <a:pt x="3667" y="4354"/>
                    <a:pt x="4197" y="4168"/>
                    <a:pt x="4491" y="3894"/>
                  </a:cubicBezTo>
                  <a:lnTo>
                    <a:pt x="4491" y="3894"/>
                  </a:lnTo>
                  <a:cubicBezTo>
                    <a:pt x="4554" y="3981"/>
                    <a:pt x="4635" y="4065"/>
                    <a:pt x="4735" y="4145"/>
                  </a:cubicBezTo>
                  <a:cubicBezTo>
                    <a:pt x="4865" y="4245"/>
                    <a:pt x="5022" y="4290"/>
                    <a:pt x="5193" y="4290"/>
                  </a:cubicBezTo>
                  <a:cubicBezTo>
                    <a:pt x="6201" y="4290"/>
                    <a:pt x="7670" y="2719"/>
                    <a:pt x="6797" y="1827"/>
                  </a:cubicBezTo>
                  <a:cubicBezTo>
                    <a:pt x="6556" y="1575"/>
                    <a:pt x="6303" y="1480"/>
                    <a:pt x="6066" y="1480"/>
                  </a:cubicBezTo>
                  <a:cubicBezTo>
                    <a:pt x="6043" y="1480"/>
                    <a:pt x="6021" y="1481"/>
                    <a:pt x="5998" y="1483"/>
                  </a:cubicBezTo>
                  <a:lnTo>
                    <a:pt x="5998" y="1483"/>
                  </a:lnTo>
                  <a:cubicBezTo>
                    <a:pt x="6005" y="1034"/>
                    <a:pt x="5777" y="522"/>
                    <a:pt x="5221" y="182"/>
                  </a:cubicBezTo>
                  <a:cubicBezTo>
                    <a:pt x="5025" y="55"/>
                    <a:pt x="4830" y="1"/>
                    <a:pt x="4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53"/>
            <p:cNvSpPr/>
            <p:nvPr/>
          </p:nvSpPr>
          <p:spPr>
            <a:xfrm>
              <a:off x="1325122" y="2200998"/>
              <a:ext cx="310279" cy="204088"/>
            </a:xfrm>
            <a:custGeom>
              <a:rect b="b" l="l" r="r" t="t"/>
              <a:pathLst>
                <a:path extrusionOk="0" h="4528" w="6884">
                  <a:moveTo>
                    <a:pt x="3430" y="650"/>
                  </a:moveTo>
                  <a:cubicBezTo>
                    <a:pt x="3662" y="835"/>
                    <a:pt x="3778" y="1160"/>
                    <a:pt x="3708" y="1461"/>
                  </a:cubicBezTo>
                  <a:cubicBezTo>
                    <a:pt x="3685" y="1553"/>
                    <a:pt x="3593" y="1646"/>
                    <a:pt x="3500" y="1646"/>
                  </a:cubicBezTo>
                  <a:cubicBezTo>
                    <a:pt x="3430" y="1646"/>
                    <a:pt x="3361" y="1623"/>
                    <a:pt x="3315" y="1577"/>
                  </a:cubicBezTo>
                  <a:cubicBezTo>
                    <a:pt x="3106" y="1391"/>
                    <a:pt x="3199" y="951"/>
                    <a:pt x="3430" y="650"/>
                  </a:cubicBezTo>
                  <a:close/>
                  <a:moveTo>
                    <a:pt x="5563" y="1646"/>
                  </a:moveTo>
                  <a:cubicBezTo>
                    <a:pt x="5563" y="2017"/>
                    <a:pt x="5308" y="2318"/>
                    <a:pt x="4960" y="2388"/>
                  </a:cubicBezTo>
                  <a:lnTo>
                    <a:pt x="4890" y="2388"/>
                  </a:lnTo>
                  <a:cubicBezTo>
                    <a:pt x="4798" y="2388"/>
                    <a:pt x="4798" y="2341"/>
                    <a:pt x="4798" y="2318"/>
                  </a:cubicBezTo>
                  <a:cubicBezTo>
                    <a:pt x="4775" y="2133"/>
                    <a:pt x="5122" y="1739"/>
                    <a:pt x="5563" y="1646"/>
                  </a:cubicBezTo>
                  <a:close/>
                  <a:moveTo>
                    <a:pt x="1924" y="2620"/>
                  </a:moveTo>
                  <a:cubicBezTo>
                    <a:pt x="1970" y="2643"/>
                    <a:pt x="2040" y="2666"/>
                    <a:pt x="2086" y="2735"/>
                  </a:cubicBezTo>
                  <a:cubicBezTo>
                    <a:pt x="2225" y="2898"/>
                    <a:pt x="2272" y="3106"/>
                    <a:pt x="2179" y="3315"/>
                  </a:cubicBezTo>
                  <a:cubicBezTo>
                    <a:pt x="2063" y="3523"/>
                    <a:pt x="1831" y="3639"/>
                    <a:pt x="1576" y="3639"/>
                  </a:cubicBezTo>
                  <a:cubicBezTo>
                    <a:pt x="1530" y="3315"/>
                    <a:pt x="1600" y="2990"/>
                    <a:pt x="1762" y="2712"/>
                  </a:cubicBezTo>
                  <a:cubicBezTo>
                    <a:pt x="1808" y="2666"/>
                    <a:pt x="1854" y="2620"/>
                    <a:pt x="1924" y="2620"/>
                  </a:cubicBezTo>
                  <a:close/>
                  <a:moveTo>
                    <a:pt x="4218" y="2898"/>
                  </a:moveTo>
                  <a:lnTo>
                    <a:pt x="4195" y="2921"/>
                  </a:lnTo>
                  <a:cubicBezTo>
                    <a:pt x="4242" y="2921"/>
                    <a:pt x="4288" y="2944"/>
                    <a:pt x="4334" y="3060"/>
                  </a:cubicBezTo>
                  <a:cubicBezTo>
                    <a:pt x="4427" y="3338"/>
                    <a:pt x="4357" y="3639"/>
                    <a:pt x="4172" y="3848"/>
                  </a:cubicBezTo>
                  <a:cubicBezTo>
                    <a:pt x="4010" y="3616"/>
                    <a:pt x="3987" y="3292"/>
                    <a:pt x="4102" y="3037"/>
                  </a:cubicBezTo>
                  <a:cubicBezTo>
                    <a:pt x="4149" y="2944"/>
                    <a:pt x="4195" y="2898"/>
                    <a:pt x="4218" y="2898"/>
                  </a:cubicBezTo>
                  <a:close/>
                  <a:moveTo>
                    <a:pt x="4311" y="140"/>
                  </a:moveTo>
                  <a:cubicBezTo>
                    <a:pt x="4496" y="140"/>
                    <a:pt x="4682" y="209"/>
                    <a:pt x="4844" y="302"/>
                  </a:cubicBezTo>
                  <a:cubicBezTo>
                    <a:pt x="5261" y="557"/>
                    <a:pt x="5539" y="997"/>
                    <a:pt x="5563" y="1484"/>
                  </a:cubicBezTo>
                  <a:cubicBezTo>
                    <a:pt x="5053" y="1577"/>
                    <a:pt x="4635" y="2040"/>
                    <a:pt x="4635" y="2318"/>
                  </a:cubicBezTo>
                  <a:cubicBezTo>
                    <a:pt x="4635" y="2445"/>
                    <a:pt x="4752" y="2553"/>
                    <a:pt x="4878" y="2553"/>
                  </a:cubicBezTo>
                  <a:cubicBezTo>
                    <a:pt x="4890" y="2553"/>
                    <a:pt x="4902" y="2552"/>
                    <a:pt x="4914" y="2550"/>
                  </a:cubicBezTo>
                  <a:lnTo>
                    <a:pt x="4983" y="2550"/>
                  </a:lnTo>
                  <a:cubicBezTo>
                    <a:pt x="5423" y="2457"/>
                    <a:pt x="5725" y="2063"/>
                    <a:pt x="5725" y="1623"/>
                  </a:cubicBezTo>
                  <a:cubicBezTo>
                    <a:pt x="5980" y="1646"/>
                    <a:pt x="6211" y="1762"/>
                    <a:pt x="6397" y="1947"/>
                  </a:cubicBezTo>
                  <a:cubicBezTo>
                    <a:pt x="6652" y="2249"/>
                    <a:pt x="6698" y="2666"/>
                    <a:pt x="6536" y="3014"/>
                  </a:cubicBezTo>
                  <a:cubicBezTo>
                    <a:pt x="6235" y="3686"/>
                    <a:pt x="5423" y="4288"/>
                    <a:pt x="4844" y="4288"/>
                  </a:cubicBezTo>
                  <a:cubicBezTo>
                    <a:pt x="4705" y="4288"/>
                    <a:pt x="4543" y="4242"/>
                    <a:pt x="4427" y="4149"/>
                  </a:cubicBezTo>
                  <a:cubicBezTo>
                    <a:pt x="4357" y="4103"/>
                    <a:pt x="4311" y="4033"/>
                    <a:pt x="4242" y="3987"/>
                  </a:cubicBezTo>
                  <a:cubicBezTo>
                    <a:pt x="4496" y="3732"/>
                    <a:pt x="4589" y="3361"/>
                    <a:pt x="4473" y="3014"/>
                  </a:cubicBezTo>
                  <a:cubicBezTo>
                    <a:pt x="4404" y="2782"/>
                    <a:pt x="4265" y="2759"/>
                    <a:pt x="4195" y="2759"/>
                  </a:cubicBezTo>
                  <a:cubicBezTo>
                    <a:pt x="4079" y="2759"/>
                    <a:pt x="3987" y="2851"/>
                    <a:pt x="3940" y="2967"/>
                  </a:cubicBezTo>
                  <a:cubicBezTo>
                    <a:pt x="3801" y="3292"/>
                    <a:pt x="3824" y="3662"/>
                    <a:pt x="4033" y="3964"/>
                  </a:cubicBezTo>
                  <a:cubicBezTo>
                    <a:pt x="3801" y="4149"/>
                    <a:pt x="3361" y="4358"/>
                    <a:pt x="2503" y="4358"/>
                  </a:cubicBezTo>
                  <a:lnTo>
                    <a:pt x="2457" y="4358"/>
                  </a:lnTo>
                  <a:cubicBezTo>
                    <a:pt x="2439" y="4359"/>
                    <a:pt x="2421" y="4359"/>
                    <a:pt x="2403" y="4359"/>
                  </a:cubicBezTo>
                  <a:cubicBezTo>
                    <a:pt x="2032" y="4359"/>
                    <a:pt x="1711" y="4133"/>
                    <a:pt x="1623" y="3801"/>
                  </a:cubicBezTo>
                  <a:cubicBezTo>
                    <a:pt x="1901" y="3801"/>
                    <a:pt x="2179" y="3639"/>
                    <a:pt x="2341" y="3384"/>
                  </a:cubicBezTo>
                  <a:cubicBezTo>
                    <a:pt x="2457" y="3106"/>
                    <a:pt x="2388" y="2805"/>
                    <a:pt x="2179" y="2596"/>
                  </a:cubicBezTo>
                  <a:cubicBezTo>
                    <a:pt x="2121" y="2492"/>
                    <a:pt x="2011" y="2440"/>
                    <a:pt x="1901" y="2440"/>
                  </a:cubicBezTo>
                  <a:cubicBezTo>
                    <a:pt x="1791" y="2440"/>
                    <a:pt x="1681" y="2492"/>
                    <a:pt x="1623" y="2596"/>
                  </a:cubicBezTo>
                  <a:cubicBezTo>
                    <a:pt x="1437" y="2898"/>
                    <a:pt x="1345" y="3245"/>
                    <a:pt x="1414" y="3593"/>
                  </a:cubicBezTo>
                  <a:cubicBezTo>
                    <a:pt x="1136" y="3547"/>
                    <a:pt x="904" y="3431"/>
                    <a:pt x="673" y="3268"/>
                  </a:cubicBezTo>
                  <a:cubicBezTo>
                    <a:pt x="325" y="3014"/>
                    <a:pt x="163" y="2527"/>
                    <a:pt x="325" y="2110"/>
                  </a:cubicBezTo>
                  <a:cubicBezTo>
                    <a:pt x="487" y="1646"/>
                    <a:pt x="904" y="1252"/>
                    <a:pt x="1275" y="1252"/>
                  </a:cubicBezTo>
                  <a:cubicBezTo>
                    <a:pt x="1368" y="1252"/>
                    <a:pt x="1437" y="1275"/>
                    <a:pt x="1530" y="1322"/>
                  </a:cubicBezTo>
                  <a:lnTo>
                    <a:pt x="1600" y="1322"/>
                  </a:lnTo>
                  <a:cubicBezTo>
                    <a:pt x="1623" y="1299"/>
                    <a:pt x="1646" y="1275"/>
                    <a:pt x="1646" y="1229"/>
                  </a:cubicBezTo>
                  <a:cubicBezTo>
                    <a:pt x="1600" y="951"/>
                    <a:pt x="1669" y="650"/>
                    <a:pt x="1831" y="395"/>
                  </a:cubicBezTo>
                  <a:cubicBezTo>
                    <a:pt x="1942" y="257"/>
                    <a:pt x="2101" y="193"/>
                    <a:pt x="2310" y="193"/>
                  </a:cubicBezTo>
                  <a:cubicBezTo>
                    <a:pt x="2452" y="193"/>
                    <a:pt x="2617" y="223"/>
                    <a:pt x="2805" y="279"/>
                  </a:cubicBezTo>
                  <a:cubicBezTo>
                    <a:pt x="2967" y="348"/>
                    <a:pt x="3129" y="418"/>
                    <a:pt x="3291" y="534"/>
                  </a:cubicBezTo>
                  <a:cubicBezTo>
                    <a:pt x="3013" y="905"/>
                    <a:pt x="2897" y="1438"/>
                    <a:pt x="3222" y="1693"/>
                  </a:cubicBezTo>
                  <a:cubicBezTo>
                    <a:pt x="3291" y="1762"/>
                    <a:pt x="3384" y="1808"/>
                    <a:pt x="3500" y="1808"/>
                  </a:cubicBezTo>
                  <a:cubicBezTo>
                    <a:pt x="3662" y="1785"/>
                    <a:pt x="3824" y="1669"/>
                    <a:pt x="3871" y="1507"/>
                  </a:cubicBezTo>
                  <a:cubicBezTo>
                    <a:pt x="3963" y="1136"/>
                    <a:pt x="3824" y="742"/>
                    <a:pt x="3523" y="511"/>
                  </a:cubicBezTo>
                  <a:cubicBezTo>
                    <a:pt x="3708" y="279"/>
                    <a:pt x="4010" y="140"/>
                    <a:pt x="4311" y="140"/>
                  </a:cubicBezTo>
                  <a:close/>
                  <a:moveTo>
                    <a:pt x="4288" y="1"/>
                  </a:moveTo>
                  <a:cubicBezTo>
                    <a:pt x="3940" y="1"/>
                    <a:pt x="3616" y="163"/>
                    <a:pt x="3407" y="418"/>
                  </a:cubicBezTo>
                  <a:cubicBezTo>
                    <a:pt x="3222" y="302"/>
                    <a:pt x="3060" y="209"/>
                    <a:pt x="2851" y="163"/>
                  </a:cubicBezTo>
                  <a:cubicBezTo>
                    <a:pt x="2655" y="92"/>
                    <a:pt x="2477" y="58"/>
                    <a:pt x="2318" y="58"/>
                  </a:cubicBezTo>
                  <a:cubicBezTo>
                    <a:pt x="2063" y="58"/>
                    <a:pt x="1858" y="145"/>
                    <a:pt x="1715" y="302"/>
                  </a:cubicBezTo>
                  <a:cubicBezTo>
                    <a:pt x="1553" y="534"/>
                    <a:pt x="1460" y="835"/>
                    <a:pt x="1484" y="1136"/>
                  </a:cubicBezTo>
                  <a:cubicBezTo>
                    <a:pt x="1414" y="1113"/>
                    <a:pt x="1345" y="1113"/>
                    <a:pt x="1275" y="1113"/>
                  </a:cubicBezTo>
                  <a:cubicBezTo>
                    <a:pt x="835" y="1113"/>
                    <a:pt x="371" y="1530"/>
                    <a:pt x="186" y="2087"/>
                  </a:cubicBezTo>
                  <a:cubicBezTo>
                    <a:pt x="0" y="2573"/>
                    <a:pt x="163" y="3129"/>
                    <a:pt x="603" y="3431"/>
                  </a:cubicBezTo>
                  <a:cubicBezTo>
                    <a:pt x="835" y="3616"/>
                    <a:pt x="1136" y="3755"/>
                    <a:pt x="1437" y="3801"/>
                  </a:cubicBezTo>
                  <a:cubicBezTo>
                    <a:pt x="1549" y="4226"/>
                    <a:pt x="1962" y="4521"/>
                    <a:pt x="2407" y="4521"/>
                  </a:cubicBezTo>
                  <a:cubicBezTo>
                    <a:pt x="2424" y="4521"/>
                    <a:pt x="2440" y="4521"/>
                    <a:pt x="2457" y="4520"/>
                  </a:cubicBezTo>
                  <a:lnTo>
                    <a:pt x="2503" y="4520"/>
                  </a:lnTo>
                  <a:cubicBezTo>
                    <a:pt x="2569" y="4525"/>
                    <a:pt x="2634" y="4528"/>
                    <a:pt x="2699" y="4528"/>
                  </a:cubicBezTo>
                  <a:cubicBezTo>
                    <a:pt x="3208" y="4528"/>
                    <a:pt x="3694" y="4370"/>
                    <a:pt x="4126" y="4103"/>
                  </a:cubicBezTo>
                  <a:cubicBezTo>
                    <a:pt x="4195" y="4172"/>
                    <a:pt x="4265" y="4242"/>
                    <a:pt x="4334" y="4288"/>
                  </a:cubicBezTo>
                  <a:cubicBezTo>
                    <a:pt x="4475" y="4389"/>
                    <a:pt x="4617" y="4455"/>
                    <a:pt x="4773" y="4455"/>
                  </a:cubicBezTo>
                  <a:cubicBezTo>
                    <a:pt x="4797" y="4455"/>
                    <a:pt x="4820" y="4453"/>
                    <a:pt x="4844" y="4450"/>
                  </a:cubicBezTo>
                  <a:cubicBezTo>
                    <a:pt x="5516" y="4450"/>
                    <a:pt x="6374" y="3825"/>
                    <a:pt x="6675" y="3106"/>
                  </a:cubicBezTo>
                  <a:cubicBezTo>
                    <a:pt x="6883" y="2689"/>
                    <a:pt x="6814" y="2179"/>
                    <a:pt x="6513" y="1855"/>
                  </a:cubicBezTo>
                  <a:cubicBezTo>
                    <a:pt x="6304" y="1623"/>
                    <a:pt x="6026" y="1484"/>
                    <a:pt x="5725" y="1484"/>
                  </a:cubicBezTo>
                  <a:cubicBezTo>
                    <a:pt x="5678" y="928"/>
                    <a:pt x="5377" y="441"/>
                    <a:pt x="4914" y="186"/>
                  </a:cubicBezTo>
                  <a:cubicBezTo>
                    <a:pt x="4728" y="70"/>
                    <a:pt x="4520" y="1"/>
                    <a:pt x="4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54"/>
          <p:cNvSpPr txBox="1"/>
          <p:nvPr/>
        </p:nvSpPr>
        <p:spPr>
          <a:xfrm>
            <a:off x="713225" y="4231950"/>
            <a:ext cx="77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Temperature is bimodal (cool and warm seasons); rain is zero-inflated and heavily right-skewed.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3" name="Google Shape;1233;p54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Distributions</a:t>
            </a:r>
            <a:endParaRPr/>
          </a:p>
        </p:txBody>
      </p:sp>
      <p:sp>
        <p:nvSpPr>
          <p:cNvPr id="1234" name="Google Shape;1234;p54"/>
          <p:cNvSpPr/>
          <p:nvPr/>
        </p:nvSpPr>
        <p:spPr>
          <a:xfrm>
            <a:off x="-777126" y="-697844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54"/>
          <p:cNvSpPr/>
          <p:nvPr/>
        </p:nvSpPr>
        <p:spPr>
          <a:xfrm>
            <a:off x="6230390" y="-1737214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54"/>
          <p:cNvSpPr/>
          <p:nvPr/>
        </p:nvSpPr>
        <p:spPr>
          <a:xfrm>
            <a:off x="1153762" y="1024128"/>
            <a:ext cx="6836474" cy="312724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tributions - Temperature is bimodal (cool and warm seasons); rain is zero-inflated and heavily right-skewed." id="1237" name="Google Shape;123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202" y="1115568"/>
            <a:ext cx="6653594" cy="2944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5"/>
          <p:cNvSpPr txBox="1"/>
          <p:nvPr/>
        </p:nvSpPr>
        <p:spPr>
          <a:xfrm>
            <a:off x="713225" y="4231950"/>
            <a:ext cx="77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Clear yearly temperature cycle; rain only in winter, plus one extreme spike on 19 Mar 2021 (111.6 mm).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3" name="Google Shape;1243;p55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Temperature and rain over time</a:t>
            </a:r>
            <a:endParaRPr/>
          </a:p>
        </p:txBody>
      </p:sp>
      <p:sp>
        <p:nvSpPr>
          <p:cNvPr id="1244" name="Google Shape;1244;p55"/>
          <p:cNvSpPr/>
          <p:nvPr/>
        </p:nvSpPr>
        <p:spPr>
          <a:xfrm>
            <a:off x="-777126" y="-697844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55"/>
          <p:cNvSpPr/>
          <p:nvPr/>
        </p:nvSpPr>
        <p:spPr>
          <a:xfrm>
            <a:off x="6230390" y="-1737214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55"/>
          <p:cNvSpPr/>
          <p:nvPr/>
        </p:nvSpPr>
        <p:spPr>
          <a:xfrm>
            <a:off x="1153762" y="1024128"/>
            <a:ext cx="6836474" cy="312724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mperature and rain over time - Clear yearly temperature cycle; rain only in winter, plus one extreme spike on 19 Mar 2021 (111.6 mm)." id="1247" name="Google Shape;124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202" y="1115568"/>
            <a:ext cx="6653594" cy="2944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56"/>
          <p:cNvSpPr txBox="1"/>
          <p:nvPr/>
        </p:nvSpPr>
        <p:spPr>
          <a:xfrm>
            <a:off x="713225" y="4231950"/>
            <a:ext cx="77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365-day mean stays within about 1 °C: the seasonal cycle dominates and any trend is small.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3" name="Google Shape;1253;p56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Trend: rolling means</a:t>
            </a:r>
            <a:endParaRPr/>
          </a:p>
        </p:txBody>
      </p:sp>
      <p:sp>
        <p:nvSpPr>
          <p:cNvPr id="1254" name="Google Shape;1254;p56"/>
          <p:cNvSpPr/>
          <p:nvPr/>
        </p:nvSpPr>
        <p:spPr>
          <a:xfrm>
            <a:off x="-777126" y="-697844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56"/>
          <p:cNvSpPr/>
          <p:nvPr/>
        </p:nvSpPr>
        <p:spPr>
          <a:xfrm>
            <a:off x="6230390" y="-1737214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56"/>
          <p:cNvSpPr/>
          <p:nvPr/>
        </p:nvSpPr>
        <p:spPr>
          <a:xfrm>
            <a:off x="1457675" y="1024128"/>
            <a:ext cx="6228648" cy="312724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end: rolling means - The 365-day mean stays within about 1 °C: the seasonal cycle dominates and any trend is small." id="1257" name="Google Shape;125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9115" y="1115568"/>
            <a:ext cx="6045768" cy="2944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57"/>
          <p:cNvSpPr txBox="1"/>
          <p:nvPr/>
        </p:nvSpPr>
        <p:spPr>
          <a:xfrm>
            <a:off x="713225" y="4231950"/>
            <a:ext cx="77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+0.18 °C/yr (daily p &lt; 0.001, R² = 0.03), but yearly means give p = 0.28: not reliable.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3" name="Google Shape;1263;p57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Trend: temperature anomaly</a:t>
            </a:r>
            <a:endParaRPr/>
          </a:p>
        </p:txBody>
      </p:sp>
      <p:sp>
        <p:nvSpPr>
          <p:cNvPr id="1264" name="Google Shape;1264;p57"/>
          <p:cNvSpPr/>
          <p:nvPr/>
        </p:nvSpPr>
        <p:spPr>
          <a:xfrm>
            <a:off x="-777126" y="-697844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57"/>
          <p:cNvSpPr/>
          <p:nvPr/>
        </p:nvSpPr>
        <p:spPr>
          <a:xfrm>
            <a:off x="6230390" y="-1737214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57"/>
          <p:cNvSpPr/>
          <p:nvPr/>
        </p:nvSpPr>
        <p:spPr>
          <a:xfrm>
            <a:off x="1276951" y="1024128"/>
            <a:ext cx="6590097" cy="312724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end: temperature anomaly - +0.18 °C/yr (daily p &lt; 0.001, R² = 0.03), but yearly means give p = 0.28: not reliable." id="1267" name="Google Shape;126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8391" y="1115568"/>
            <a:ext cx="6407217" cy="2944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8"/>
          <p:cNvSpPr txBox="1"/>
          <p:nvPr/>
        </p:nvSpPr>
        <p:spPr>
          <a:xfrm>
            <a:off x="713225" y="4231950"/>
            <a:ext cx="77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Warmest in Aug (29.1 °C), coolest in Feb (14.4 °C); 92% of rain falls Nov–Mar.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3" name="Google Shape;1273;p58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Seasonality by month</a:t>
            </a:r>
            <a:endParaRPr/>
          </a:p>
        </p:txBody>
      </p:sp>
      <p:sp>
        <p:nvSpPr>
          <p:cNvPr id="1274" name="Google Shape;1274;p58"/>
          <p:cNvSpPr/>
          <p:nvPr/>
        </p:nvSpPr>
        <p:spPr>
          <a:xfrm>
            <a:off x="-777126" y="-697844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58"/>
          <p:cNvSpPr/>
          <p:nvPr/>
        </p:nvSpPr>
        <p:spPr>
          <a:xfrm>
            <a:off x="6230390" y="-1737214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58"/>
          <p:cNvSpPr/>
          <p:nvPr/>
        </p:nvSpPr>
        <p:spPr>
          <a:xfrm>
            <a:off x="723622" y="1024128"/>
            <a:ext cx="7696754" cy="312724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asonality by month - Warmest in Aug (29.1 °C), coolest in Feb (14.4 °C); 92% of rain falls Nov–Mar." id="1277" name="Google Shape;127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062" y="1115568"/>
            <a:ext cx="7513874" cy="2944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9"/>
          <p:cNvSpPr txBox="1"/>
          <p:nvPr/>
        </p:nvSpPr>
        <p:spPr>
          <a:xfrm>
            <a:off x="713225" y="4231950"/>
            <a:ext cx="77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Volatility peaks in spring (Apr–May, std ≈ 2.5 °C) and is lowest in late summer (≈ 1.0 °C).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3" name="Google Shape;1283;p59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Rolling mean and volatility</a:t>
            </a:r>
            <a:endParaRPr/>
          </a:p>
        </p:txBody>
      </p:sp>
      <p:sp>
        <p:nvSpPr>
          <p:cNvPr id="1284" name="Google Shape;1284;p59"/>
          <p:cNvSpPr/>
          <p:nvPr/>
        </p:nvSpPr>
        <p:spPr>
          <a:xfrm>
            <a:off x="-777126" y="-697844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59"/>
          <p:cNvSpPr/>
          <p:nvPr/>
        </p:nvSpPr>
        <p:spPr>
          <a:xfrm>
            <a:off x="6230390" y="-1737214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59"/>
          <p:cNvSpPr/>
          <p:nvPr/>
        </p:nvSpPr>
        <p:spPr>
          <a:xfrm>
            <a:off x="1022598" y="1024128"/>
            <a:ext cx="7098802" cy="312724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lling mean and volatility - Volatility peaks in spring (Apr–May, std ≈ 2.5 °C) and is lowest in late summer (≈ 1.0 °C)." id="1287" name="Google Shape;128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038" y="1115568"/>
            <a:ext cx="6915922" cy="2944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0"/>
          <p:cNvSpPr txBox="1"/>
          <p:nvPr/>
        </p:nvSpPr>
        <p:spPr>
          <a:xfrm>
            <a:off x="713225" y="4231950"/>
            <a:ext cx="77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Monthly rain totals show a clear winter seasonal pattern (period 12) and a falling level after 2021.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3" name="Google Shape;1293;p60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Monthly rain decomposition</a:t>
            </a:r>
            <a:endParaRPr/>
          </a:p>
        </p:txBody>
      </p:sp>
      <p:sp>
        <p:nvSpPr>
          <p:cNvPr id="1294" name="Google Shape;1294;p60"/>
          <p:cNvSpPr/>
          <p:nvPr/>
        </p:nvSpPr>
        <p:spPr>
          <a:xfrm>
            <a:off x="-777126" y="-697844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60"/>
          <p:cNvSpPr/>
          <p:nvPr/>
        </p:nvSpPr>
        <p:spPr>
          <a:xfrm>
            <a:off x="6230390" y="-1737214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60"/>
          <p:cNvSpPr/>
          <p:nvPr/>
        </p:nvSpPr>
        <p:spPr>
          <a:xfrm>
            <a:off x="1087460" y="1024128"/>
            <a:ext cx="6969078" cy="312724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nthly rain decomposition - Monthly rain totals show a clear winter seasonal pattern (period 12) and a falling level after 2021." id="1297" name="Google Shape;129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8900" y="1115568"/>
            <a:ext cx="6786198" cy="2944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61"/>
          <p:cNvSpPr txBox="1"/>
          <p:nvPr/>
        </p:nvSpPr>
        <p:spPr>
          <a:xfrm>
            <a:off x="713225" y="4231950"/>
            <a:ext cx="77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Temperature ACF follows the yearly cycle (r = -0.81 at lag 182); rain has only short memory.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3" name="Google Shape;1303;p61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ACF and PACF</a:t>
            </a:r>
            <a:endParaRPr/>
          </a:p>
        </p:txBody>
      </p:sp>
      <p:sp>
        <p:nvSpPr>
          <p:cNvPr id="1304" name="Google Shape;1304;p61"/>
          <p:cNvSpPr/>
          <p:nvPr/>
        </p:nvSpPr>
        <p:spPr>
          <a:xfrm>
            <a:off x="-777126" y="-697844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61"/>
          <p:cNvSpPr/>
          <p:nvPr/>
        </p:nvSpPr>
        <p:spPr>
          <a:xfrm>
            <a:off x="6230390" y="-1737214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61"/>
          <p:cNvSpPr/>
          <p:nvPr/>
        </p:nvSpPr>
        <p:spPr>
          <a:xfrm>
            <a:off x="1084159" y="1024128"/>
            <a:ext cx="6975681" cy="312724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CF and PACF - Temperature ACF follows the yearly cycle (r = -0.81 at lag 182); rain has only short memory." id="1307" name="Google Shape;130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599" y="1115568"/>
            <a:ext cx="6792801" cy="2944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62"/>
          <p:cNvSpPr txBox="1"/>
          <p:nvPr/>
        </p:nvSpPr>
        <p:spPr>
          <a:xfrm>
            <a:off x="713225" y="4231950"/>
            <a:ext cx="77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Raw temperature: ADF (p = 0.19) says non-stationary, KPSS disagrees; remove seasonality first.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3" name="Google Shape;1313;p62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Stationarity tests</a:t>
            </a:r>
            <a:endParaRPr/>
          </a:p>
        </p:txBody>
      </p:sp>
      <p:sp>
        <p:nvSpPr>
          <p:cNvPr id="1314" name="Google Shape;1314;p62"/>
          <p:cNvSpPr/>
          <p:nvPr/>
        </p:nvSpPr>
        <p:spPr>
          <a:xfrm>
            <a:off x="-777126" y="-697844"/>
            <a:ext cx="1660917" cy="1969264"/>
          </a:xfrm>
          <a:custGeom>
            <a:rect b="b" l="l" r="r" t="t"/>
            <a:pathLst>
              <a:path extrusionOk="0" fill="none" h="14748" w="12439">
                <a:moveTo>
                  <a:pt x="6225" y="13296"/>
                </a:moveTo>
                <a:cubicBezTo>
                  <a:pt x="3080" y="11009"/>
                  <a:pt x="1596" y="6676"/>
                  <a:pt x="2662" y="2937"/>
                </a:cubicBezTo>
                <a:cubicBezTo>
                  <a:pt x="2838" y="2310"/>
                  <a:pt x="3113" y="1672"/>
                  <a:pt x="3619" y="1266"/>
                </a:cubicBezTo>
                <a:cubicBezTo>
                  <a:pt x="4312" y="738"/>
                  <a:pt x="5313" y="771"/>
                  <a:pt x="6115" y="1134"/>
                </a:cubicBezTo>
                <a:cubicBezTo>
                  <a:pt x="6907" y="1496"/>
                  <a:pt x="7545" y="2123"/>
                  <a:pt x="8161" y="2739"/>
                </a:cubicBezTo>
                <a:cubicBezTo>
                  <a:pt x="9458" y="4048"/>
                  <a:pt x="10800" y="5510"/>
                  <a:pt x="11053" y="7336"/>
                </a:cubicBezTo>
                <a:cubicBezTo>
                  <a:pt x="11240" y="8722"/>
                  <a:pt x="10745" y="10140"/>
                  <a:pt x="9931" y="11273"/>
                </a:cubicBezTo>
                <a:cubicBezTo>
                  <a:pt x="9129" y="12417"/>
                  <a:pt x="8029" y="13318"/>
                  <a:pt x="6896" y="14143"/>
                </a:cubicBezTo>
                <a:cubicBezTo>
                  <a:pt x="6489" y="14440"/>
                  <a:pt x="6016" y="14748"/>
                  <a:pt x="5500" y="14715"/>
                </a:cubicBezTo>
                <a:cubicBezTo>
                  <a:pt x="5082" y="14682"/>
                  <a:pt x="4708" y="14440"/>
                  <a:pt x="4389" y="14176"/>
                </a:cubicBezTo>
                <a:cubicBezTo>
                  <a:pt x="1749" y="12054"/>
                  <a:pt x="463" y="8392"/>
                  <a:pt x="1189" y="5082"/>
                </a:cubicBezTo>
                <a:cubicBezTo>
                  <a:pt x="1508" y="3641"/>
                  <a:pt x="2211" y="2244"/>
                  <a:pt x="3355" y="1321"/>
                </a:cubicBezTo>
                <a:cubicBezTo>
                  <a:pt x="4499" y="386"/>
                  <a:pt x="6137" y="1"/>
                  <a:pt x="7512" y="540"/>
                </a:cubicBezTo>
                <a:cubicBezTo>
                  <a:pt x="8579" y="958"/>
                  <a:pt x="9382" y="1859"/>
                  <a:pt x="10030" y="2805"/>
                </a:cubicBezTo>
                <a:cubicBezTo>
                  <a:pt x="11460" y="4840"/>
                  <a:pt x="12439" y="7501"/>
                  <a:pt x="11504" y="9810"/>
                </a:cubicBezTo>
                <a:cubicBezTo>
                  <a:pt x="10789" y="11603"/>
                  <a:pt x="9041" y="12801"/>
                  <a:pt x="7204" y="13351"/>
                </a:cubicBezTo>
                <a:cubicBezTo>
                  <a:pt x="6434" y="13582"/>
                  <a:pt x="5598" y="13703"/>
                  <a:pt x="4840" y="13461"/>
                </a:cubicBezTo>
                <a:cubicBezTo>
                  <a:pt x="4246" y="13274"/>
                  <a:pt x="3740" y="12878"/>
                  <a:pt x="3289" y="12450"/>
                </a:cubicBezTo>
                <a:cubicBezTo>
                  <a:pt x="1068" y="10272"/>
                  <a:pt x="1" y="7171"/>
                  <a:pt x="419" y="4092"/>
                </a:cubicBezTo>
                <a:cubicBezTo>
                  <a:pt x="639" y="2541"/>
                  <a:pt x="1508" y="826"/>
                  <a:pt x="3058" y="584"/>
                </a:cubicBezTo>
                <a:cubicBezTo>
                  <a:pt x="3487" y="529"/>
                  <a:pt x="3927" y="551"/>
                  <a:pt x="4367" y="639"/>
                </a:cubicBezTo>
                <a:cubicBezTo>
                  <a:pt x="5181" y="760"/>
                  <a:pt x="5983" y="892"/>
                  <a:pt x="6797" y="1057"/>
                </a:cubicBezTo>
                <a:cubicBezTo>
                  <a:pt x="7479" y="1189"/>
                  <a:pt x="8194" y="1353"/>
                  <a:pt x="8777" y="1760"/>
                </a:cubicBezTo>
                <a:cubicBezTo>
                  <a:pt x="9305" y="2123"/>
                  <a:pt x="9689" y="2673"/>
                  <a:pt x="10019" y="3223"/>
                </a:cubicBezTo>
                <a:cubicBezTo>
                  <a:pt x="10547" y="4081"/>
                  <a:pt x="10987" y="4983"/>
                  <a:pt x="11350" y="5917"/>
                </a:cubicBezTo>
                <a:cubicBezTo>
                  <a:pt x="11845" y="7182"/>
                  <a:pt x="12186" y="8568"/>
                  <a:pt x="11889" y="9887"/>
                </a:cubicBezTo>
                <a:cubicBezTo>
                  <a:pt x="11592" y="11207"/>
                  <a:pt x="10492" y="12428"/>
                  <a:pt x="9140" y="12483"/>
                </a:cubicBezTo>
                <a:cubicBezTo>
                  <a:pt x="8546" y="12483"/>
                  <a:pt x="7963" y="12340"/>
                  <a:pt x="7435" y="12054"/>
                </a:cubicBezTo>
                <a:cubicBezTo>
                  <a:pt x="5148" y="10910"/>
                  <a:pt x="3696" y="8568"/>
                  <a:pt x="3674" y="5994"/>
                </a:cubicBezTo>
                <a:cubicBezTo>
                  <a:pt x="3685" y="5082"/>
                  <a:pt x="3927" y="4114"/>
                  <a:pt x="4620" y="3531"/>
                </a:cubicBezTo>
                <a:cubicBezTo>
                  <a:pt x="5357" y="2915"/>
                  <a:pt x="6434" y="2893"/>
                  <a:pt x="7325" y="3223"/>
                </a:cubicBezTo>
                <a:cubicBezTo>
                  <a:pt x="8216" y="3553"/>
                  <a:pt x="8964" y="4180"/>
                  <a:pt x="9678" y="4807"/>
                </a:cubicBezTo>
                <a:cubicBezTo>
                  <a:pt x="10184" y="5224"/>
                  <a:pt x="10635" y="5686"/>
                  <a:pt x="11020" y="6203"/>
                </a:cubicBezTo>
                <a:cubicBezTo>
                  <a:pt x="12241" y="7941"/>
                  <a:pt x="11889" y="10591"/>
                  <a:pt x="10250" y="11955"/>
                </a:cubicBezTo>
                <a:cubicBezTo>
                  <a:pt x="8623" y="13318"/>
                  <a:pt x="5950" y="13175"/>
                  <a:pt x="4466" y="11669"/>
                </a:cubicBezTo>
                <a:cubicBezTo>
                  <a:pt x="3685" y="10877"/>
                  <a:pt x="3245" y="9821"/>
                  <a:pt x="2970" y="8755"/>
                </a:cubicBezTo>
                <a:cubicBezTo>
                  <a:pt x="2486" y="6885"/>
                  <a:pt x="2442" y="4917"/>
                  <a:pt x="2860" y="3025"/>
                </a:cubicBezTo>
                <a:cubicBezTo>
                  <a:pt x="3047" y="2200"/>
                  <a:pt x="3322" y="1375"/>
                  <a:pt x="3872" y="749"/>
                </a:cubicBezTo>
                <a:cubicBezTo>
                  <a:pt x="4433" y="111"/>
                  <a:pt x="7391" y="562"/>
                  <a:pt x="8205" y="76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0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62"/>
          <p:cNvSpPr/>
          <p:nvPr/>
        </p:nvSpPr>
        <p:spPr>
          <a:xfrm>
            <a:off x="6230390" y="-1737214"/>
            <a:ext cx="4163719" cy="4461783"/>
          </a:xfrm>
          <a:custGeom>
            <a:rect b="b" l="l" r="r" t="t"/>
            <a:pathLst>
              <a:path extrusionOk="0" h="56838" w="53041">
                <a:moveTo>
                  <a:pt x="6197" y="1"/>
                </a:moveTo>
                <a:cubicBezTo>
                  <a:pt x="4428" y="1"/>
                  <a:pt x="2654" y="166"/>
                  <a:pt x="914" y="469"/>
                </a:cubicBezTo>
                <a:cubicBezTo>
                  <a:pt x="232" y="4131"/>
                  <a:pt x="1" y="7870"/>
                  <a:pt x="243" y="11587"/>
                </a:cubicBezTo>
                <a:cubicBezTo>
                  <a:pt x="6940" y="12918"/>
                  <a:pt x="14286" y="14655"/>
                  <a:pt x="18278" y="20187"/>
                </a:cubicBezTo>
                <a:cubicBezTo>
                  <a:pt x="20642" y="23442"/>
                  <a:pt x="21478" y="27610"/>
                  <a:pt x="23832" y="30865"/>
                </a:cubicBezTo>
                <a:cubicBezTo>
                  <a:pt x="25987" y="33845"/>
                  <a:pt x="29209" y="35825"/>
                  <a:pt x="32178" y="38002"/>
                </a:cubicBezTo>
                <a:cubicBezTo>
                  <a:pt x="35137" y="40190"/>
                  <a:pt x="38029" y="42874"/>
                  <a:pt x="38942" y="46437"/>
                </a:cubicBezTo>
                <a:cubicBezTo>
                  <a:pt x="39744" y="49593"/>
                  <a:pt x="39151" y="53585"/>
                  <a:pt x="41801" y="55476"/>
                </a:cubicBezTo>
                <a:cubicBezTo>
                  <a:pt x="43022" y="56356"/>
                  <a:pt x="44616" y="56466"/>
                  <a:pt x="46112" y="56554"/>
                </a:cubicBezTo>
                <a:cubicBezTo>
                  <a:pt x="47186" y="56613"/>
                  <a:pt x="48325" y="56838"/>
                  <a:pt x="49361" y="56838"/>
                </a:cubicBezTo>
                <a:cubicBezTo>
                  <a:pt x="50457" y="56838"/>
                  <a:pt x="51438" y="56586"/>
                  <a:pt x="52105" y="55619"/>
                </a:cubicBezTo>
                <a:cubicBezTo>
                  <a:pt x="53040" y="54267"/>
                  <a:pt x="52820" y="51056"/>
                  <a:pt x="52578" y="49527"/>
                </a:cubicBezTo>
                <a:cubicBezTo>
                  <a:pt x="51907" y="45315"/>
                  <a:pt x="49675" y="40762"/>
                  <a:pt x="46981" y="37463"/>
                </a:cubicBezTo>
                <a:cubicBezTo>
                  <a:pt x="43681" y="33449"/>
                  <a:pt x="39184" y="30645"/>
                  <a:pt x="35434" y="27071"/>
                </a:cubicBezTo>
                <a:cubicBezTo>
                  <a:pt x="31816" y="23640"/>
                  <a:pt x="28934" y="19516"/>
                  <a:pt x="26933" y="14952"/>
                </a:cubicBezTo>
                <a:cubicBezTo>
                  <a:pt x="26141" y="13127"/>
                  <a:pt x="25492" y="11224"/>
                  <a:pt x="24502" y="9498"/>
                </a:cubicBezTo>
                <a:cubicBezTo>
                  <a:pt x="23073" y="6979"/>
                  <a:pt x="20972" y="4890"/>
                  <a:pt x="18520" y="3339"/>
                </a:cubicBezTo>
                <a:cubicBezTo>
                  <a:pt x="17167" y="2481"/>
                  <a:pt x="15727" y="1789"/>
                  <a:pt x="14209" y="1272"/>
                </a:cubicBezTo>
                <a:cubicBezTo>
                  <a:pt x="11636" y="392"/>
                  <a:pt x="8921" y="1"/>
                  <a:pt x="61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16" name="Google Shape;1316;p62"/>
          <p:cNvGraphicFramePr/>
          <p:nvPr/>
        </p:nvGraphicFramePr>
        <p:xfrm>
          <a:off x="713232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{B4DDA33F-F8AA-409B-9897-F75811746A1A}</a:tableStyleId>
              </a:tblPr>
              <a:tblGrid>
                <a:gridCol w="2743200"/>
                <a:gridCol w="914400"/>
                <a:gridCol w="1463050"/>
                <a:gridCol w="914400"/>
                <a:gridCol w="16825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Series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C675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ADF p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C675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ADF says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C675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KPSS p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C675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KPSS says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C675A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Temperature (raw)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0.186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Non-stationary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≥ 0.10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Stationary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Temperature (deseasonalised)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&lt; 0.001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Stationary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≤ 0.01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Non-stationary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Temperature (1st difference)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&lt; 0.001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Stationary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≥ 0.10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Stationary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Precipitation (raw)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&lt; 0.001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Stationary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≤ 0.01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28282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Non-stationary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1317" name="Google Shape;1317;p62"/>
          <p:cNvSpPr txBox="1"/>
          <p:nvPr/>
        </p:nvSpPr>
        <p:spPr>
          <a:xfrm>
            <a:off x="713232" y="3703320"/>
            <a:ext cx="77175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82828"/>
                </a:solidFill>
                <a:latin typeface="Poppins"/>
                <a:ea typeface="Poppins"/>
                <a:cs typeface="Poppins"/>
                <a:sym typeface="Poppins"/>
              </a:rPr>
              <a:t>ADF H₀: unit root (non-stationary). KPSS H₀: stationary. When the two disagree, the series is not cleanly stationary.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2" name="Google Shape;1322;p63"/>
          <p:cNvGrpSpPr/>
          <p:nvPr/>
        </p:nvGrpSpPr>
        <p:grpSpPr>
          <a:xfrm>
            <a:off x="1142167" y="1308820"/>
            <a:ext cx="922110" cy="922110"/>
            <a:chOff x="-243925" y="1697675"/>
            <a:chExt cx="866400" cy="866400"/>
          </a:xfrm>
        </p:grpSpPr>
        <p:sp>
          <p:nvSpPr>
            <p:cNvPr id="1323" name="Google Shape;1323;p63"/>
            <p:cNvSpPr/>
            <p:nvPr/>
          </p:nvSpPr>
          <p:spPr>
            <a:xfrm>
              <a:off x="-243925" y="1697675"/>
              <a:ext cx="866400" cy="866400"/>
            </a:xfrm>
            <a:prstGeom prst="ellipse">
              <a:avLst/>
            </a:prstGeom>
            <a:solidFill>
              <a:schemeClr val="accent5"/>
            </a:solidFill>
            <a:ln cap="flat" cmpd="sng" w="1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63"/>
            <p:cNvSpPr/>
            <p:nvPr/>
          </p:nvSpPr>
          <p:spPr>
            <a:xfrm>
              <a:off x="-243925" y="1697675"/>
              <a:ext cx="866400" cy="866400"/>
            </a:xfrm>
            <a:prstGeom prst="ellipse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5" name="Google Shape;1325;p63"/>
          <p:cNvGrpSpPr/>
          <p:nvPr/>
        </p:nvGrpSpPr>
        <p:grpSpPr>
          <a:xfrm>
            <a:off x="6068801" y="2383776"/>
            <a:ext cx="1445723" cy="1385627"/>
            <a:chOff x="818975" y="-4020197"/>
            <a:chExt cx="962916" cy="922890"/>
          </a:xfrm>
        </p:grpSpPr>
        <p:sp>
          <p:nvSpPr>
            <p:cNvPr id="1326" name="Google Shape;1326;p63"/>
            <p:cNvSpPr/>
            <p:nvPr/>
          </p:nvSpPr>
          <p:spPr>
            <a:xfrm>
              <a:off x="818975" y="-4017699"/>
              <a:ext cx="962916" cy="920392"/>
            </a:xfrm>
            <a:custGeom>
              <a:rect b="b" l="l" r="r" t="t"/>
              <a:pathLst>
                <a:path extrusionOk="0" h="16947" w="17730">
                  <a:moveTo>
                    <a:pt x="8676" y="1"/>
                  </a:moveTo>
                  <a:cubicBezTo>
                    <a:pt x="8236" y="1"/>
                    <a:pt x="7602" y="1465"/>
                    <a:pt x="7602" y="1465"/>
                  </a:cubicBezTo>
                  <a:cubicBezTo>
                    <a:pt x="7602" y="1465"/>
                    <a:pt x="6536" y="443"/>
                    <a:pt x="6209" y="443"/>
                  </a:cubicBezTo>
                  <a:cubicBezTo>
                    <a:pt x="6201" y="443"/>
                    <a:pt x="6195" y="444"/>
                    <a:pt x="6188" y="445"/>
                  </a:cubicBezTo>
                  <a:cubicBezTo>
                    <a:pt x="5887" y="491"/>
                    <a:pt x="5563" y="2299"/>
                    <a:pt x="5563" y="2299"/>
                  </a:cubicBezTo>
                  <a:cubicBezTo>
                    <a:pt x="5563" y="2299"/>
                    <a:pt x="4364" y="1458"/>
                    <a:pt x="3690" y="1458"/>
                  </a:cubicBezTo>
                  <a:cubicBezTo>
                    <a:pt x="3656" y="1458"/>
                    <a:pt x="3624" y="1460"/>
                    <a:pt x="3593" y="1465"/>
                  </a:cubicBezTo>
                  <a:cubicBezTo>
                    <a:pt x="2921" y="1580"/>
                    <a:pt x="3384" y="3944"/>
                    <a:pt x="3384" y="3944"/>
                  </a:cubicBezTo>
                  <a:cubicBezTo>
                    <a:pt x="3384" y="3944"/>
                    <a:pt x="2570" y="3893"/>
                    <a:pt x="1932" y="3893"/>
                  </a:cubicBezTo>
                  <a:cubicBezTo>
                    <a:pt x="1612" y="3893"/>
                    <a:pt x="1337" y="3906"/>
                    <a:pt x="1229" y="3944"/>
                  </a:cubicBezTo>
                  <a:cubicBezTo>
                    <a:pt x="904" y="4037"/>
                    <a:pt x="1878" y="6262"/>
                    <a:pt x="1878" y="6262"/>
                  </a:cubicBezTo>
                  <a:cubicBezTo>
                    <a:pt x="1878" y="6262"/>
                    <a:pt x="116" y="7096"/>
                    <a:pt x="70" y="7467"/>
                  </a:cubicBezTo>
                  <a:cubicBezTo>
                    <a:pt x="0" y="7815"/>
                    <a:pt x="1715" y="8881"/>
                    <a:pt x="1715" y="8881"/>
                  </a:cubicBezTo>
                  <a:cubicBezTo>
                    <a:pt x="1715" y="8881"/>
                    <a:pt x="255" y="9877"/>
                    <a:pt x="255" y="10364"/>
                  </a:cubicBezTo>
                  <a:cubicBezTo>
                    <a:pt x="255" y="10572"/>
                    <a:pt x="2480" y="11013"/>
                    <a:pt x="2480" y="11013"/>
                  </a:cubicBezTo>
                  <a:cubicBezTo>
                    <a:pt x="2480" y="11013"/>
                    <a:pt x="1646" y="12612"/>
                    <a:pt x="1692" y="12751"/>
                  </a:cubicBezTo>
                  <a:cubicBezTo>
                    <a:pt x="1713" y="12827"/>
                    <a:pt x="1897" y="12853"/>
                    <a:pt x="2147" y="12853"/>
                  </a:cubicBezTo>
                  <a:cubicBezTo>
                    <a:pt x="2735" y="12853"/>
                    <a:pt x="3685" y="12705"/>
                    <a:pt x="3685" y="12705"/>
                  </a:cubicBezTo>
                  <a:lnTo>
                    <a:pt x="3685" y="12705"/>
                  </a:lnTo>
                  <a:cubicBezTo>
                    <a:pt x="3685" y="12705"/>
                    <a:pt x="3175" y="14373"/>
                    <a:pt x="3407" y="14628"/>
                  </a:cubicBezTo>
                  <a:cubicBezTo>
                    <a:pt x="3460" y="14681"/>
                    <a:pt x="3579" y="14702"/>
                    <a:pt x="3734" y="14702"/>
                  </a:cubicBezTo>
                  <a:cubicBezTo>
                    <a:pt x="4326" y="14702"/>
                    <a:pt x="5447" y="14396"/>
                    <a:pt x="5447" y="14396"/>
                  </a:cubicBezTo>
                  <a:cubicBezTo>
                    <a:pt x="5447" y="14396"/>
                    <a:pt x="5923" y="16529"/>
                    <a:pt x="6270" y="16529"/>
                  </a:cubicBezTo>
                  <a:cubicBezTo>
                    <a:pt x="6274" y="16529"/>
                    <a:pt x="6277" y="16529"/>
                    <a:pt x="6281" y="16528"/>
                  </a:cubicBezTo>
                  <a:cubicBezTo>
                    <a:pt x="6652" y="16459"/>
                    <a:pt x="7741" y="15323"/>
                    <a:pt x="7741" y="15323"/>
                  </a:cubicBezTo>
                  <a:cubicBezTo>
                    <a:pt x="7741" y="15323"/>
                    <a:pt x="8553" y="16947"/>
                    <a:pt x="9131" y="16947"/>
                  </a:cubicBezTo>
                  <a:cubicBezTo>
                    <a:pt x="9139" y="16947"/>
                    <a:pt x="9147" y="16946"/>
                    <a:pt x="9155" y="16946"/>
                  </a:cubicBezTo>
                  <a:cubicBezTo>
                    <a:pt x="9734" y="16899"/>
                    <a:pt x="10267" y="15115"/>
                    <a:pt x="10267" y="15115"/>
                  </a:cubicBezTo>
                  <a:cubicBezTo>
                    <a:pt x="10267" y="15115"/>
                    <a:pt x="11744" y="16274"/>
                    <a:pt x="12178" y="16274"/>
                  </a:cubicBezTo>
                  <a:cubicBezTo>
                    <a:pt x="12182" y="16274"/>
                    <a:pt x="12187" y="16274"/>
                    <a:pt x="12191" y="16273"/>
                  </a:cubicBezTo>
                  <a:cubicBezTo>
                    <a:pt x="12585" y="16250"/>
                    <a:pt x="12330" y="14628"/>
                    <a:pt x="12330" y="14628"/>
                  </a:cubicBezTo>
                  <a:lnTo>
                    <a:pt x="12330" y="14628"/>
                  </a:lnTo>
                  <a:cubicBezTo>
                    <a:pt x="12330" y="14628"/>
                    <a:pt x="13288" y="15178"/>
                    <a:pt x="13886" y="15178"/>
                  </a:cubicBezTo>
                  <a:cubicBezTo>
                    <a:pt x="14014" y="15178"/>
                    <a:pt x="14125" y="15153"/>
                    <a:pt x="14207" y="15092"/>
                  </a:cubicBezTo>
                  <a:cubicBezTo>
                    <a:pt x="14694" y="14767"/>
                    <a:pt x="14137" y="13284"/>
                    <a:pt x="14137" y="13284"/>
                  </a:cubicBezTo>
                  <a:lnTo>
                    <a:pt x="14137" y="13284"/>
                  </a:lnTo>
                  <a:cubicBezTo>
                    <a:pt x="14137" y="13284"/>
                    <a:pt x="15223" y="13703"/>
                    <a:pt x="15834" y="13703"/>
                  </a:cubicBezTo>
                  <a:cubicBezTo>
                    <a:pt x="15970" y="13703"/>
                    <a:pt x="16082" y="13682"/>
                    <a:pt x="16154" y="13632"/>
                  </a:cubicBezTo>
                  <a:cubicBezTo>
                    <a:pt x="16524" y="13377"/>
                    <a:pt x="15412" y="11708"/>
                    <a:pt x="15412" y="11708"/>
                  </a:cubicBezTo>
                  <a:cubicBezTo>
                    <a:pt x="15412" y="11708"/>
                    <a:pt x="17057" y="11569"/>
                    <a:pt x="17266" y="11198"/>
                  </a:cubicBezTo>
                  <a:cubicBezTo>
                    <a:pt x="17498" y="10827"/>
                    <a:pt x="15829" y="9553"/>
                    <a:pt x="15829" y="9553"/>
                  </a:cubicBezTo>
                  <a:cubicBezTo>
                    <a:pt x="15829" y="9553"/>
                    <a:pt x="17521" y="8417"/>
                    <a:pt x="17614" y="8162"/>
                  </a:cubicBezTo>
                  <a:cubicBezTo>
                    <a:pt x="17730" y="7884"/>
                    <a:pt x="15760" y="7212"/>
                    <a:pt x="15760" y="7212"/>
                  </a:cubicBezTo>
                  <a:cubicBezTo>
                    <a:pt x="15760" y="7212"/>
                    <a:pt x="17057" y="5659"/>
                    <a:pt x="16942" y="5428"/>
                  </a:cubicBezTo>
                  <a:cubicBezTo>
                    <a:pt x="16802" y="5173"/>
                    <a:pt x="14833" y="5034"/>
                    <a:pt x="14833" y="5034"/>
                  </a:cubicBezTo>
                  <a:cubicBezTo>
                    <a:pt x="14833" y="5034"/>
                    <a:pt x="15644" y="3759"/>
                    <a:pt x="15482" y="3388"/>
                  </a:cubicBezTo>
                  <a:cubicBezTo>
                    <a:pt x="15436" y="3278"/>
                    <a:pt x="15272" y="3239"/>
                    <a:pt x="15059" y="3239"/>
                  </a:cubicBezTo>
                  <a:cubicBezTo>
                    <a:pt x="14508" y="3239"/>
                    <a:pt x="13627" y="3504"/>
                    <a:pt x="13627" y="3504"/>
                  </a:cubicBezTo>
                  <a:cubicBezTo>
                    <a:pt x="13627" y="3504"/>
                    <a:pt x="13975" y="1974"/>
                    <a:pt x="13790" y="1650"/>
                  </a:cubicBezTo>
                  <a:cubicBezTo>
                    <a:pt x="13748" y="1577"/>
                    <a:pt x="13627" y="1548"/>
                    <a:pt x="13464" y="1548"/>
                  </a:cubicBezTo>
                  <a:cubicBezTo>
                    <a:pt x="12908" y="1548"/>
                    <a:pt x="11866" y="1882"/>
                    <a:pt x="11866" y="1882"/>
                  </a:cubicBezTo>
                  <a:cubicBezTo>
                    <a:pt x="11866" y="1882"/>
                    <a:pt x="11658" y="306"/>
                    <a:pt x="11472" y="144"/>
                  </a:cubicBezTo>
                  <a:cubicBezTo>
                    <a:pt x="11463" y="135"/>
                    <a:pt x="11450" y="132"/>
                    <a:pt x="11434" y="132"/>
                  </a:cubicBezTo>
                  <a:cubicBezTo>
                    <a:pt x="11137" y="132"/>
                    <a:pt x="9757" y="1511"/>
                    <a:pt x="9757" y="1511"/>
                  </a:cubicBezTo>
                  <a:cubicBezTo>
                    <a:pt x="9757" y="1511"/>
                    <a:pt x="9178" y="97"/>
                    <a:pt x="8714" y="5"/>
                  </a:cubicBezTo>
                  <a:cubicBezTo>
                    <a:pt x="8702" y="2"/>
                    <a:pt x="8689" y="1"/>
                    <a:pt x="867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14300">
              <a:solidFill>
                <a:schemeClr val="dk2"/>
              </a:solidFill>
              <a:prstDash val="solid"/>
              <a:miter lim="231"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63"/>
            <p:cNvSpPr/>
            <p:nvPr/>
          </p:nvSpPr>
          <p:spPr>
            <a:xfrm>
              <a:off x="818975" y="-4020197"/>
              <a:ext cx="962916" cy="920392"/>
            </a:xfrm>
            <a:custGeom>
              <a:rect b="b" l="l" r="r" t="t"/>
              <a:pathLst>
                <a:path extrusionOk="0" h="16947" w="17730">
                  <a:moveTo>
                    <a:pt x="8675" y="0"/>
                  </a:moveTo>
                  <a:cubicBezTo>
                    <a:pt x="8234" y="0"/>
                    <a:pt x="7579" y="1441"/>
                    <a:pt x="7579" y="1441"/>
                  </a:cubicBezTo>
                  <a:cubicBezTo>
                    <a:pt x="7579" y="1441"/>
                    <a:pt x="6536" y="443"/>
                    <a:pt x="6209" y="443"/>
                  </a:cubicBezTo>
                  <a:cubicBezTo>
                    <a:pt x="6202" y="443"/>
                    <a:pt x="6195" y="444"/>
                    <a:pt x="6188" y="445"/>
                  </a:cubicBezTo>
                  <a:cubicBezTo>
                    <a:pt x="5887" y="491"/>
                    <a:pt x="5563" y="2299"/>
                    <a:pt x="5563" y="2299"/>
                  </a:cubicBezTo>
                  <a:cubicBezTo>
                    <a:pt x="5563" y="2299"/>
                    <a:pt x="4364" y="1458"/>
                    <a:pt x="3670" y="1458"/>
                  </a:cubicBezTo>
                  <a:cubicBezTo>
                    <a:pt x="3635" y="1458"/>
                    <a:pt x="3601" y="1460"/>
                    <a:pt x="3569" y="1464"/>
                  </a:cubicBezTo>
                  <a:cubicBezTo>
                    <a:pt x="2897" y="1557"/>
                    <a:pt x="3361" y="3921"/>
                    <a:pt x="3361" y="3921"/>
                  </a:cubicBezTo>
                  <a:cubicBezTo>
                    <a:pt x="3361" y="3921"/>
                    <a:pt x="2547" y="3890"/>
                    <a:pt x="1909" y="3890"/>
                  </a:cubicBezTo>
                  <a:cubicBezTo>
                    <a:pt x="1589" y="3890"/>
                    <a:pt x="1314" y="3898"/>
                    <a:pt x="1206" y="3921"/>
                  </a:cubicBezTo>
                  <a:cubicBezTo>
                    <a:pt x="881" y="4013"/>
                    <a:pt x="1878" y="6261"/>
                    <a:pt x="1878" y="6261"/>
                  </a:cubicBezTo>
                  <a:cubicBezTo>
                    <a:pt x="1878" y="6261"/>
                    <a:pt x="93" y="7096"/>
                    <a:pt x="47" y="7443"/>
                  </a:cubicBezTo>
                  <a:cubicBezTo>
                    <a:pt x="0" y="7814"/>
                    <a:pt x="1692" y="8880"/>
                    <a:pt x="1692" y="8880"/>
                  </a:cubicBezTo>
                  <a:cubicBezTo>
                    <a:pt x="1692" y="8880"/>
                    <a:pt x="255" y="9877"/>
                    <a:pt x="255" y="10363"/>
                  </a:cubicBezTo>
                  <a:cubicBezTo>
                    <a:pt x="255" y="10572"/>
                    <a:pt x="2457" y="11012"/>
                    <a:pt x="2457" y="11012"/>
                  </a:cubicBezTo>
                  <a:cubicBezTo>
                    <a:pt x="2457" y="11012"/>
                    <a:pt x="1623" y="12611"/>
                    <a:pt x="1669" y="12751"/>
                  </a:cubicBezTo>
                  <a:cubicBezTo>
                    <a:pt x="1697" y="12826"/>
                    <a:pt x="1886" y="12853"/>
                    <a:pt x="2139" y="12853"/>
                  </a:cubicBezTo>
                  <a:cubicBezTo>
                    <a:pt x="2735" y="12853"/>
                    <a:pt x="3685" y="12704"/>
                    <a:pt x="3685" y="12704"/>
                  </a:cubicBezTo>
                  <a:lnTo>
                    <a:pt x="3685" y="12704"/>
                  </a:lnTo>
                  <a:cubicBezTo>
                    <a:pt x="3685" y="12704"/>
                    <a:pt x="3175" y="14373"/>
                    <a:pt x="3407" y="14628"/>
                  </a:cubicBezTo>
                  <a:cubicBezTo>
                    <a:pt x="3455" y="14681"/>
                    <a:pt x="3570" y="14702"/>
                    <a:pt x="3722" y="14702"/>
                  </a:cubicBezTo>
                  <a:cubicBezTo>
                    <a:pt x="4303" y="14702"/>
                    <a:pt x="5423" y="14396"/>
                    <a:pt x="5423" y="14396"/>
                  </a:cubicBezTo>
                  <a:cubicBezTo>
                    <a:pt x="5423" y="14396"/>
                    <a:pt x="5900" y="16529"/>
                    <a:pt x="6269" y="16529"/>
                  </a:cubicBezTo>
                  <a:cubicBezTo>
                    <a:pt x="6273" y="16529"/>
                    <a:pt x="6277" y="16529"/>
                    <a:pt x="6281" y="16528"/>
                  </a:cubicBezTo>
                  <a:cubicBezTo>
                    <a:pt x="6652" y="16459"/>
                    <a:pt x="7718" y="15323"/>
                    <a:pt x="7718" y="15323"/>
                  </a:cubicBezTo>
                  <a:cubicBezTo>
                    <a:pt x="7718" y="15323"/>
                    <a:pt x="8529" y="16946"/>
                    <a:pt x="9108" y="16946"/>
                  </a:cubicBezTo>
                  <a:cubicBezTo>
                    <a:pt x="9116" y="16946"/>
                    <a:pt x="9124" y="16946"/>
                    <a:pt x="9132" y="16945"/>
                  </a:cubicBezTo>
                  <a:cubicBezTo>
                    <a:pt x="9711" y="16899"/>
                    <a:pt x="10244" y="15114"/>
                    <a:pt x="10244" y="15114"/>
                  </a:cubicBezTo>
                  <a:cubicBezTo>
                    <a:pt x="10244" y="15114"/>
                    <a:pt x="11721" y="16273"/>
                    <a:pt x="12155" y="16273"/>
                  </a:cubicBezTo>
                  <a:cubicBezTo>
                    <a:pt x="12159" y="16273"/>
                    <a:pt x="12163" y="16273"/>
                    <a:pt x="12167" y="16273"/>
                  </a:cubicBezTo>
                  <a:cubicBezTo>
                    <a:pt x="12585" y="16227"/>
                    <a:pt x="12307" y="14628"/>
                    <a:pt x="12307" y="14628"/>
                  </a:cubicBezTo>
                  <a:lnTo>
                    <a:pt x="12307" y="14628"/>
                  </a:lnTo>
                  <a:cubicBezTo>
                    <a:pt x="12307" y="14628"/>
                    <a:pt x="13279" y="15170"/>
                    <a:pt x="13888" y="15170"/>
                  </a:cubicBezTo>
                  <a:cubicBezTo>
                    <a:pt x="14014" y="15170"/>
                    <a:pt x="14124" y="15147"/>
                    <a:pt x="14207" y="15091"/>
                  </a:cubicBezTo>
                  <a:cubicBezTo>
                    <a:pt x="14670" y="14767"/>
                    <a:pt x="14137" y="13260"/>
                    <a:pt x="14137" y="13260"/>
                  </a:cubicBezTo>
                  <a:lnTo>
                    <a:pt x="14137" y="13260"/>
                  </a:lnTo>
                  <a:cubicBezTo>
                    <a:pt x="14137" y="13260"/>
                    <a:pt x="15238" y="13700"/>
                    <a:pt x="15833" y="13700"/>
                  </a:cubicBezTo>
                  <a:cubicBezTo>
                    <a:pt x="15961" y="13700"/>
                    <a:pt x="16065" y="13680"/>
                    <a:pt x="16130" y="13631"/>
                  </a:cubicBezTo>
                  <a:cubicBezTo>
                    <a:pt x="16501" y="13376"/>
                    <a:pt x="15389" y="11708"/>
                    <a:pt x="15389" y="11708"/>
                  </a:cubicBezTo>
                  <a:cubicBezTo>
                    <a:pt x="15389" y="11708"/>
                    <a:pt x="17034" y="11569"/>
                    <a:pt x="17243" y="11198"/>
                  </a:cubicBezTo>
                  <a:cubicBezTo>
                    <a:pt x="17475" y="10827"/>
                    <a:pt x="15806" y="9552"/>
                    <a:pt x="15806" y="9552"/>
                  </a:cubicBezTo>
                  <a:cubicBezTo>
                    <a:pt x="15806" y="9552"/>
                    <a:pt x="17521" y="8463"/>
                    <a:pt x="17614" y="8185"/>
                  </a:cubicBezTo>
                  <a:cubicBezTo>
                    <a:pt x="17730" y="7930"/>
                    <a:pt x="15736" y="7235"/>
                    <a:pt x="15736" y="7235"/>
                  </a:cubicBezTo>
                  <a:cubicBezTo>
                    <a:pt x="15736" y="7235"/>
                    <a:pt x="17057" y="5682"/>
                    <a:pt x="16918" y="5450"/>
                  </a:cubicBezTo>
                  <a:cubicBezTo>
                    <a:pt x="16802" y="5195"/>
                    <a:pt x="14809" y="5080"/>
                    <a:pt x="14809" y="5080"/>
                  </a:cubicBezTo>
                  <a:cubicBezTo>
                    <a:pt x="14809" y="5080"/>
                    <a:pt x="15644" y="3782"/>
                    <a:pt x="15482" y="3411"/>
                  </a:cubicBezTo>
                  <a:cubicBezTo>
                    <a:pt x="15437" y="3309"/>
                    <a:pt x="15276" y="3272"/>
                    <a:pt x="15066" y="3272"/>
                  </a:cubicBezTo>
                  <a:cubicBezTo>
                    <a:pt x="14515" y="3272"/>
                    <a:pt x="13627" y="3527"/>
                    <a:pt x="13627" y="3527"/>
                  </a:cubicBezTo>
                  <a:cubicBezTo>
                    <a:pt x="13627" y="3527"/>
                    <a:pt x="13975" y="2020"/>
                    <a:pt x="13790" y="1673"/>
                  </a:cubicBezTo>
                  <a:cubicBezTo>
                    <a:pt x="13749" y="1602"/>
                    <a:pt x="13634" y="1574"/>
                    <a:pt x="13480" y="1574"/>
                  </a:cubicBezTo>
                  <a:cubicBezTo>
                    <a:pt x="12927" y="1574"/>
                    <a:pt x="11866" y="1928"/>
                    <a:pt x="11866" y="1928"/>
                  </a:cubicBezTo>
                  <a:cubicBezTo>
                    <a:pt x="11866" y="1928"/>
                    <a:pt x="11658" y="329"/>
                    <a:pt x="11472" y="190"/>
                  </a:cubicBezTo>
                  <a:cubicBezTo>
                    <a:pt x="11463" y="181"/>
                    <a:pt x="11450" y="178"/>
                    <a:pt x="11434" y="178"/>
                  </a:cubicBezTo>
                  <a:cubicBezTo>
                    <a:pt x="11137" y="178"/>
                    <a:pt x="9757" y="1557"/>
                    <a:pt x="9757" y="1557"/>
                  </a:cubicBezTo>
                  <a:cubicBezTo>
                    <a:pt x="9757" y="1557"/>
                    <a:pt x="9155" y="74"/>
                    <a:pt x="8714" y="4"/>
                  </a:cubicBezTo>
                  <a:cubicBezTo>
                    <a:pt x="8701" y="1"/>
                    <a:pt x="8688" y="0"/>
                    <a:pt x="86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63"/>
            <p:cNvSpPr/>
            <p:nvPr/>
          </p:nvSpPr>
          <p:spPr>
            <a:xfrm>
              <a:off x="954911" y="-3920540"/>
              <a:ext cx="698590" cy="699839"/>
            </a:xfrm>
            <a:custGeom>
              <a:rect b="b" l="l" r="r" t="t"/>
              <a:pathLst>
                <a:path extrusionOk="0" h="12886" w="12863">
                  <a:moveTo>
                    <a:pt x="6420" y="0"/>
                  </a:moveTo>
                  <a:cubicBezTo>
                    <a:pt x="2874" y="0"/>
                    <a:pt x="0" y="2897"/>
                    <a:pt x="0" y="6443"/>
                  </a:cubicBezTo>
                  <a:cubicBezTo>
                    <a:pt x="0" y="9989"/>
                    <a:pt x="2874" y="12885"/>
                    <a:pt x="6420" y="12885"/>
                  </a:cubicBezTo>
                  <a:cubicBezTo>
                    <a:pt x="9966" y="12885"/>
                    <a:pt x="12863" y="9989"/>
                    <a:pt x="12863" y="6443"/>
                  </a:cubicBezTo>
                  <a:cubicBezTo>
                    <a:pt x="12863" y="2897"/>
                    <a:pt x="9966" y="0"/>
                    <a:pt x="64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63"/>
            <p:cNvSpPr/>
            <p:nvPr/>
          </p:nvSpPr>
          <p:spPr>
            <a:xfrm>
              <a:off x="997706" y="-3595826"/>
              <a:ext cx="94445" cy="93196"/>
            </a:xfrm>
            <a:custGeom>
              <a:rect b="b" l="l" r="r" t="t"/>
              <a:pathLst>
                <a:path extrusionOk="0" h="1716" w="1739">
                  <a:moveTo>
                    <a:pt x="881" y="0"/>
                  </a:moveTo>
                  <a:cubicBezTo>
                    <a:pt x="394" y="0"/>
                    <a:pt x="0" y="394"/>
                    <a:pt x="0" y="858"/>
                  </a:cubicBezTo>
                  <a:cubicBezTo>
                    <a:pt x="0" y="1344"/>
                    <a:pt x="394" y="1715"/>
                    <a:pt x="881" y="1715"/>
                  </a:cubicBezTo>
                  <a:cubicBezTo>
                    <a:pt x="1345" y="1715"/>
                    <a:pt x="1738" y="1344"/>
                    <a:pt x="1738" y="858"/>
                  </a:cubicBezTo>
                  <a:cubicBezTo>
                    <a:pt x="1738" y="394"/>
                    <a:pt x="1345" y="0"/>
                    <a:pt x="8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63"/>
            <p:cNvSpPr/>
            <p:nvPr/>
          </p:nvSpPr>
          <p:spPr>
            <a:xfrm>
              <a:off x="1416809" y="-3508986"/>
              <a:ext cx="93196" cy="93196"/>
            </a:xfrm>
            <a:custGeom>
              <a:rect b="b" l="l" r="r" t="t"/>
              <a:pathLst>
                <a:path extrusionOk="0" h="1716" w="1716">
                  <a:moveTo>
                    <a:pt x="858" y="0"/>
                  </a:moveTo>
                  <a:cubicBezTo>
                    <a:pt x="372" y="0"/>
                    <a:pt x="1" y="371"/>
                    <a:pt x="1" y="858"/>
                  </a:cubicBezTo>
                  <a:cubicBezTo>
                    <a:pt x="1" y="1321"/>
                    <a:pt x="372" y="1715"/>
                    <a:pt x="858" y="1715"/>
                  </a:cubicBezTo>
                  <a:cubicBezTo>
                    <a:pt x="1322" y="1715"/>
                    <a:pt x="1716" y="1321"/>
                    <a:pt x="1716" y="858"/>
                  </a:cubicBezTo>
                  <a:cubicBezTo>
                    <a:pt x="1716" y="371"/>
                    <a:pt x="1322" y="0"/>
                    <a:pt x="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63"/>
            <p:cNvSpPr/>
            <p:nvPr/>
          </p:nvSpPr>
          <p:spPr>
            <a:xfrm>
              <a:off x="1147491" y="-3558027"/>
              <a:ext cx="106067" cy="89340"/>
            </a:xfrm>
            <a:custGeom>
              <a:rect b="b" l="l" r="r" t="t"/>
              <a:pathLst>
                <a:path extrusionOk="0" h="1645" w="1953">
                  <a:moveTo>
                    <a:pt x="380" y="0"/>
                  </a:moveTo>
                  <a:cubicBezTo>
                    <a:pt x="346" y="0"/>
                    <a:pt x="311" y="20"/>
                    <a:pt x="301" y="69"/>
                  </a:cubicBezTo>
                  <a:cubicBezTo>
                    <a:pt x="301" y="115"/>
                    <a:pt x="0" y="1274"/>
                    <a:pt x="742" y="1599"/>
                  </a:cubicBezTo>
                  <a:cubicBezTo>
                    <a:pt x="811" y="1622"/>
                    <a:pt x="904" y="1645"/>
                    <a:pt x="997" y="1645"/>
                  </a:cubicBezTo>
                  <a:cubicBezTo>
                    <a:pt x="1066" y="1645"/>
                    <a:pt x="1159" y="1622"/>
                    <a:pt x="1228" y="1599"/>
                  </a:cubicBezTo>
                  <a:cubicBezTo>
                    <a:pt x="1669" y="1390"/>
                    <a:pt x="1924" y="718"/>
                    <a:pt x="1924" y="695"/>
                  </a:cubicBezTo>
                  <a:cubicBezTo>
                    <a:pt x="1952" y="637"/>
                    <a:pt x="1893" y="598"/>
                    <a:pt x="1843" y="598"/>
                  </a:cubicBezTo>
                  <a:cubicBezTo>
                    <a:pt x="1812" y="598"/>
                    <a:pt x="1785" y="613"/>
                    <a:pt x="1785" y="648"/>
                  </a:cubicBezTo>
                  <a:cubicBezTo>
                    <a:pt x="1785" y="648"/>
                    <a:pt x="1553" y="1274"/>
                    <a:pt x="1159" y="1436"/>
                  </a:cubicBezTo>
                  <a:cubicBezTo>
                    <a:pt x="1101" y="1471"/>
                    <a:pt x="1037" y="1488"/>
                    <a:pt x="974" y="1488"/>
                  </a:cubicBezTo>
                  <a:cubicBezTo>
                    <a:pt x="910" y="1488"/>
                    <a:pt x="846" y="1471"/>
                    <a:pt x="788" y="1436"/>
                  </a:cubicBezTo>
                  <a:cubicBezTo>
                    <a:pt x="162" y="1181"/>
                    <a:pt x="464" y="92"/>
                    <a:pt x="464" y="92"/>
                  </a:cubicBezTo>
                  <a:cubicBezTo>
                    <a:pt x="477" y="38"/>
                    <a:pt x="428" y="0"/>
                    <a:pt x="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63"/>
            <p:cNvSpPr/>
            <p:nvPr/>
          </p:nvSpPr>
          <p:spPr>
            <a:xfrm>
              <a:off x="1002757" y="-3794706"/>
              <a:ext cx="664754" cy="290667"/>
            </a:xfrm>
            <a:custGeom>
              <a:rect b="b" l="l" r="r" t="t"/>
              <a:pathLst>
                <a:path extrusionOk="0" h="5352" w="12240">
                  <a:moveTo>
                    <a:pt x="1738" y="1"/>
                  </a:moveTo>
                  <a:cubicBezTo>
                    <a:pt x="1020" y="93"/>
                    <a:pt x="0" y="2643"/>
                    <a:pt x="556" y="3268"/>
                  </a:cubicBezTo>
                  <a:cubicBezTo>
                    <a:pt x="1017" y="3829"/>
                    <a:pt x="2691" y="4200"/>
                    <a:pt x="3316" y="4200"/>
                  </a:cubicBezTo>
                  <a:cubicBezTo>
                    <a:pt x="3413" y="4200"/>
                    <a:pt x="3485" y="4191"/>
                    <a:pt x="3523" y="4172"/>
                  </a:cubicBezTo>
                  <a:cubicBezTo>
                    <a:pt x="3801" y="4010"/>
                    <a:pt x="4172" y="2805"/>
                    <a:pt x="4172" y="2805"/>
                  </a:cubicBezTo>
                  <a:cubicBezTo>
                    <a:pt x="4473" y="2805"/>
                    <a:pt x="4774" y="2828"/>
                    <a:pt x="5052" y="2921"/>
                  </a:cubicBezTo>
                  <a:cubicBezTo>
                    <a:pt x="5191" y="3013"/>
                    <a:pt x="4820" y="4010"/>
                    <a:pt x="4867" y="4589"/>
                  </a:cubicBezTo>
                  <a:cubicBezTo>
                    <a:pt x="4920" y="5010"/>
                    <a:pt x="6394" y="5352"/>
                    <a:pt x="7359" y="5352"/>
                  </a:cubicBezTo>
                  <a:cubicBezTo>
                    <a:pt x="7668" y="5352"/>
                    <a:pt x="7924" y="5317"/>
                    <a:pt x="8065" y="5238"/>
                  </a:cubicBezTo>
                  <a:cubicBezTo>
                    <a:pt x="8621" y="4890"/>
                    <a:pt x="8714" y="2874"/>
                    <a:pt x="8714" y="2874"/>
                  </a:cubicBezTo>
                  <a:cubicBezTo>
                    <a:pt x="8714" y="2874"/>
                    <a:pt x="11495" y="3917"/>
                    <a:pt x="11588" y="4010"/>
                  </a:cubicBezTo>
                  <a:cubicBezTo>
                    <a:pt x="11595" y="4016"/>
                    <a:pt x="11605" y="4019"/>
                    <a:pt x="11617" y="4019"/>
                  </a:cubicBezTo>
                  <a:cubicBezTo>
                    <a:pt x="11777" y="4019"/>
                    <a:pt x="12240" y="3429"/>
                    <a:pt x="11310" y="2758"/>
                  </a:cubicBezTo>
                  <a:cubicBezTo>
                    <a:pt x="10313" y="2063"/>
                    <a:pt x="1738" y="1"/>
                    <a:pt x="17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63"/>
            <p:cNvSpPr/>
            <p:nvPr/>
          </p:nvSpPr>
          <p:spPr>
            <a:xfrm>
              <a:off x="1068199" y="-3725788"/>
              <a:ext cx="123392" cy="74622"/>
            </a:xfrm>
            <a:custGeom>
              <a:rect b="b" l="l" r="r" t="t"/>
              <a:pathLst>
                <a:path extrusionOk="0" h="1374" w="2272">
                  <a:moveTo>
                    <a:pt x="2204" y="0"/>
                  </a:moveTo>
                  <a:cubicBezTo>
                    <a:pt x="2196" y="0"/>
                    <a:pt x="2187" y="2"/>
                    <a:pt x="2179" y="6"/>
                  </a:cubicBezTo>
                  <a:cubicBezTo>
                    <a:pt x="1599" y="29"/>
                    <a:pt x="93" y="1188"/>
                    <a:pt x="23" y="1234"/>
                  </a:cubicBezTo>
                  <a:cubicBezTo>
                    <a:pt x="0" y="1258"/>
                    <a:pt x="0" y="1304"/>
                    <a:pt x="23" y="1350"/>
                  </a:cubicBezTo>
                  <a:cubicBezTo>
                    <a:pt x="47" y="1350"/>
                    <a:pt x="70" y="1374"/>
                    <a:pt x="93" y="1374"/>
                  </a:cubicBezTo>
                  <a:cubicBezTo>
                    <a:pt x="116" y="1374"/>
                    <a:pt x="116" y="1350"/>
                    <a:pt x="116" y="1350"/>
                  </a:cubicBezTo>
                  <a:cubicBezTo>
                    <a:pt x="139" y="1350"/>
                    <a:pt x="1669" y="192"/>
                    <a:pt x="2202" y="145"/>
                  </a:cubicBezTo>
                  <a:cubicBezTo>
                    <a:pt x="2248" y="145"/>
                    <a:pt x="2271" y="122"/>
                    <a:pt x="2271" y="76"/>
                  </a:cubicBezTo>
                  <a:cubicBezTo>
                    <a:pt x="2271" y="38"/>
                    <a:pt x="2240" y="0"/>
                    <a:pt x="2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63"/>
            <p:cNvSpPr/>
            <p:nvPr/>
          </p:nvSpPr>
          <p:spPr>
            <a:xfrm>
              <a:off x="1110995" y="-3683047"/>
              <a:ext cx="80596" cy="50780"/>
            </a:xfrm>
            <a:custGeom>
              <a:rect b="b" l="l" r="r" t="t"/>
              <a:pathLst>
                <a:path extrusionOk="0" h="935" w="1484">
                  <a:moveTo>
                    <a:pt x="1437" y="1"/>
                  </a:moveTo>
                  <a:cubicBezTo>
                    <a:pt x="1430" y="1"/>
                    <a:pt x="1422" y="3"/>
                    <a:pt x="1414" y="7"/>
                  </a:cubicBezTo>
                  <a:cubicBezTo>
                    <a:pt x="1043" y="30"/>
                    <a:pt x="116" y="702"/>
                    <a:pt x="23" y="772"/>
                  </a:cubicBezTo>
                  <a:cubicBezTo>
                    <a:pt x="0" y="818"/>
                    <a:pt x="0" y="865"/>
                    <a:pt x="23" y="888"/>
                  </a:cubicBezTo>
                  <a:cubicBezTo>
                    <a:pt x="46" y="911"/>
                    <a:pt x="70" y="934"/>
                    <a:pt x="93" y="934"/>
                  </a:cubicBezTo>
                  <a:cubicBezTo>
                    <a:pt x="93" y="934"/>
                    <a:pt x="116" y="911"/>
                    <a:pt x="116" y="911"/>
                  </a:cubicBezTo>
                  <a:cubicBezTo>
                    <a:pt x="394" y="702"/>
                    <a:pt x="1136" y="169"/>
                    <a:pt x="1414" y="146"/>
                  </a:cubicBezTo>
                  <a:cubicBezTo>
                    <a:pt x="1460" y="146"/>
                    <a:pt x="1483" y="123"/>
                    <a:pt x="1483" y="77"/>
                  </a:cubicBezTo>
                  <a:cubicBezTo>
                    <a:pt x="1483" y="39"/>
                    <a:pt x="1468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63"/>
            <p:cNvSpPr/>
            <p:nvPr/>
          </p:nvSpPr>
          <p:spPr>
            <a:xfrm>
              <a:off x="1277126" y="-3656272"/>
              <a:ext cx="125891" cy="75600"/>
            </a:xfrm>
            <a:custGeom>
              <a:rect b="b" l="l" r="r" t="t"/>
              <a:pathLst>
                <a:path extrusionOk="0" h="1392" w="2318">
                  <a:moveTo>
                    <a:pt x="2225" y="1"/>
                  </a:moveTo>
                  <a:cubicBezTo>
                    <a:pt x="1646" y="47"/>
                    <a:pt x="139" y="1183"/>
                    <a:pt x="70" y="1229"/>
                  </a:cubicBezTo>
                  <a:cubicBezTo>
                    <a:pt x="0" y="1275"/>
                    <a:pt x="47" y="1391"/>
                    <a:pt x="116" y="1391"/>
                  </a:cubicBezTo>
                  <a:cubicBezTo>
                    <a:pt x="139" y="1368"/>
                    <a:pt x="162" y="1368"/>
                    <a:pt x="162" y="1368"/>
                  </a:cubicBezTo>
                  <a:cubicBezTo>
                    <a:pt x="186" y="1345"/>
                    <a:pt x="1715" y="186"/>
                    <a:pt x="2248" y="163"/>
                  </a:cubicBezTo>
                  <a:cubicBezTo>
                    <a:pt x="2271" y="163"/>
                    <a:pt x="2318" y="117"/>
                    <a:pt x="2318" y="70"/>
                  </a:cubicBezTo>
                  <a:cubicBezTo>
                    <a:pt x="2318" y="24"/>
                    <a:pt x="2271" y="1"/>
                    <a:pt x="22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63"/>
            <p:cNvSpPr/>
            <p:nvPr/>
          </p:nvSpPr>
          <p:spPr>
            <a:xfrm>
              <a:off x="1341320" y="-3619776"/>
              <a:ext cx="83094" cy="50400"/>
            </a:xfrm>
            <a:custGeom>
              <a:rect b="b" l="l" r="r" t="t"/>
              <a:pathLst>
                <a:path extrusionOk="0" h="928" w="1530">
                  <a:moveTo>
                    <a:pt x="1437" y="1"/>
                  </a:moveTo>
                  <a:cubicBezTo>
                    <a:pt x="1066" y="24"/>
                    <a:pt x="162" y="696"/>
                    <a:pt x="47" y="789"/>
                  </a:cubicBezTo>
                  <a:cubicBezTo>
                    <a:pt x="23" y="812"/>
                    <a:pt x="0" y="858"/>
                    <a:pt x="47" y="882"/>
                  </a:cubicBezTo>
                  <a:cubicBezTo>
                    <a:pt x="47" y="905"/>
                    <a:pt x="70" y="928"/>
                    <a:pt x="93" y="928"/>
                  </a:cubicBezTo>
                  <a:cubicBezTo>
                    <a:pt x="116" y="928"/>
                    <a:pt x="139" y="905"/>
                    <a:pt x="139" y="905"/>
                  </a:cubicBezTo>
                  <a:cubicBezTo>
                    <a:pt x="417" y="696"/>
                    <a:pt x="1159" y="163"/>
                    <a:pt x="1437" y="163"/>
                  </a:cubicBezTo>
                  <a:cubicBezTo>
                    <a:pt x="1483" y="140"/>
                    <a:pt x="1530" y="117"/>
                    <a:pt x="1507" y="70"/>
                  </a:cubicBezTo>
                  <a:cubicBezTo>
                    <a:pt x="1507" y="24"/>
                    <a:pt x="1483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63"/>
            <p:cNvSpPr/>
            <p:nvPr/>
          </p:nvSpPr>
          <p:spPr>
            <a:xfrm>
              <a:off x="1329969" y="-3855098"/>
              <a:ext cx="55451" cy="79347"/>
            </a:xfrm>
            <a:custGeom>
              <a:rect b="b" l="l" r="r" t="t"/>
              <a:pathLst>
                <a:path extrusionOk="0" h="1461" w="1021">
                  <a:moveTo>
                    <a:pt x="256" y="0"/>
                  </a:moveTo>
                  <a:cubicBezTo>
                    <a:pt x="209" y="0"/>
                    <a:pt x="186" y="23"/>
                    <a:pt x="163" y="70"/>
                  </a:cubicBezTo>
                  <a:cubicBezTo>
                    <a:pt x="93" y="255"/>
                    <a:pt x="70" y="440"/>
                    <a:pt x="47" y="649"/>
                  </a:cubicBezTo>
                  <a:cubicBezTo>
                    <a:pt x="24" y="1182"/>
                    <a:pt x="232" y="1367"/>
                    <a:pt x="418" y="1437"/>
                  </a:cubicBezTo>
                  <a:cubicBezTo>
                    <a:pt x="464" y="1437"/>
                    <a:pt x="510" y="1437"/>
                    <a:pt x="557" y="1460"/>
                  </a:cubicBezTo>
                  <a:cubicBezTo>
                    <a:pt x="626" y="1460"/>
                    <a:pt x="696" y="1437"/>
                    <a:pt x="765" y="1391"/>
                  </a:cubicBezTo>
                  <a:cubicBezTo>
                    <a:pt x="1020" y="1182"/>
                    <a:pt x="928" y="556"/>
                    <a:pt x="928" y="487"/>
                  </a:cubicBezTo>
                  <a:cubicBezTo>
                    <a:pt x="928" y="440"/>
                    <a:pt x="904" y="417"/>
                    <a:pt x="858" y="417"/>
                  </a:cubicBezTo>
                  <a:cubicBezTo>
                    <a:pt x="812" y="417"/>
                    <a:pt x="765" y="464"/>
                    <a:pt x="789" y="510"/>
                  </a:cubicBezTo>
                  <a:cubicBezTo>
                    <a:pt x="812" y="695"/>
                    <a:pt x="812" y="1136"/>
                    <a:pt x="650" y="1275"/>
                  </a:cubicBezTo>
                  <a:cubicBezTo>
                    <a:pt x="617" y="1291"/>
                    <a:pt x="572" y="1308"/>
                    <a:pt x="525" y="1308"/>
                  </a:cubicBezTo>
                  <a:cubicBezTo>
                    <a:pt x="505" y="1308"/>
                    <a:pt x="484" y="1305"/>
                    <a:pt x="464" y="1298"/>
                  </a:cubicBezTo>
                  <a:cubicBezTo>
                    <a:pt x="1" y="1136"/>
                    <a:pt x="302" y="116"/>
                    <a:pt x="302" y="116"/>
                  </a:cubicBezTo>
                  <a:cubicBezTo>
                    <a:pt x="325" y="70"/>
                    <a:pt x="302" y="23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63"/>
            <p:cNvSpPr/>
            <p:nvPr/>
          </p:nvSpPr>
          <p:spPr>
            <a:xfrm>
              <a:off x="1548998" y="-3555583"/>
              <a:ext cx="55396" cy="79347"/>
            </a:xfrm>
            <a:custGeom>
              <a:rect b="b" l="l" r="r" t="t"/>
              <a:pathLst>
                <a:path extrusionOk="0" h="1461" w="1020">
                  <a:moveTo>
                    <a:pt x="278" y="1"/>
                  </a:moveTo>
                  <a:cubicBezTo>
                    <a:pt x="232" y="1"/>
                    <a:pt x="185" y="24"/>
                    <a:pt x="162" y="47"/>
                  </a:cubicBezTo>
                  <a:cubicBezTo>
                    <a:pt x="116" y="256"/>
                    <a:pt x="70" y="441"/>
                    <a:pt x="70" y="650"/>
                  </a:cubicBezTo>
                  <a:cubicBezTo>
                    <a:pt x="23" y="1183"/>
                    <a:pt x="232" y="1368"/>
                    <a:pt x="417" y="1438"/>
                  </a:cubicBezTo>
                  <a:cubicBezTo>
                    <a:pt x="464" y="1438"/>
                    <a:pt x="510" y="1461"/>
                    <a:pt x="556" y="1461"/>
                  </a:cubicBezTo>
                  <a:cubicBezTo>
                    <a:pt x="626" y="1461"/>
                    <a:pt x="695" y="1438"/>
                    <a:pt x="765" y="1391"/>
                  </a:cubicBezTo>
                  <a:cubicBezTo>
                    <a:pt x="1020" y="1183"/>
                    <a:pt x="950" y="557"/>
                    <a:pt x="950" y="487"/>
                  </a:cubicBezTo>
                  <a:cubicBezTo>
                    <a:pt x="950" y="441"/>
                    <a:pt x="904" y="418"/>
                    <a:pt x="858" y="418"/>
                  </a:cubicBezTo>
                  <a:cubicBezTo>
                    <a:pt x="811" y="418"/>
                    <a:pt x="788" y="464"/>
                    <a:pt x="788" y="511"/>
                  </a:cubicBezTo>
                  <a:cubicBezTo>
                    <a:pt x="811" y="673"/>
                    <a:pt x="834" y="1136"/>
                    <a:pt x="672" y="1275"/>
                  </a:cubicBezTo>
                  <a:cubicBezTo>
                    <a:pt x="637" y="1287"/>
                    <a:pt x="603" y="1293"/>
                    <a:pt x="568" y="1293"/>
                  </a:cubicBezTo>
                  <a:cubicBezTo>
                    <a:pt x="533" y="1293"/>
                    <a:pt x="498" y="1287"/>
                    <a:pt x="464" y="1275"/>
                  </a:cubicBezTo>
                  <a:cubicBezTo>
                    <a:pt x="0" y="1136"/>
                    <a:pt x="325" y="117"/>
                    <a:pt x="325" y="117"/>
                  </a:cubicBezTo>
                  <a:cubicBezTo>
                    <a:pt x="325" y="70"/>
                    <a:pt x="301" y="24"/>
                    <a:pt x="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63"/>
            <p:cNvSpPr/>
            <p:nvPr/>
          </p:nvSpPr>
          <p:spPr>
            <a:xfrm>
              <a:off x="1351367" y="-3359202"/>
              <a:ext cx="55451" cy="79347"/>
            </a:xfrm>
            <a:custGeom>
              <a:rect b="b" l="l" r="r" t="t"/>
              <a:pathLst>
                <a:path extrusionOk="0" h="1461" w="1021">
                  <a:moveTo>
                    <a:pt x="279" y="0"/>
                  </a:moveTo>
                  <a:cubicBezTo>
                    <a:pt x="232" y="0"/>
                    <a:pt x="186" y="23"/>
                    <a:pt x="163" y="70"/>
                  </a:cubicBezTo>
                  <a:cubicBezTo>
                    <a:pt x="116" y="255"/>
                    <a:pt x="70" y="440"/>
                    <a:pt x="70" y="649"/>
                  </a:cubicBezTo>
                  <a:cubicBezTo>
                    <a:pt x="24" y="1205"/>
                    <a:pt x="232" y="1367"/>
                    <a:pt x="418" y="1437"/>
                  </a:cubicBezTo>
                  <a:cubicBezTo>
                    <a:pt x="464" y="1460"/>
                    <a:pt x="510" y="1460"/>
                    <a:pt x="557" y="1460"/>
                  </a:cubicBezTo>
                  <a:cubicBezTo>
                    <a:pt x="626" y="1460"/>
                    <a:pt x="719" y="1437"/>
                    <a:pt x="765" y="1391"/>
                  </a:cubicBezTo>
                  <a:cubicBezTo>
                    <a:pt x="1020" y="1182"/>
                    <a:pt x="951" y="556"/>
                    <a:pt x="951" y="487"/>
                  </a:cubicBezTo>
                  <a:cubicBezTo>
                    <a:pt x="951" y="440"/>
                    <a:pt x="904" y="417"/>
                    <a:pt x="858" y="417"/>
                  </a:cubicBezTo>
                  <a:cubicBezTo>
                    <a:pt x="812" y="417"/>
                    <a:pt x="789" y="464"/>
                    <a:pt x="789" y="510"/>
                  </a:cubicBezTo>
                  <a:cubicBezTo>
                    <a:pt x="812" y="695"/>
                    <a:pt x="835" y="1136"/>
                    <a:pt x="673" y="1275"/>
                  </a:cubicBezTo>
                  <a:cubicBezTo>
                    <a:pt x="633" y="1288"/>
                    <a:pt x="592" y="1302"/>
                    <a:pt x="552" y="1302"/>
                  </a:cubicBezTo>
                  <a:cubicBezTo>
                    <a:pt x="523" y="1302"/>
                    <a:pt x="493" y="1294"/>
                    <a:pt x="464" y="1275"/>
                  </a:cubicBezTo>
                  <a:cubicBezTo>
                    <a:pt x="1" y="1136"/>
                    <a:pt x="325" y="116"/>
                    <a:pt x="325" y="116"/>
                  </a:cubicBezTo>
                  <a:cubicBezTo>
                    <a:pt x="325" y="70"/>
                    <a:pt x="302" y="23"/>
                    <a:pt x="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63"/>
            <p:cNvSpPr/>
            <p:nvPr/>
          </p:nvSpPr>
          <p:spPr>
            <a:xfrm>
              <a:off x="1017855" y="-3459130"/>
              <a:ext cx="66747" cy="78587"/>
            </a:xfrm>
            <a:custGeom>
              <a:rect b="b" l="l" r="r" t="t"/>
              <a:pathLst>
                <a:path extrusionOk="0" h="1447" w="1229">
                  <a:moveTo>
                    <a:pt x="427" y="0"/>
                  </a:moveTo>
                  <a:cubicBezTo>
                    <a:pt x="396" y="0"/>
                    <a:pt x="371" y="22"/>
                    <a:pt x="371" y="56"/>
                  </a:cubicBezTo>
                  <a:cubicBezTo>
                    <a:pt x="348" y="102"/>
                    <a:pt x="0" y="1238"/>
                    <a:pt x="626" y="1423"/>
                  </a:cubicBezTo>
                  <a:cubicBezTo>
                    <a:pt x="672" y="1446"/>
                    <a:pt x="719" y="1446"/>
                    <a:pt x="765" y="1446"/>
                  </a:cubicBezTo>
                  <a:cubicBezTo>
                    <a:pt x="834" y="1446"/>
                    <a:pt x="904" y="1423"/>
                    <a:pt x="974" y="1377"/>
                  </a:cubicBezTo>
                  <a:cubicBezTo>
                    <a:pt x="1228" y="1168"/>
                    <a:pt x="1136" y="566"/>
                    <a:pt x="1136" y="496"/>
                  </a:cubicBezTo>
                  <a:cubicBezTo>
                    <a:pt x="1136" y="458"/>
                    <a:pt x="1105" y="420"/>
                    <a:pt x="1068" y="420"/>
                  </a:cubicBezTo>
                  <a:cubicBezTo>
                    <a:pt x="1060" y="420"/>
                    <a:pt x="1052" y="422"/>
                    <a:pt x="1043" y="426"/>
                  </a:cubicBezTo>
                  <a:cubicBezTo>
                    <a:pt x="1020" y="426"/>
                    <a:pt x="974" y="450"/>
                    <a:pt x="974" y="496"/>
                  </a:cubicBezTo>
                  <a:cubicBezTo>
                    <a:pt x="997" y="658"/>
                    <a:pt x="1020" y="1122"/>
                    <a:pt x="858" y="1261"/>
                  </a:cubicBezTo>
                  <a:cubicBezTo>
                    <a:pt x="830" y="1288"/>
                    <a:pt x="787" y="1299"/>
                    <a:pt x="747" y="1299"/>
                  </a:cubicBezTo>
                  <a:cubicBezTo>
                    <a:pt x="719" y="1299"/>
                    <a:pt x="691" y="1294"/>
                    <a:pt x="672" y="1284"/>
                  </a:cubicBezTo>
                  <a:cubicBezTo>
                    <a:pt x="209" y="1122"/>
                    <a:pt x="510" y="102"/>
                    <a:pt x="510" y="102"/>
                  </a:cubicBezTo>
                  <a:cubicBezTo>
                    <a:pt x="533" y="56"/>
                    <a:pt x="510" y="9"/>
                    <a:pt x="464" y="9"/>
                  </a:cubicBezTo>
                  <a:cubicBezTo>
                    <a:pt x="451" y="3"/>
                    <a:pt x="439" y="0"/>
                    <a:pt x="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1" name="Google Shape;1341;p63"/>
          <p:cNvGrpSpPr/>
          <p:nvPr/>
        </p:nvGrpSpPr>
        <p:grpSpPr>
          <a:xfrm flipH="1" rot="3305267">
            <a:off x="4347463" y="4290018"/>
            <a:ext cx="595365" cy="520379"/>
            <a:chOff x="15257378" y="1257889"/>
            <a:chExt cx="595387" cy="520397"/>
          </a:xfrm>
        </p:grpSpPr>
        <p:sp>
          <p:nvSpPr>
            <p:cNvPr id="1342" name="Google Shape;1342;p63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63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63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63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63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63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63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63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63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63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63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63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4" name="Google Shape;1354;p63"/>
          <p:cNvGrpSpPr/>
          <p:nvPr/>
        </p:nvGrpSpPr>
        <p:grpSpPr>
          <a:xfrm flipH="1" rot="5157802">
            <a:off x="6488098" y="651472"/>
            <a:ext cx="759519" cy="520440"/>
            <a:chOff x="15093307" y="1257889"/>
            <a:chExt cx="759458" cy="520397"/>
          </a:xfrm>
        </p:grpSpPr>
        <p:sp>
          <p:nvSpPr>
            <p:cNvPr id="1355" name="Google Shape;1355;p63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63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63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63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63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63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63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63"/>
            <p:cNvSpPr/>
            <p:nvPr/>
          </p:nvSpPr>
          <p:spPr>
            <a:xfrm>
              <a:off x="15093307" y="1519199"/>
              <a:ext cx="68142" cy="63823"/>
            </a:xfrm>
            <a:custGeom>
              <a:rect b="b" l="l" r="r" t="t"/>
              <a:pathLst>
                <a:path extrusionOk="0" h="1463" w="1562">
                  <a:moveTo>
                    <a:pt x="698" y="1"/>
                  </a:moveTo>
                  <a:cubicBezTo>
                    <a:pt x="513" y="1"/>
                    <a:pt x="331" y="75"/>
                    <a:pt x="198" y="215"/>
                  </a:cubicBezTo>
                  <a:cubicBezTo>
                    <a:pt x="0" y="490"/>
                    <a:pt x="11" y="864"/>
                    <a:pt x="231" y="1117"/>
                  </a:cubicBezTo>
                  <a:cubicBezTo>
                    <a:pt x="396" y="1310"/>
                    <a:pt x="735" y="1462"/>
                    <a:pt x="1026" y="1462"/>
                  </a:cubicBezTo>
                  <a:cubicBezTo>
                    <a:pt x="1298" y="1462"/>
                    <a:pt x="1529" y="1330"/>
                    <a:pt x="1540" y="974"/>
                  </a:cubicBezTo>
                  <a:cubicBezTo>
                    <a:pt x="1562" y="567"/>
                    <a:pt x="1309" y="182"/>
                    <a:pt x="924" y="39"/>
                  </a:cubicBezTo>
                  <a:cubicBezTo>
                    <a:pt x="850" y="13"/>
                    <a:pt x="774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63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63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63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63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63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8" name="Google Shape;1368;p63"/>
          <p:cNvGrpSpPr/>
          <p:nvPr/>
        </p:nvGrpSpPr>
        <p:grpSpPr>
          <a:xfrm>
            <a:off x="3955040" y="954263"/>
            <a:ext cx="1555951" cy="1065396"/>
            <a:chOff x="659712" y="3393962"/>
            <a:chExt cx="1541156" cy="1055266"/>
          </a:xfrm>
        </p:grpSpPr>
        <p:sp>
          <p:nvSpPr>
            <p:cNvPr id="1369" name="Google Shape;1369;p63"/>
            <p:cNvSpPr/>
            <p:nvPr/>
          </p:nvSpPr>
          <p:spPr>
            <a:xfrm>
              <a:off x="697837" y="3397673"/>
              <a:ext cx="1464917" cy="1051555"/>
            </a:xfrm>
            <a:custGeom>
              <a:rect b="b" l="l" r="r" t="t"/>
              <a:pathLst>
                <a:path extrusionOk="0" h="10946" w="15297">
                  <a:moveTo>
                    <a:pt x="8580" y="1"/>
                  </a:moveTo>
                  <a:cubicBezTo>
                    <a:pt x="7892" y="1"/>
                    <a:pt x="7132" y="108"/>
                    <a:pt x="6292" y="353"/>
                  </a:cubicBezTo>
                  <a:cubicBezTo>
                    <a:pt x="1504" y="1751"/>
                    <a:pt x="1028" y="5956"/>
                    <a:pt x="1134" y="8202"/>
                  </a:cubicBezTo>
                  <a:cubicBezTo>
                    <a:pt x="1112" y="8287"/>
                    <a:pt x="1091" y="8382"/>
                    <a:pt x="1091" y="8467"/>
                  </a:cubicBezTo>
                  <a:cubicBezTo>
                    <a:pt x="1038" y="8446"/>
                    <a:pt x="975" y="8435"/>
                    <a:pt x="911" y="8435"/>
                  </a:cubicBezTo>
                  <a:cubicBezTo>
                    <a:pt x="615" y="8435"/>
                    <a:pt x="265" y="8721"/>
                    <a:pt x="127" y="9081"/>
                  </a:cubicBezTo>
                  <a:cubicBezTo>
                    <a:pt x="0" y="9399"/>
                    <a:pt x="85" y="9770"/>
                    <a:pt x="350" y="9992"/>
                  </a:cubicBezTo>
                  <a:cubicBezTo>
                    <a:pt x="509" y="10140"/>
                    <a:pt x="699" y="10246"/>
                    <a:pt x="911" y="10289"/>
                  </a:cubicBezTo>
                  <a:cubicBezTo>
                    <a:pt x="953" y="10501"/>
                    <a:pt x="1091" y="10808"/>
                    <a:pt x="1568" y="10850"/>
                  </a:cubicBezTo>
                  <a:cubicBezTo>
                    <a:pt x="1666" y="10859"/>
                    <a:pt x="1762" y="10863"/>
                    <a:pt x="1853" y="10863"/>
                  </a:cubicBezTo>
                  <a:cubicBezTo>
                    <a:pt x="2224" y="10863"/>
                    <a:pt x="2531" y="10793"/>
                    <a:pt x="2744" y="10649"/>
                  </a:cubicBezTo>
                  <a:cubicBezTo>
                    <a:pt x="2786" y="10702"/>
                    <a:pt x="2818" y="10755"/>
                    <a:pt x="2871" y="10797"/>
                  </a:cubicBezTo>
                  <a:cubicBezTo>
                    <a:pt x="2977" y="10893"/>
                    <a:pt x="3125" y="10946"/>
                    <a:pt x="3284" y="10946"/>
                  </a:cubicBezTo>
                  <a:cubicBezTo>
                    <a:pt x="3750" y="10946"/>
                    <a:pt x="4343" y="10543"/>
                    <a:pt x="4566" y="10066"/>
                  </a:cubicBezTo>
                  <a:cubicBezTo>
                    <a:pt x="4714" y="9801"/>
                    <a:pt x="4693" y="9473"/>
                    <a:pt x="4502" y="9240"/>
                  </a:cubicBezTo>
                  <a:cubicBezTo>
                    <a:pt x="4460" y="9177"/>
                    <a:pt x="4396" y="9124"/>
                    <a:pt x="4333" y="9081"/>
                  </a:cubicBezTo>
                  <a:cubicBezTo>
                    <a:pt x="4269" y="7651"/>
                    <a:pt x="4417" y="4442"/>
                    <a:pt x="6981" y="3361"/>
                  </a:cubicBezTo>
                  <a:cubicBezTo>
                    <a:pt x="7390" y="3188"/>
                    <a:pt x="7770" y="3112"/>
                    <a:pt x="8121" y="3112"/>
                  </a:cubicBezTo>
                  <a:cubicBezTo>
                    <a:pt x="9357" y="3112"/>
                    <a:pt x="10235" y="4056"/>
                    <a:pt x="10805" y="5014"/>
                  </a:cubicBezTo>
                  <a:cubicBezTo>
                    <a:pt x="10646" y="5141"/>
                    <a:pt x="10529" y="5321"/>
                    <a:pt x="10466" y="5522"/>
                  </a:cubicBezTo>
                  <a:cubicBezTo>
                    <a:pt x="10328" y="5872"/>
                    <a:pt x="10445" y="6274"/>
                    <a:pt x="10752" y="6497"/>
                  </a:cubicBezTo>
                  <a:cubicBezTo>
                    <a:pt x="10932" y="6634"/>
                    <a:pt x="11144" y="6730"/>
                    <a:pt x="11366" y="6761"/>
                  </a:cubicBezTo>
                  <a:cubicBezTo>
                    <a:pt x="11430" y="6973"/>
                    <a:pt x="11599" y="7280"/>
                    <a:pt x="12097" y="7291"/>
                  </a:cubicBezTo>
                  <a:lnTo>
                    <a:pt x="12129" y="7291"/>
                  </a:lnTo>
                  <a:cubicBezTo>
                    <a:pt x="12648" y="7291"/>
                    <a:pt x="13050" y="7185"/>
                    <a:pt x="13305" y="6984"/>
                  </a:cubicBezTo>
                  <a:cubicBezTo>
                    <a:pt x="13347" y="7026"/>
                    <a:pt x="13400" y="7069"/>
                    <a:pt x="13453" y="7111"/>
                  </a:cubicBezTo>
                  <a:cubicBezTo>
                    <a:pt x="13559" y="7196"/>
                    <a:pt x="13686" y="7238"/>
                    <a:pt x="13824" y="7238"/>
                  </a:cubicBezTo>
                  <a:cubicBezTo>
                    <a:pt x="14300" y="7238"/>
                    <a:pt x="14915" y="6772"/>
                    <a:pt x="15137" y="6242"/>
                  </a:cubicBezTo>
                  <a:cubicBezTo>
                    <a:pt x="15296" y="5903"/>
                    <a:pt x="15254" y="5586"/>
                    <a:pt x="15021" y="5342"/>
                  </a:cubicBezTo>
                  <a:cubicBezTo>
                    <a:pt x="14915" y="5215"/>
                    <a:pt x="14766" y="5130"/>
                    <a:pt x="14597" y="5098"/>
                  </a:cubicBezTo>
                  <a:cubicBezTo>
                    <a:pt x="14496" y="4739"/>
                    <a:pt x="13153" y="1"/>
                    <a:pt x="8580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14300">
              <a:solidFill>
                <a:schemeClr val="dk2"/>
              </a:solidFill>
              <a:prstDash val="solid"/>
              <a:miter lim="105"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0" name="Google Shape;1370;p63"/>
            <p:cNvGrpSpPr/>
            <p:nvPr/>
          </p:nvGrpSpPr>
          <p:grpSpPr>
            <a:xfrm>
              <a:off x="659712" y="3393962"/>
              <a:ext cx="1541156" cy="1055265"/>
              <a:chOff x="659712" y="3393962"/>
              <a:chExt cx="1541156" cy="1055265"/>
            </a:xfrm>
          </p:grpSpPr>
          <p:sp>
            <p:nvSpPr>
              <p:cNvPr id="1371" name="Google Shape;1371;p63"/>
              <p:cNvSpPr/>
              <p:nvPr/>
            </p:nvSpPr>
            <p:spPr>
              <a:xfrm>
                <a:off x="1026938" y="3626750"/>
                <a:ext cx="867156" cy="708914"/>
              </a:xfrm>
              <a:custGeom>
                <a:rect b="b" l="l" r="r" t="t"/>
                <a:pathLst>
                  <a:path extrusionOk="0" h="10156" w="12423">
                    <a:moveTo>
                      <a:pt x="6548" y="1"/>
                    </a:moveTo>
                    <a:cubicBezTo>
                      <a:pt x="6220" y="1"/>
                      <a:pt x="5877" y="32"/>
                      <a:pt x="5516" y="98"/>
                    </a:cubicBezTo>
                    <a:cubicBezTo>
                      <a:pt x="371" y="1002"/>
                      <a:pt x="1" y="7792"/>
                      <a:pt x="47" y="10133"/>
                    </a:cubicBezTo>
                    <a:lnTo>
                      <a:pt x="1298" y="10156"/>
                    </a:lnTo>
                    <a:cubicBezTo>
                      <a:pt x="1298" y="10156"/>
                      <a:pt x="279" y="3250"/>
                      <a:pt x="4867" y="1303"/>
                    </a:cubicBezTo>
                    <a:cubicBezTo>
                      <a:pt x="5431" y="1068"/>
                      <a:pt x="5953" y="965"/>
                      <a:pt x="6436" y="965"/>
                    </a:cubicBezTo>
                    <a:cubicBezTo>
                      <a:pt x="9900" y="965"/>
                      <a:pt x="11310" y="6286"/>
                      <a:pt x="11310" y="6286"/>
                    </a:cubicBezTo>
                    <a:lnTo>
                      <a:pt x="12423" y="5590"/>
                    </a:lnTo>
                    <a:cubicBezTo>
                      <a:pt x="11890" y="3930"/>
                      <a:pt x="10243" y="1"/>
                      <a:pt x="65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63"/>
              <p:cNvSpPr/>
              <p:nvPr/>
            </p:nvSpPr>
            <p:spPr>
              <a:xfrm>
                <a:off x="659712" y="3393962"/>
                <a:ext cx="1444702" cy="932003"/>
              </a:xfrm>
              <a:custGeom>
                <a:rect b="b" l="l" r="r" t="t"/>
                <a:pathLst>
                  <a:path extrusionOk="0" h="13352" w="20697">
                    <a:moveTo>
                      <a:pt x="12352" y="0"/>
                    </a:moveTo>
                    <a:cubicBezTo>
                      <a:pt x="11398" y="0"/>
                      <a:pt x="10343" y="149"/>
                      <a:pt x="9178" y="490"/>
                    </a:cubicBezTo>
                    <a:cubicBezTo>
                      <a:pt x="1" y="3178"/>
                      <a:pt x="2295" y="13352"/>
                      <a:pt x="2295" y="13352"/>
                    </a:cubicBezTo>
                    <a:lnTo>
                      <a:pt x="2643" y="13352"/>
                    </a:lnTo>
                    <a:cubicBezTo>
                      <a:pt x="2434" y="10107"/>
                      <a:pt x="2828" y="2830"/>
                      <a:pt x="10569" y="1185"/>
                    </a:cubicBezTo>
                    <a:cubicBezTo>
                      <a:pt x="11175" y="1059"/>
                      <a:pt x="11745" y="1000"/>
                      <a:pt x="12282" y="1000"/>
                    </a:cubicBezTo>
                    <a:cubicBezTo>
                      <a:pt x="16773" y="1000"/>
                      <a:pt x="18902" y="5081"/>
                      <a:pt x="19792" y="7628"/>
                    </a:cubicBezTo>
                    <a:lnTo>
                      <a:pt x="20696" y="7071"/>
                    </a:lnTo>
                    <a:cubicBezTo>
                      <a:pt x="20696" y="7071"/>
                      <a:pt x="18929" y="0"/>
                      <a:pt x="123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63"/>
              <p:cNvSpPr/>
              <p:nvPr/>
            </p:nvSpPr>
            <p:spPr>
              <a:xfrm>
                <a:off x="829609" y="3463764"/>
                <a:ext cx="1211702" cy="865481"/>
              </a:xfrm>
              <a:custGeom>
                <a:rect b="b" l="l" r="r" t="t"/>
                <a:pathLst>
                  <a:path extrusionOk="0" h="12399" w="17359">
                    <a:moveTo>
                      <a:pt x="9849" y="0"/>
                    </a:moveTo>
                    <a:cubicBezTo>
                      <a:pt x="9312" y="0"/>
                      <a:pt x="8741" y="59"/>
                      <a:pt x="8135" y="185"/>
                    </a:cubicBezTo>
                    <a:cubicBezTo>
                      <a:pt x="371" y="1830"/>
                      <a:pt x="0" y="9107"/>
                      <a:pt x="209" y="12352"/>
                    </a:cubicBezTo>
                    <a:lnTo>
                      <a:pt x="1646" y="12398"/>
                    </a:lnTo>
                    <a:cubicBezTo>
                      <a:pt x="1321" y="9733"/>
                      <a:pt x="1229" y="3059"/>
                      <a:pt x="8343" y="1390"/>
                    </a:cubicBezTo>
                    <a:cubicBezTo>
                      <a:pt x="8887" y="1260"/>
                      <a:pt x="9398" y="1200"/>
                      <a:pt x="9880" y="1200"/>
                    </a:cubicBezTo>
                    <a:cubicBezTo>
                      <a:pt x="13694" y="1200"/>
                      <a:pt x="15632" y="4941"/>
                      <a:pt x="16455" y="7184"/>
                    </a:cubicBezTo>
                    <a:lnTo>
                      <a:pt x="17358" y="6604"/>
                    </a:lnTo>
                    <a:cubicBezTo>
                      <a:pt x="16468" y="4079"/>
                      <a:pt x="14339" y="0"/>
                      <a:pt x="98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63"/>
              <p:cNvSpPr/>
              <p:nvPr/>
            </p:nvSpPr>
            <p:spPr>
              <a:xfrm>
                <a:off x="915325" y="3547526"/>
                <a:ext cx="1062883" cy="784929"/>
              </a:xfrm>
              <a:custGeom>
                <a:rect b="b" l="l" r="r" t="t"/>
                <a:pathLst>
                  <a:path extrusionOk="0" h="11245" w="15227">
                    <a:moveTo>
                      <a:pt x="8653" y="0"/>
                    </a:moveTo>
                    <a:cubicBezTo>
                      <a:pt x="8171" y="0"/>
                      <a:pt x="7659" y="60"/>
                      <a:pt x="7115" y="190"/>
                    </a:cubicBezTo>
                    <a:cubicBezTo>
                      <a:pt x="1" y="1859"/>
                      <a:pt x="93" y="8533"/>
                      <a:pt x="418" y="11198"/>
                    </a:cubicBezTo>
                    <a:lnTo>
                      <a:pt x="1646" y="11244"/>
                    </a:lnTo>
                    <a:cubicBezTo>
                      <a:pt x="1623" y="8904"/>
                      <a:pt x="1970" y="2137"/>
                      <a:pt x="7115" y="1210"/>
                    </a:cubicBezTo>
                    <a:cubicBezTo>
                      <a:pt x="7466" y="1147"/>
                      <a:pt x="7802" y="1118"/>
                      <a:pt x="8121" y="1118"/>
                    </a:cubicBezTo>
                    <a:cubicBezTo>
                      <a:pt x="11835" y="1118"/>
                      <a:pt x="13488" y="5061"/>
                      <a:pt x="14022" y="6725"/>
                    </a:cubicBezTo>
                    <a:lnTo>
                      <a:pt x="15227" y="5961"/>
                    </a:lnTo>
                    <a:cubicBezTo>
                      <a:pt x="14404" y="3738"/>
                      <a:pt x="12466" y="0"/>
                      <a:pt x="86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63"/>
              <p:cNvSpPr/>
              <p:nvPr/>
            </p:nvSpPr>
            <p:spPr>
              <a:xfrm>
                <a:off x="826328" y="3459855"/>
                <a:ext cx="1177778" cy="862899"/>
              </a:xfrm>
              <a:custGeom>
                <a:rect b="b" l="l" r="r" t="t"/>
                <a:pathLst>
                  <a:path extrusionOk="0" h="12362" w="16873">
                    <a:moveTo>
                      <a:pt x="9965" y="0"/>
                    </a:moveTo>
                    <a:cubicBezTo>
                      <a:pt x="9414" y="0"/>
                      <a:pt x="8820" y="54"/>
                      <a:pt x="8182" y="171"/>
                    </a:cubicBezTo>
                    <a:cubicBezTo>
                      <a:pt x="5540" y="658"/>
                      <a:pt x="3500" y="1979"/>
                      <a:pt x="2087" y="4111"/>
                    </a:cubicBezTo>
                    <a:cubicBezTo>
                      <a:pt x="302" y="6823"/>
                      <a:pt x="1" y="10252"/>
                      <a:pt x="464" y="12292"/>
                    </a:cubicBezTo>
                    <a:cubicBezTo>
                      <a:pt x="488" y="12338"/>
                      <a:pt x="511" y="12361"/>
                      <a:pt x="557" y="12361"/>
                    </a:cubicBezTo>
                    <a:lnTo>
                      <a:pt x="580" y="12361"/>
                    </a:lnTo>
                    <a:cubicBezTo>
                      <a:pt x="603" y="12361"/>
                      <a:pt x="650" y="12315"/>
                      <a:pt x="627" y="12269"/>
                    </a:cubicBezTo>
                    <a:cubicBezTo>
                      <a:pt x="163" y="10252"/>
                      <a:pt x="464" y="6869"/>
                      <a:pt x="2226" y="4204"/>
                    </a:cubicBezTo>
                    <a:cubicBezTo>
                      <a:pt x="3593" y="2118"/>
                      <a:pt x="5609" y="820"/>
                      <a:pt x="8205" y="334"/>
                    </a:cubicBezTo>
                    <a:cubicBezTo>
                      <a:pt x="8830" y="220"/>
                      <a:pt x="9409" y="168"/>
                      <a:pt x="9946" y="168"/>
                    </a:cubicBezTo>
                    <a:cubicBezTo>
                      <a:pt x="12577" y="168"/>
                      <a:pt x="14191" y="1400"/>
                      <a:pt x="15134" y="2535"/>
                    </a:cubicBezTo>
                    <a:cubicBezTo>
                      <a:pt x="15876" y="3485"/>
                      <a:pt x="16409" y="4551"/>
                      <a:pt x="16710" y="5733"/>
                    </a:cubicBezTo>
                    <a:cubicBezTo>
                      <a:pt x="16710" y="5767"/>
                      <a:pt x="16735" y="5789"/>
                      <a:pt x="16767" y="5789"/>
                    </a:cubicBezTo>
                    <a:cubicBezTo>
                      <a:pt x="16778" y="5789"/>
                      <a:pt x="16790" y="5786"/>
                      <a:pt x="16803" y="5780"/>
                    </a:cubicBezTo>
                    <a:cubicBezTo>
                      <a:pt x="16849" y="5780"/>
                      <a:pt x="16872" y="5733"/>
                      <a:pt x="16872" y="5687"/>
                    </a:cubicBezTo>
                    <a:cubicBezTo>
                      <a:pt x="16851" y="5624"/>
                      <a:pt x="15618" y="0"/>
                      <a:pt x="99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63"/>
              <p:cNvSpPr/>
              <p:nvPr/>
            </p:nvSpPr>
            <p:spPr>
              <a:xfrm>
                <a:off x="908834" y="3539219"/>
                <a:ext cx="1059672" cy="814246"/>
              </a:xfrm>
              <a:custGeom>
                <a:rect b="b" l="l" r="r" t="t"/>
                <a:pathLst>
                  <a:path extrusionOk="0" h="11665" w="15181">
                    <a:moveTo>
                      <a:pt x="8516" y="1"/>
                    </a:moveTo>
                    <a:cubicBezTo>
                      <a:pt x="8201" y="1"/>
                      <a:pt x="7874" y="25"/>
                      <a:pt x="7533" y="77"/>
                    </a:cubicBezTo>
                    <a:cubicBezTo>
                      <a:pt x="5123" y="471"/>
                      <a:pt x="3199" y="1630"/>
                      <a:pt x="1924" y="3507"/>
                    </a:cubicBezTo>
                    <a:cubicBezTo>
                      <a:pt x="464" y="5686"/>
                      <a:pt x="1" y="8629"/>
                      <a:pt x="673" y="11595"/>
                    </a:cubicBezTo>
                    <a:cubicBezTo>
                      <a:pt x="673" y="11642"/>
                      <a:pt x="719" y="11665"/>
                      <a:pt x="742" y="11665"/>
                    </a:cubicBezTo>
                    <a:lnTo>
                      <a:pt x="766" y="11665"/>
                    </a:lnTo>
                    <a:cubicBezTo>
                      <a:pt x="812" y="11642"/>
                      <a:pt x="835" y="11595"/>
                      <a:pt x="835" y="11549"/>
                    </a:cubicBezTo>
                    <a:cubicBezTo>
                      <a:pt x="163" y="8629"/>
                      <a:pt x="627" y="5732"/>
                      <a:pt x="2063" y="3600"/>
                    </a:cubicBezTo>
                    <a:cubicBezTo>
                      <a:pt x="3292" y="1769"/>
                      <a:pt x="5215" y="610"/>
                      <a:pt x="7579" y="239"/>
                    </a:cubicBezTo>
                    <a:cubicBezTo>
                      <a:pt x="7916" y="187"/>
                      <a:pt x="8239" y="162"/>
                      <a:pt x="8549" y="162"/>
                    </a:cubicBezTo>
                    <a:cubicBezTo>
                      <a:pt x="13281" y="162"/>
                      <a:pt x="14997" y="5920"/>
                      <a:pt x="15018" y="5964"/>
                    </a:cubicBezTo>
                    <a:cubicBezTo>
                      <a:pt x="15042" y="6010"/>
                      <a:pt x="15088" y="6033"/>
                      <a:pt x="15134" y="6033"/>
                    </a:cubicBezTo>
                    <a:cubicBezTo>
                      <a:pt x="15157" y="6010"/>
                      <a:pt x="15181" y="5964"/>
                      <a:pt x="15181" y="5940"/>
                    </a:cubicBezTo>
                    <a:cubicBezTo>
                      <a:pt x="15159" y="5875"/>
                      <a:pt x="13398" y="1"/>
                      <a:pt x="85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63"/>
              <p:cNvSpPr/>
              <p:nvPr/>
            </p:nvSpPr>
            <p:spPr>
              <a:xfrm>
                <a:off x="1022122" y="3620817"/>
                <a:ext cx="877836" cy="718128"/>
              </a:xfrm>
              <a:custGeom>
                <a:rect b="b" l="l" r="r" t="t"/>
                <a:pathLst>
                  <a:path extrusionOk="0" h="10288" w="12576">
                    <a:moveTo>
                      <a:pt x="6544" y="1"/>
                    </a:moveTo>
                    <a:cubicBezTo>
                      <a:pt x="6167" y="1"/>
                      <a:pt x="5771" y="43"/>
                      <a:pt x="5354" y="136"/>
                    </a:cubicBezTo>
                    <a:cubicBezTo>
                      <a:pt x="3129" y="623"/>
                      <a:pt x="1553" y="2269"/>
                      <a:pt x="719" y="5073"/>
                    </a:cubicBezTo>
                    <a:cubicBezTo>
                      <a:pt x="232" y="6741"/>
                      <a:pt x="0" y="8456"/>
                      <a:pt x="46" y="10194"/>
                    </a:cubicBezTo>
                    <a:cubicBezTo>
                      <a:pt x="46" y="10241"/>
                      <a:pt x="70" y="10287"/>
                      <a:pt x="116" y="10287"/>
                    </a:cubicBezTo>
                    <a:lnTo>
                      <a:pt x="116" y="10264"/>
                    </a:lnTo>
                    <a:cubicBezTo>
                      <a:pt x="162" y="10264"/>
                      <a:pt x="186" y="10241"/>
                      <a:pt x="186" y="10194"/>
                    </a:cubicBezTo>
                    <a:cubicBezTo>
                      <a:pt x="162" y="8456"/>
                      <a:pt x="394" y="6741"/>
                      <a:pt x="858" y="5096"/>
                    </a:cubicBezTo>
                    <a:cubicBezTo>
                      <a:pt x="1692" y="2384"/>
                      <a:pt x="3221" y="762"/>
                      <a:pt x="5377" y="299"/>
                    </a:cubicBezTo>
                    <a:cubicBezTo>
                      <a:pt x="5777" y="211"/>
                      <a:pt x="6157" y="170"/>
                      <a:pt x="6519" y="170"/>
                    </a:cubicBezTo>
                    <a:cubicBezTo>
                      <a:pt x="10729" y="170"/>
                      <a:pt x="12401" y="5658"/>
                      <a:pt x="12422" y="5722"/>
                    </a:cubicBezTo>
                    <a:cubicBezTo>
                      <a:pt x="12431" y="5757"/>
                      <a:pt x="12457" y="5772"/>
                      <a:pt x="12484" y="5772"/>
                    </a:cubicBezTo>
                    <a:cubicBezTo>
                      <a:pt x="12528" y="5772"/>
                      <a:pt x="12575" y="5733"/>
                      <a:pt x="12561" y="5675"/>
                    </a:cubicBezTo>
                    <a:cubicBezTo>
                      <a:pt x="12540" y="5611"/>
                      <a:pt x="10852" y="1"/>
                      <a:pt x="65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63"/>
              <p:cNvSpPr/>
              <p:nvPr/>
            </p:nvSpPr>
            <p:spPr>
              <a:xfrm>
                <a:off x="672416" y="4148727"/>
                <a:ext cx="502648" cy="295125"/>
              </a:xfrm>
              <a:custGeom>
                <a:rect b="b" l="l" r="r" t="t"/>
                <a:pathLst>
                  <a:path extrusionOk="0" h="4228" w="7201">
                    <a:moveTo>
                      <a:pt x="2623" y="1"/>
                    </a:moveTo>
                    <a:cubicBezTo>
                      <a:pt x="1840" y="1"/>
                      <a:pt x="1905" y="1009"/>
                      <a:pt x="1905" y="1009"/>
                    </a:cubicBezTo>
                    <a:cubicBezTo>
                      <a:pt x="1807" y="940"/>
                      <a:pt x="1698" y="909"/>
                      <a:pt x="1586" y="909"/>
                    </a:cubicBezTo>
                    <a:cubicBezTo>
                      <a:pt x="870" y="909"/>
                      <a:pt x="1" y="2172"/>
                      <a:pt x="862" y="2933"/>
                    </a:cubicBezTo>
                    <a:cubicBezTo>
                      <a:pt x="1138" y="3177"/>
                      <a:pt x="1409" y="3298"/>
                      <a:pt x="1646" y="3331"/>
                    </a:cubicBezTo>
                    <a:lnTo>
                      <a:pt x="1646" y="3331"/>
                    </a:lnTo>
                    <a:cubicBezTo>
                      <a:pt x="1701" y="3698"/>
                      <a:pt x="1937" y="4033"/>
                      <a:pt x="2484" y="4092"/>
                    </a:cubicBezTo>
                    <a:cubicBezTo>
                      <a:pt x="2627" y="4105"/>
                      <a:pt x="2763" y="4111"/>
                      <a:pt x="2890" y="4111"/>
                    </a:cubicBezTo>
                    <a:cubicBezTo>
                      <a:pt x="3458" y="4111"/>
                      <a:pt x="3865" y="3985"/>
                      <a:pt x="4122" y="3788"/>
                    </a:cubicBezTo>
                    <a:lnTo>
                      <a:pt x="4122" y="3788"/>
                    </a:lnTo>
                    <a:cubicBezTo>
                      <a:pt x="4177" y="3876"/>
                      <a:pt x="4248" y="3963"/>
                      <a:pt x="4338" y="4045"/>
                    </a:cubicBezTo>
                    <a:cubicBezTo>
                      <a:pt x="4472" y="4172"/>
                      <a:pt x="4649" y="4227"/>
                      <a:pt x="4844" y="4227"/>
                    </a:cubicBezTo>
                    <a:cubicBezTo>
                      <a:pt x="5794" y="4227"/>
                      <a:pt x="7201" y="2909"/>
                      <a:pt x="6470" y="2006"/>
                    </a:cubicBezTo>
                    <a:cubicBezTo>
                      <a:pt x="6247" y="1722"/>
                      <a:pt x="5990" y="1617"/>
                      <a:pt x="5746" y="1617"/>
                    </a:cubicBezTo>
                    <a:cubicBezTo>
                      <a:pt x="5744" y="1617"/>
                      <a:pt x="5741" y="1617"/>
                      <a:pt x="5738" y="1617"/>
                    </a:cubicBezTo>
                    <a:lnTo>
                      <a:pt x="5738" y="1617"/>
                    </a:lnTo>
                    <a:cubicBezTo>
                      <a:pt x="5784" y="1188"/>
                      <a:pt x="5609" y="671"/>
                      <a:pt x="5103" y="291"/>
                    </a:cubicBezTo>
                    <a:cubicBezTo>
                      <a:pt x="4905" y="139"/>
                      <a:pt x="4702" y="76"/>
                      <a:pt x="4507" y="76"/>
                    </a:cubicBezTo>
                    <a:cubicBezTo>
                      <a:pt x="4197" y="76"/>
                      <a:pt x="3909" y="235"/>
                      <a:pt x="3698" y="453"/>
                    </a:cubicBezTo>
                    <a:lnTo>
                      <a:pt x="3698" y="453"/>
                    </a:lnTo>
                    <a:cubicBezTo>
                      <a:pt x="3571" y="332"/>
                      <a:pt x="3401" y="220"/>
                      <a:pt x="3179" y="129"/>
                    </a:cubicBezTo>
                    <a:cubicBezTo>
                      <a:pt x="2958" y="38"/>
                      <a:pt x="2774" y="1"/>
                      <a:pt x="26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63"/>
              <p:cNvSpPr/>
              <p:nvPr/>
            </p:nvSpPr>
            <p:spPr>
              <a:xfrm>
                <a:off x="692100" y="4143003"/>
                <a:ext cx="456229" cy="306224"/>
              </a:xfrm>
              <a:custGeom>
                <a:rect b="b" l="l" r="r" t="t"/>
                <a:pathLst>
                  <a:path extrusionOk="0" h="4387" w="6536">
                    <a:moveTo>
                      <a:pt x="3407" y="651"/>
                    </a:moveTo>
                    <a:cubicBezTo>
                      <a:pt x="3616" y="859"/>
                      <a:pt x="3708" y="1161"/>
                      <a:pt x="3616" y="1439"/>
                    </a:cubicBezTo>
                    <a:cubicBezTo>
                      <a:pt x="3602" y="1551"/>
                      <a:pt x="3511" y="1612"/>
                      <a:pt x="3416" y="1612"/>
                    </a:cubicBezTo>
                    <a:cubicBezTo>
                      <a:pt x="3354" y="1612"/>
                      <a:pt x="3291" y="1586"/>
                      <a:pt x="3245" y="1532"/>
                    </a:cubicBezTo>
                    <a:cubicBezTo>
                      <a:pt x="3059" y="1323"/>
                      <a:pt x="3175" y="952"/>
                      <a:pt x="3407" y="651"/>
                    </a:cubicBezTo>
                    <a:close/>
                    <a:moveTo>
                      <a:pt x="5354" y="1786"/>
                    </a:moveTo>
                    <a:lnTo>
                      <a:pt x="5354" y="1786"/>
                    </a:lnTo>
                    <a:cubicBezTo>
                      <a:pt x="5331" y="2111"/>
                      <a:pt x="5076" y="2366"/>
                      <a:pt x="4751" y="2435"/>
                    </a:cubicBezTo>
                    <a:lnTo>
                      <a:pt x="4705" y="2435"/>
                    </a:lnTo>
                    <a:cubicBezTo>
                      <a:pt x="4589" y="2435"/>
                      <a:pt x="4589" y="2389"/>
                      <a:pt x="4589" y="2366"/>
                    </a:cubicBezTo>
                    <a:cubicBezTo>
                      <a:pt x="4589" y="2204"/>
                      <a:pt x="4937" y="1833"/>
                      <a:pt x="5354" y="1786"/>
                    </a:cubicBezTo>
                    <a:close/>
                    <a:moveTo>
                      <a:pt x="1817" y="2424"/>
                    </a:moveTo>
                    <a:cubicBezTo>
                      <a:pt x="1866" y="2424"/>
                      <a:pt x="1912" y="2459"/>
                      <a:pt x="1947" y="2528"/>
                    </a:cubicBezTo>
                    <a:cubicBezTo>
                      <a:pt x="2086" y="2690"/>
                      <a:pt x="2109" y="2899"/>
                      <a:pt x="2017" y="3084"/>
                    </a:cubicBezTo>
                    <a:cubicBezTo>
                      <a:pt x="1920" y="3258"/>
                      <a:pt x="1744" y="3351"/>
                      <a:pt x="1554" y="3351"/>
                    </a:cubicBezTo>
                    <a:cubicBezTo>
                      <a:pt x="1516" y="3351"/>
                      <a:pt x="1476" y="3347"/>
                      <a:pt x="1437" y="3339"/>
                    </a:cubicBezTo>
                    <a:cubicBezTo>
                      <a:pt x="1414" y="3061"/>
                      <a:pt x="1484" y="2760"/>
                      <a:pt x="1669" y="2528"/>
                    </a:cubicBezTo>
                    <a:cubicBezTo>
                      <a:pt x="1715" y="2459"/>
                      <a:pt x="1767" y="2424"/>
                      <a:pt x="1817" y="2424"/>
                    </a:cubicBezTo>
                    <a:close/>
                    <a:moveTo>
                      <a:pt x="3987" y="2876"/>
                    </a:moveTo>
                    <a:cubicBezTo>
                      <a:pt x="4010" y="2876"/>
                      <a:pt x="4056" y="2922"/>
                      <a:pt x="4079" y="3038"/>
                    </a:cubicBezTo>
                    <a:cubicBezTo>
                      <a:pt x="4149" y="3293"/>
                      <a:pt x="4056" y="3571"/>
                      <a:pt x="3871" y="3756"/>
                    </a:cubicBezTo>
                    <a:cubicBezTo>
                      <a:pt x="3732" y="3525"/>
                      <a:pt x="3732" y="3247"/>
                      <a:pt x="3847" y="2992"/>
                    </a:cubicBezTo>
                    <a:cubicBezTo>
                      <a:pt x="3894" y="2922"/>
                      <a:pt x="3940" y="2876"/>
                      <a:pt x="3987" y="2876"/>
                    </a:cubicBezTo>
                    <a:close/>
                    <a:moveTo>
                      <a:pt x="2314" y="167"/>
                    </a:moveTo>
                    <a:cubicBezTo>
                      <a:pt x="2468" y="167"/>
                      <a:pt x="2648" y="213"/>
                      <a:pt x="2851" y="303"/>
                    </a:cubicBezTo>
                    <a:cubicBezTo>
                      <a:pt x="3013" y="350"/>
                      <a:pt x="3152" y="442"/>
                      <a:pt x="3291" y="558"/>
                    </a:cubicBezTo>
                    <a:cubicBezTo>
                      <a:pt x="3013" y="906"/>
                      <a:pt x="2874" y="1369"/>
                      <a:pt x="3129" y="1647"/>
                    </a:cubicBezTo>
                    <a:cubicBezTo>
                      <a:pt x="3199" y="1740"/>
                      <a:pt x="3314" y="1786"/>
                      <a:pt x="3430" y="1786"/>
                    </a:cubicBezTo>
                    <a:cubicBezTo>
                      <a:pt x="3593" y="1763"/>
                      <a:pt x="3732" y="1671"/>
                      <a:pt x="3778" y="1508"/>
                    </a:cubicBezTo>
                    <a:cubicBezTo>
                      <a:pt x="3894" y="1161"/>
                      <a:pt x="3778" y="790"/>
                      <a:pt x="3523" y="558"/>
                    </a:cubicBezTo>
                    <a:cubicBezTo>
                      <a:pt x="3708" y="373"/>
                      <a:pt x="3963" y="280"/>
                      <a:pt x="4218" y="257"/>
                    </a:cubicBezTo>
                    <a:cubicBezTo>
                      <a:pt x="4427" y="257"/>
                      <a:pt x="4612" y="326"/>
                      <a:pt x="4774" y="465"/>
                    </a:cubicBezTo>
                    <a:cubicBezTo>
                      <a:pt x="5168" y="720"/>
                      <a:pt x="5377" y="1161"/>
                      <a:pt x="5377" y="1624"/>
                    </a:cubicBezTo>
                    <a:cubicBezTo>
                      <a:pt x="4867" y="1671"/>
                      <a:pt x="4427" y="2111"/>
                      <a:pt x="4427" y="2366"/>
                    </a:cubicBezTo>
                    <a:cubicBezTo>
                      <a:pt x="4427" y="2435"/>
                      <a:pt x="4450" y="2598"/>
                      <a:pt x="4751" y="2598"/>
                    </a:cubicBezTo>
                    <a:cubicBezTo>
                      <a:pt x="5168" y="2528"/>
                      <a:pt x="5493" y="2204"/>
                      <a:pt x="5516" y="1786"/>
                    </a:cubicBezTo>
                    <a:cubicBezTo>
                      <a:pt x="5771" y="1810"/>
                      <a:pt x="5980" y="1926"/>
                      <a:pt x="6142" y="2134"/>
                    </a:cubicBezTo>
                    <a:cubicBezTo>
                      <a:pt x="6350" y="2412"/>
                      <a:pt x="6374" y="2806"/>
                      <a:pt x="6211" y="3107"/>
                    </a:cubicBezTo>
                    <a:cubicBezTo>
                      <a:pt x="5910" y="3710"/>
                      <a:pt x="5145" y="4243"/>
                      <a:pt x="4566" y="4243"/>
                    </a:cubicBezTo>
                    <a:cubicBezTo>
                      <a:pt x="4404" y="4243"/>
                      <a:pt x="4218" y="4174"/>
                      <a:pt x="4102" y="4081"/>
                    </a:cubicBezTo>
                    <a:cubicBezTo>
                      <a:pt x="4033" y="4011"/>
                      <a:pt x="3987" y="3965"/>
                      <a:pt x="3940" y="3895"/>
                    </a:cubicBezTo>
                    <a:cubicBezTo>
                      <a:pt x="4218" y="3687"/>
                      <a:pt x="4334" y="3339"/>
                      <a:pt x="4241" y="3015"/>
                    </a:cubicBezTo>
                    <a:cubicBezTo>
                      <a:pt x="4195" y="2760"/>
                      <a:pt x="4079" y="2713"/>
                      <a:pt x="4010" y="2713"/>
                    </a:cubicBezTo>
                    <a:cubicBezTo>
                      <a:pt x="3871" y="2737"/>
                      <a:pt x="3778" y="2806"/>
                      <a:pt x="3732" y="2922"/>
                    </a:cubicBezTo>
                    <a:cubicBezTo>
                      <a:pt x="3593" y="3223"/>
                      <a:pt x="3593" y="3571"/>
                      <a:pt x="3755" y="3849"/>
                    </a:cubicBezTo>
                    <a:cubicBezTo>
                      <a:pt x="3409" y="4039"/>
                      <a:pt x="3012" y="4139"/>
                      <a:pt x="2620" y="4139"/>
                    </a:cubicBezTo>
                    <a:cubicBezTo>
                      <a:pt x="2487" y="4139"/>
                      <a:pt x="2355" y="4128"/>
                      <a:pt x="2225" y="4104"/>
                    </a:cubicBezTo>
                    <a:cubicBezTo>
                      <a:pt x="1854" y="4104"/>
                      <a:pt x="1553" y="3849"/>
                      <a:pt x="1484" y="3501"/>
                    </a:cubicBezTo>
                    <a:lnTo>
                      <a:pt x="1484" y="3501"/>
                    </a:lnTo>
                    <a:cubicBezTo>
                      <a:pt x="1519" y="3507"/>
                      <a:pt x="1555" y="3510"/>
                      <a:pt x="1590" y="3510"/>
                    </a:cubicBezTo>
                    <a:cubicBezTo>
                      <a:pt x="1831" y="3510"/>
                      <a:pt x="2058" y="3376"/>
                      <a:pt x="2179" y="3154"/>
                    </a:cubicBezTo>
                    <a:cubicBezTo>
                      <a:pt x="2295" y="2922"/>
                      <a:pt x="2272" y="2644"/>
                      <a:pt x="2109" y="2435"/>
                    </a:cubicBezTo>
                    <a:cubicBezTo>
                      <a:pt x="2063" y="2343"/>
                      <a:pt x="1947" y="2273"/>
                      <a:pt x="1831" y="2273"/>
                    </a:cubicBezTo>
                    <a:cubicBezTo>
                      <a:pt x="1715" y="2273"/>
                      <a:pt x="1623" y="2320"/>
                      <a:pt x="1553" y="2412"/>
                    </a:cubicBezTo>
                    <a:cubicBezTo>
                      <a:pt x="1345" y="2667"/>
                      <a:pt x="1252" y="2992"/>
                      <a:pt x="1275" y="3316"/>
                    </a:cubicBezTo>
                    <a:cubicBezTo>
                      <a:pt x="1020" y="3270"/>
                      <a:pt x="788" y="3131"/>
                      <a:pt x="603" y="2968"/>
                    </a:cubicBezTo>
                    <a:cubicBezTo>
                      <a:pt x="302" y="2713"/>
                      <a:pt x="186" y="2273"/>
                      <a:pt x="348" y="1879"/>
                    </a:cubicBezTo>
                    <a:cubicBezTo>
                      <a:pt x="487" y="1462"/>
                      <a:pt x="858" y="1161"/>
                      <a:pt x="1275" y="1091"/>
                    </a:cubicBezTo>
                    <a:cubicBezTo>
                      <a:pt x="1391" y="1091"/>
                      <a:pt x="1484" y="1114"/>
                      <a:pt x="1553" y="1184"/>
                    </a:cubicBezTo>
                    <a:lnTo>
                      <a:pt x="1646" y="1184"/>
                    </a:lnTo>
                    <a:cubicBezTo>
                      <a:pt x="1669" y="1161"/>
                      <a:pt x="1692" y="1138"/>
                      <a:pt x="1692" y="1114"/>
                    </a:cubicBezTo>
                    <a:cubicBezTo>
                      <a:pt x="1669" y="836"/>
                      <a:pt x="1739" y="558"/>
                      <a:pt x="1924" y="326"/>
                    </a:cubicBezTo>
                    <a:cubicBezTo>
                      <a:pt x="2019" y="219"/>
                      <a:pt x="2152" y="167"/>
                      <a:pt x="2314" y="167"/>
                    </a:cubicBezTo>
                    <a:close/>
                    <a:moveTo>
                      <a:pt x="2311" y="0"/>
                    </a:moveTo>
                    <a:cubicBezTo>
                      <a:pt x="2100" y="0"/>
                      <a:pt x="1925" y="70"/>
                      <a:pt x="1785" y="211"/>
                    </a:cubicBezTo>
                    <a:cubicBezTo>
                      <a:pt x="1623" y="419"/>
                      <a:pt x="1530" y="697"/>
                      <a:pt x="1530" y="975"/>
                    </a:cubicBezTo>
                    <a:cubicBezTo>
                      <a:pt x="1437" y="929"/>
                      <a:pt x="1368" y="929"/>
                      <a:pt x="1275" y="929"/>
                    </a:cubicBezTo>
                    <a:cubicBezTo>
                      <a:pt x="858" y="929"/>
                      <a:pt x="371" y="1323"/>
                      <a:pt x="186" y="1833"/>
                    </a:cubicBezTo>
                    <a:cubicBezTo>
                      <a:pt x="0" y="2273"/>
                      <a:pt x="139" y="2783"/>
                      <a:pt x="487" y="3084"/>
                    </a:cubicBezTo>
                    <a:cubicBezTo>
                      <a:pt x="719" y="3293"/>
                      <a:pt x="997" y="3432"/>
                      <a:pt x="1275" y="3501"/>
                    </a:cubicBezTo>
                    <a:cubicBezTo>
                      <a:pt x="1345" y="3942"/>
                      <a:pt x="1739" y="4266"/>
                      <a:pt x="2179" y="4266"/>
                    </a:cubicBezTo>
                    <a:cubicBezTo>
                      <a:pt x="2318" y="4289"/>
                      <a:pt x="2458" y="4301"/>
                      <a:pt x="2599" y="4301"/>
                    </a:cubicBezTo>
                    <a:cubicBezTo>
                      <a:pt x="3019" y="4301"/>
                      <a:pt x="3436" y="4197"/>
                      <a:pt x="3801" y="3988"/>
                    </a:cubicBezTo>
                    <a:cubicBezTo>
                      <a:pt x="3847" y="4058"/>
                      <a:pt x="3917" y="4127"/>
                      <a:pt x="3987" y="4197"/>
                    </a:cubicBezTo>
                    <a:cubicBezTo>
                      <a:pt x="4128" y="4318"/>
                      <a:pt x="4305" y="4386"/>
                      <a:pt x="4486" y="4386"/>
                    </a:cubicBezTo>
                    <a:cubicBezTo>
                      <a:pt x="4513" y="4386"/>
                      <a:pt x="4539" y="4385"/>
                      <a:pt x="4566" y="4382"/>
                    </a:cubicBezTo>
                    <a:lnTo>
                      <a:pt x="4543" y="4382"/>
                    </a:lnTo>
                    <a:cubicBezTo>
                      <a:pt x="5307" y="4313"/>
                      <a:pt x="5980" y="3849"/>
                      <a:pt x="6327" y="3154"/>
                    </a:cubicBezTo>
                    <a:cubicBezTo>
                      <a:pt x="6536" y="2806"/>
                      <a:pt x="6489" y="2343"/>
                      <a:pt x="6234" y="2018"/>
                    </a:cubicBezTo>
                    <a:cubicBezTo>
                      <a:pt x="6072" y="1786"/>
                      <a:pt x="5817" y="1647"/>
                      <a:pt x="5516" y="1624"/>
                    </a:cubicBezTo>
                    <a:cubicBezTo>
                      <a:pt x="5539" y="1091"/>
                      <a:pt x="5284" y="605"/>
                      <a:pt x="4867" y="326"/>
                    </a:cubicBezTo>
                    <a:cubicBezTo>
                      <a:pt x="4682" y="164"/>
                      <a:pt x="4450" y="95"/>
                      <a:pt x="4195" y="95"/>
                    </a:cubicBezTo>
                    <a:cubicBezTo>
                      <a:pt x="3894" y="95"/>
                      <a:pt x="3616" y="211"/>
                      <a:pt x="3407" y="419"/>
                    </a:cubicBezTo>
                    <a:cubicBezTo>
                      <a:pt x="3245" y="303"/>
                      <a:pt x="3083" y="211"/>
                      <a:pt x="2897" y="141"/>
                    </a:cubicBezTo>
                    <a:cubicBezTo>
                      <a:pt x="2678" y="47"/>
                      <a:pt x="2483" y="0"/>
                      <a:pt x="23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63"/>
              <p:cNvSpPr/>
              <p:nvPr/>
            </p:nvSpPr>
            <p:spPr>
              <a:xfrm>
                <a:off x="1665483" y="3785898"/>
                <a:ext cx="535385" cy="303920"/>
              </a:xfrm>
              <a:custGeom>
                <a:rect b="b" l="l" r="r" t="t"/>
                <a:pathLst>
                  <a:path extrusionOk="0" h="4354" w="7670">
                    <a:moveTo>
                      <a:pt x="4646" y="1"/>
                    </a:moveTo>
                    <a:cubicBezTo>
                      <a:pt x="4295" y="1"/>
                      <a:pt x="3983" y="197"/>
                      <a:pt x="3768" y="455"/>
                    </a:cubicBezTo>
                    <a:lnTo>
                      <a:pt x="3768" y="455"/>
                    </a:lnTo>
                    <a:cubicBezTo>
                      <a:pt x="3621" y="339"/>
                      <a:pt x="3428" y="235"/>
                      <a:pt x="3182" y="159"/>
                    </a:cubicBezTo>
                    <a:cubicBezTo>
                      <a:pt x="2981" y="92"/>
                      <a:pt x="2812" y="63"/>
                      <a:pt x="2670" y="63"/>
                    </a:cubicBezTo>
                    <a:cubicBezTo>
                      <a:pt x="1775" y="63"/>
                      <a:pt x="1930" y="1201"/>
                      <a:pt x="1930" y="1201"/>
                    </a:cubicBezTo>
                    <a:cubicBezTo>
                      <a:pt x="1836" y="1143"/>
                      <a:pt x="1735" y="1117"/>
                      <a:pt x="1632" y="1117"/>
                    </a:cubicBezTo>
                    <a:cubicBezTo>
                      <a:pt x="872" y="1117"/>
                      <a:pt x="1" y="2552"/>
                      <a:pt x="980" y="3287"/>
                    </a:cubicBezTo>
                    <a:cubicBezTo>
                      <a:pt x="1298" y="3520"/>
                      <a:pt x="1597" y="3625"/>
                      <a:pt x="1852" y="3639"/>
                    </a:cubicBezTo>
                    <a:lnTo>
                      <a:pt x="1852" y="3639"/>
                    </a:lnTo>
                    <a:cubicBezTo>
                      <a:pt x="1938" y="4023"/>
                      <a:pt x="2210" y="4353"/>
                      <a:pt x="2788" y="4353"/>
                    </a:cubicBezTo>
                    <a:cubicBezTo>
                      <a:pt x="2814" y="4354"/>
                      <a:pt x="2840" y="4354"/>
                      <a:pt x="2865" y="4354"/>
                    </a:cubicBezTo>
                    <a:cubicBezTo>
                      <a:pt x="3667" y="4354"/>
                      <a:pt x="4197" y="4168"/>
                      <a:pt x="4491" y="3894"/>
                    </a:cubicBezTo>
                    <a:lnTo>
                      <a:pt x="4491" y="3894"/>
                    </a:lnTo>
                    <a:cubicBezTo>
                      <a:pt x="4554" y="3981"/>
                      <a:pt x="4635" y="4065"/>
                      <a:pt x="4735" y="4145"/>
                    </a:cubicBezTo>
                    <a:cubicBezTo>
                      <a:pt x="4865" y="4245"/>
                      <a:pt x="5022" y="4290"/>
                      <a:pt x="5193" y="4290"/>
                    </a:cubicBezTo>
                    <a:cubicBezTo>
                      <a:pt x="6201" y="4290"/>
                      <a:pt x="7670" y="2719"/>
                      <a:pt x="6797" y="1827"/>
                    </a:cubicBezTo>
                    <a:cubicBezTo>
                      <a:pt x="6556" y="1575"/>
                      <a:pt x="6303" y="1480"/>
                      <a:pt x="6066" y="1480"/>
                    </a:cubicBezTo>
                    <a:cubicBezTo>
                      <a:pt x="6043" y="1480"/>
                      <a:pt x="6021" y="1481"/>
                      <a:pt x="5998" y="1483"/>
                    </a:cubicBezTo>
                    <a:lnTo>
                      <a:pt x="5998" y="1483"/>
                    </a:lnTo>
                    <a:cubicBezTo>
                      <a:pt x="6005" y="1034"/>
                      <a:pt x="5777" y="522"/>
                      <a:pt x="5221" y="182"/>
                    </a:cubicBezTo>
                    <a:cubicBezTo>
                      <a:pt x="5025" y="55"/>
                      <a:pt x="4830" y="1"/>
                      <a:pt x="46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63"/>
              <p:cNvSpPr/>
              <p:nvPr/>
            </p:nvSpPr>
            <p:spPr>
              <a:xfrm>
                <a:off x="1690192" y="3780733"/>
                <a:ext cx="480520" cy="316066"/>
              </a:xfrm>
              <a:custGeom>
                <a:rect b="b" l="l" r="r" t="t"/>
                <a:pathLst>
                  <a:path extrusionOk="0" h="4528" w="6884">
                    <a:moveTo>
                      <a:pt x="3430" y="650"/>
                    </a:moveTo>
                    <a:cubicBezTo>
                      <a:pt x="3662" y="835"/>
                      <a:pt x="3778" y="1160"/>
                      <a:pt x="3708" y="1461"/>
                    </a:cubicBezTo>
                    <a:cubicBezTo>
                      <a:pt x="3685" y="1553"/>
                      <a:pt x="3593" y="1646"/>
                      <a:pt x="3500" y="1646"/>
                    </a:cubicBezTo>
                    <a:cubicBezTo>
                      <a:pt x="3430" y="1646"/>
                      <a:pt x="3361" y="1623"/>
                      <a:pt x="3315" y="1577"/>
                    </a:cubicBezTo>
                    <a:cubicBezTo>
                      <a:pt x="3106" y="1391"/>
                      <a:pt x="3199" y="951"/>
                      <a:pt x="3430" y="650"/>
                    </a:cubicBezTo>
                    <a:close/>
                    <a:moveTo>
                      <a:pt x="5563" y="1646"/>
                    </a:moveTo>
                    <a:cubicBezTo>
                      <a:pt x="5563" y="2017"/>
                      <a:pt x="5308" y="2318"/>
                      <a:pt x="4960" y="2388"/>
                    </a:cubicBezTo>
                    <a:lnTo>
                      <a:pt x="4890" y="2388"/>
                    </a:lnTo>
                    <a:cubicBezTo>
                      <a:pt x="4798" y="2388"/>
                      <a:pt x="4798" y="2341"/>
                      <a:pt x="4798" y="2318"/>
                    </a:cubicBezTo>
                    <a:cubicBezTo>
                      <a:pt x="4775" y="2133"/>
                      <a:pt x="5122" y="1739"/>
                      <a:pt x="5563" y="1646"/>
                    </a:cubicBezTo>
                    <a:close/>
                    <a:moveTo>
                      <a:pt x="1924" y="2620"/>
                    </a:moveTo>
                    <a:cubicBezTo>
                      <a:pt x="1970" y="2643"/>
                      <a:pt x="2040" y="2666"/>
                      <a:pt x="2086" y="2735"/>
                    </a:cubicBezTo>
                    <a:cubicBezTo>
                      <a:pt x="2225" y="2898"/>
                      <a:pt x="2272" y="3106"/>
                      <a:pt x="2179" y="3315"/>
                    </a:cubicBezTo>
                    <a:cubicBezTo>
                      <a:pt x="2063" y="3523"/>
                      <a:pt x="1831" y="3639"/>
                      <a:pt x="1576" y="3639"/>
                    </a:cubicBezTo>
                    <a:cubicBezTo>
                      <a:pt x="1530" y="3315"/>
                      <a:pt x="1600" y="2990"/>
                      <a:pt x="1762" y="2712"/>
                    </a:cubicBezTo>
                    <a:cubicBezTo>
                      <a:pt x="1808" y="2666"/>
                      <a:pt x="1854" y="2620"/>
                      <a:pt x="1924" y="2620"/>
                    </a:cubicBezTo>
                    <a:close/>
                    <a:moveTo>
                      <a:pt x="4218" y="2898"/>
                    </a:moveTo>
                    <a:lnTo>
                      <a:pt x="4195" y="2921"/>
                    </a:lnTo>
                    <a:cubicBezTo>
                      <a:pt x="4242" y="2921"/>
                      <a:pt x="4288" y="2944"/>
                      <a:pt x="4334" y="3060"/>
                    </a:cubicBezTo>
                    <a:cubicBezTo>
                      <a:pt x="4427" y="3338"/>
                      <a:pt x="4357" y="3639"/>
                      <a:pt x="4172" y="3848"/>
                    </a:cubicBezTo>
                    <a:cubicBezTo>
                      <a:pt x="4010" y="3616"/>
                      <a:pt x="3987" y="3292"/>
                      <a:pt x="4102" y="3037"/>
                    </a:cubicBezTo>
                    <a:cubicBezTo>
                      <a:pt x="4149" y="2944"/>
                      <a:pt x="4195" y="2898"/>
                      <a:pt x="4218" y="2898"/>
                    </a:cubicBezTo>
                    <a:close/>
                    <a:moveTo>
                      <a:pt x="4311" y="140"/>
                    </a:moveTo>
                    <a:cubicBezTo>
                      <a:pt x="4496" y="140"/>
                      <a:pt x="4682" y="209"/>
                      <a:pt x="4844" y="302"/>
                    </a:cubicBezTo>
                    <a:cubicBezTo>
                      <a:pt x="5261" y="557"/>
                      <a:pt x="5539" y="997"/>
                      <a:pt x="5563" y="1484"/>
                    </a:cubicBezTo>
                    <a:cubicBezTo>
                      <a:pt x="5053" y="1577"/>
                      <a:pt x="4635" y="2040"/>
                      <a:pt x="4635" y="2318"/>
                    </a:cubicBezTo>
                    <a:cubicBezTo>
                      <a:pt x="4635" y="2445"/>
                      <a:pt x="4752" y="2553"/>
                      <a:pt x="4878" y="2553"/>
                    </a:cubicBezTo>
                    <a:cubicBezTo>
                      <a:pt x="4890" y="2553"/>
                      <a:pt x="4902" y="2552"/>
                      <a:pt x="4914" y="2550"/>
                    </a:cubicBezTo>
                    <a:lnTo>
                      <a:pt x="4983" y="2550"/>
                    </a:lnTo>
                    <a:cubicBezTo>
                      <a:pt x="5423" y="2457"/>
                      <a:pt x="5725" y="2063"/>
                      <a:pt x="5725" y="1623"/>
                    </a:cubicBezTo>
                    <a:cubicBezTo>
                      <a:pt x="5980" y="1646"/>
                      <a:pt x="6211" y="1762"/>
                      <a:pt x="6397" y="1947"/>
                    </a:cubicBezTo>
                    <a:cubicBezTo>
                      <a:pt x="6652" y="2249"/>
                      <a:pt x="6698" y="2666"/>
                      <a:pt x="6536" y="3014"/>
                    </a:cubicBezTo>
                    <a:cubicBezTo>
                      <a:pt x="6235" y="3686"/>
                      <a:pt x="5423" y="4288"/>
                      <a:pt x="4844" y="4288"/>
                    </a:cubicBezTo>
                    <a:cubicBezTo>
                      <a:pt x="4705" y="4288"/>
                      <a:pt x="4543" y="4242"/>
                      <a:pt x="4427" y="4149"/>
                    </a:cubicBezTo>
                    <a:cubicBezTo>
                      <a:pt x="4357" y="4103"/>
                      <a:pt x="4311" y="4033"/>
                      <a:pt x="4242" y="3987"/>
                    </a:cubicBezTo>
                    <a:cubicBezTo>
                      <a:pt x="4496" y="3732"/>
                      <a:pt x="4589" y="3361"/>
                      <a:pt x="4473" y="3014"/>
                    </a:cubicBezTo>
                    <a:cubicBezTo>
                      <a:pt x="4404" y="2782"/>
                      <a:pt x="4265" y="2759"/>
                      <a:pt x="4195" y="2759"/>
                    </a:cubicBezTo>
                    <a:cubicBezTo>
                      <a:pt x="4079" y="2759"/>
                      <a:pt x="3987" y="2851"/>
                      <a:pt x="3940" y="2967"/>
                    </a:cubicBezTo>
                    <a:cubicBezTo>
                      <a:pt x="3801" y="3292"/>
                      <a:pt x="3824" y="3662"/>
                      <a:pt x="4033" y="3964"/>
                    </a:cubicBezTo>
                    <a:cubicBezTo>
                      <a:pt x="3801" y="4149"/>
                      <a:pt x="3361" y="4358"/>
                      <a:pt x="2503" y="4358"/>
                    </a:cubicBezTo>
                    <a:lnTo>
                      <a:pt x="2457" y="4358"/>
                    </a:lnTo>
                    <a:cubicBezTo>
                      <a:pt x="2439" y="4359"/>
                      <a:pt x="2421" y="4359"/>
                      <a:pt x="2403" y="4359"/>
                    </a:cubicBezTo>
                    <a:cubicBezTo>
                      <a:pt x="2032" y="4359"/>
                      <a:pt x="1711" y="4133"/>
                      <a:pt x="1623" y="3801"/>
                    </a:cubicBezTo>
                    <a:cubicBezTo>
                      <a:pt x="1901" y="3801"/>
                      <a:pt x="2179" y="3639"/>
                      <a:pt x="2341" y="3384"/>
                    </a:cubicBezTo>
                    <a:cubicBezTo>
                      <a:pt x="2457" y="3106"/>
                      <a:pt x="2388" y="2805"/>
                      <a:pt x="2179" y="2596"/>
                    </a:cubicBezTo>
                    <a:cubicBezTo>
                      <a:pt x="2121" y="2492"/>
                      <a:pt x="2011" y="2440"/>
                      <a:pt x="1901" y="2440"/>
                    </a:cubicBezTo>
                    <a:cubicBezTo>
                      <a:pt x="1791" y="2440"/>
                      <a:pt x="1681" y="2492"/>
                      <a:pt x="1623" y="2596"/>
                    </a:cubicBezTo>
                    <a:cubicBezTo>
                      <a:pt x="1437" y="2898"/>
                      <a:pt x="1345" y="3245"/>
                      <a:pt x="1414" y="3593"/>
                    </a:cubicBezTo>
                    <a:cubicBezTo>
                      <a:pt x="1136" y="3547"/>
                      <a:pt x="904" y="3431"/>
                      <a:pt x="673" y="3268"/>
                    </a:cubicBezTo>
                    <a:cubicBezTo>
                      <a:pt x="325" y="3014"/>
                      <a:pt x="163" y="2527"/>
                      <a:pt x="325" y="2110"/>
                    </a:cubicBezTo>
                    <a:cubicBezTo>
                      <a:pt x="487" y="1646"/>
                      <a:pt x="904" y="1252"/>
                      <a:pt x="1275" y="1252"/>
                    </a:cubicBezTo>
                    <a:cubicBezTo>
                      <a:pt x="1368" y="1252"/>
                      <a:pt x="1437" y="1275"/>
                      <a:pt x="1530" y="1322"/>
                    </a:cubicBezTo>
                    <a:lnTo>
                      <a:pt x="1600" y="1322"/>
                    </a:lnTo>
                    <a:cubicBezTo>
                      <a:pt x="1623" y="1299"/>
                      <a:pt x="1646" y="1275"/>
                      <a:pt x="1646" y="1229"/>
                    </a:cubicBezTo>
                    <a:cubicBezTo>
                      <a:pt x="1600" y="951"/>
                      <a:pt x="1669" y="650"/>
                      <a:pt x="1831" y="395"/>
                    </a:cubicBezTo>
                    <a:cubicBezTo>
                      <a:pt x="1942" y="257"/>
                      <a:pt x="2101" y="193"/>
                      <a:pt x="2310" y="193"/>
                    </a:cubicBezTo>
                    <a:cubicBezTo>
                      <a:pt x="2452" y="193"/>
                      <a:pt x="2617" y="223"/>
                      <a:pt x="2805" y="279"/>
                    </a:cubicBezTo>
                    <a:cubicBezTo>
                      <a:pt x="2967" y="348"/>
                      <a:pt x="3129" y="418"/>
                      <a:pt x="3291" y="534"/>
                    </a:cubicBezTo>
                    <a:cubicBezTo>
                      <a:pt x="3013" y="905"/>
                      <a:pt x="2897" y="1438"/>
                      <a:pt x="3222" y="1693"/>
                    </a:cubicBezTo>
                    <a:cubicBezTo>
                      <a:pt x="3291" y="1762"/>
                      <a:pt x="3384" y="1808"/>
                      <a:pt x="3500" y="1808"/>
                    </a:cubicBezTo>
                    <a:cubicBezTo>
                      <a:pt x="3662" y="1785"/>
                      <a:pt x="3824" y="1669"/>
                      <a:pt x="3871" y="1507"/>
                    </a:cubicBezTo>
                    <a:cubicBezTo>
                      <a:pt x="3963" y="1136"/>
                      <a:pt x="3824" y="742"/>
                      <a:pt x="3523" y="511"/>
                    </a:cubicBezTo>
                    <a:cubicBezTo>
                      <a:pt x="3708" y="279"/>
                      <a:pt x="4010" y="140"/>
                      <a:pt x="4311" y="140"/>
                    </a:cubicBezTo>
                    <a:close/>
                    <a:moveTo>
                      <a:pt x="4288" y="1"/>
                    </a:moveTo>
                    <a:cubicBezTo>
                      <a:pt x="3940" y="1"/>
                      <a:pt x="3616" y="163"/>
                      <a:pt x="3407" y="418"/>
                    </a:cubicBezTo>
                    <a:cubicBezTo>
                      <a:pt x="3222" y="302"/>
                      <a:pt x="3060" y="209"/>
                      <a:pt x="2851" y="163"/>
                    </a:cubicBezTo>
                    <a:cubicBezTo>
                      <a:pt x="2655" y="92"/>
                      <a:pt x="2477" y="58"/>
                      <a:pt x="2318" y="58"/>
                    </a:cubicBezTo>
                    <a:cubicBezTo>
                      <a:pt x="2063" y="58"/>
                      <a:pt x="1858" y="145"/>
                      <a:pt x="1715" y="302"/>
                    </a:cubicBezTo>
                    <a:cubicBezTo>
                      <a:pt x="1553" y="534"/>
                      <a:pt x="1460" y="835"/>
                      <a:pt x="1484" y="1136"/>
                    </a:cubicBezTo>
                    <a:cubicBezTo>
                      <a:pt x="1414" y="1113"/>
                      <a:pt x="1345" y="1113"/>
                      <a:pt x="1275" y="1113"/>
                    </a:cubicBezTo>
                    <a:cubicBezTo>
                      <a:pt x="835" y="1113"/>
                      <a:pt x="371" y="1530"/>
                      <a:pt x="186" y="2087"/>
                    </a:cubicBezTo>
                    <a:cubicBezTo>
                      <a:pt x="0" y="2573"/>
                      <a:pt x="163" y="3129"/>
                      <a:pt x="603" y="3431"/>
                    </a:cubicBezTo>
                    <a:cubicBezTo>
                      <a:pt x="835" y="3616"/>
                      <a:pt x="1136" y="3755"/>
                      <a:pt x="1437" y="3801"/>
                    </a:cubicBezTo>
                    <a:cubicBezTo>
                      <a:pt x="1549" y="4226"/>
                      <a:pt x="1962" y="4521"/>
                      <a:pt x="2407" y="4521"/>
                    </a:cubicBezTo>
                    <a:cubicBezTo>
                      <a:pt x="2424" y="4521"/>
                      <a:pt x="2440" y="4521"/>
                      <a:pt x="2457" y="4520"/>
                    </a:cubicBezTo>
                    <a:lnTo>
                      <a:pt x="2503" y="4520"/>
                    </a:lnTo>
                    <a:cubicBezTo>
                      <a:pt x="2569" y="4525"/>
                      <a:pt x="2634" y="4528"/>
                      <a:pt x="2699" y="4528"/>
                    </a:cubicBezTo>
                    <a:cubicBezTo>
                      <a:pt x="3208" y="4528"/>
                      <a:pt x="3694" y="4370"/>
                      <a:pt x="4126" y="4103"/>
                    </a:cubicBezTo>
                    <a:cubicBezTo>
                      <a:pt x="4195" y="4172"/>
                      <a:pt x="4265" y="4242"/>
                      <a:pt x="4334" y="4288"/>
                    </a:cubicBezTo>
                    <a:cubicBezTo>
                      <a:pt x="4475" y="4389"/>
                      <a:pt x="4617" y="4455"/>
                      <a:pt x="4773" y="4455"/>
                    </a:cubicBezTo>
                    <a:cubicBezTo>
                      <a:pt x="4797" y="4455"/>
                      <a:pt x="4820" y="4453"/>
                      <a:pt x="4844" y="4450"/>
                    </a:cubicBezTo>
                    <a:cubicBezTo>
                      <a:pt x="5516" y="4450"/>
                      <a:pt x="6374" y="3825"/>
                      <a:pt x="6675" y="3106"/>
                    </a:cubicBezTo>
                    <a:cubicBezTo>
                      <a:pt x="6883" y="2689"/>
                      <a:pt x="6814" y="2179"/>
                      <a:pt x="6513" y="1855"/>
                    </a:cubicBezTo>
                    <a:cubicBezTo>
                      <a:pt x="6304" y="1623"/>
                      <a:pt x="6026" y="1484"/>
                      <a:pt x="5725" y="1484"/>
                    </a:cubicBezTo>
                    <a:cubicBezTo>
                      <a:pt x="5678" y="928"/>
                      <a:pt x="5377" y="441"/>
                      <a:pt x="4914" y="186"/>
                    </a:cubicBezTo>
                    <a:cubicBezTo>
                      <a:pt x="4728" y="70"/>
                      <a:pt x="4520" y="1"/>
                      <a:pt x="42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82" name="Google Shape;1382;p63"/>
          <p:cNvSpPr/>
          <p:nvPr/>
        </p:nvSpPr>
        <p:spPr>
          <a:xfrm flipH="1" rot="-4512888">
            <a:off x="4810587" y="4001995"/>
            <a:ext cx="1332115" cy="1386162"/>
          </a:xfrm>
          <a:custGeom>
            <a:rect b="b" l="l" r="r" t="t"/>
            <a:pathLst>
              <a:path extrusionOk="0" h="11507" w="11058">
                <a:moveTo>
                  <a:pt x="914" y="1"/>
                </a:moveTo>
                <a:cubicBezTo>
                  <a:pt x="2233" y="3443"/>
                  <a:pt x="4378" y="6698"/>
                  <a:pt x="7501" y="8666"/>
                </a:cubicBezTo>
                <a:cubicBezTo>
                  <a:pt x="6022" y="8133"/>
                  <a:pt x="4472" y="7865"/>
                  <a:pt x="2918" y="7865"/>
                </a:cubicBezTo>
                <a:cubicBezTo>
                  <a:pt x="1942" y="7865"/>
                  <a:pt x="964" y="7970"/>
                  <a:pt x="1" y="8182"/>
                </a:cubicBezTo>
                <a:cubicBezTo>
                  <a:pt x="1694" y="9854"/>
                  <a:pt x="3861" y="10954"/>
                  <a:pt x="6214" y="11339"/>
                </a:cubicBezTo>
                <a:cubicBezTo>
                  <a:pt x="6740" y="11424"/>
                  <a:pt x="7397" y="11507"/>
                  <a:pt x="8046" y="11507"/>
                </a:cubicBezTo>
                <a:cubicBezTo>
                  <a:pt x="9571" y="11507"/>
                  <a:pt x="11058" y="11053"/>
                  <a:pt x="10734" y="9117"/>
                </a:cubicBezTo>
                <a:cubicBezTo>
                  <a:pt x="10558" y="8083"/>
                  <a:pt x="9854" y="7226"/>
                  <a:pt x="9184" y="6412"/>
                </a:cubicBezTo>
                <a:cubicBezTo>
                  <a:pt x="8491" y="5565"/>
                  <a:pt x="7831" y="4685"/>
                  <a:pt x="7072" y="3894"/>
                </a:cubicBezTo>
                <a:cubicBezTo>
                  <a:pt x="5368" y="2112"/>
                  <a:pt x="3256" y="781"/>
                  <a:pt x="91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63"/>
          <p:cNvSpPr txBox="1"/>
          <p:nvPr>
            <p:ph type="title"/>
          </p:nvPr>
        </p:nvSpPr>
        <p:spPr>
          <a:xfrm>
            <a:off x="1038750" y="2383775"/>
            <a:ext cx="317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384" name="Google Shape;1384;p63"/>
          <p:cNvSpPr txBox="1"/>
          <p:nvPr>
            <p:ph idx="2" type="title"/>
          </p:nvPr>
        </p:nvSpPr>
        <p:spPr>
          <a:xfrm>
            <a:off x="1142125" y="1473475"/>
            <a:ext cx="9222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1385" name="Google Shape;1385;p63"/>
          <p:cNvSpPr txBox="1"/>
          <p:nvPr>
            <p:ph idx="1" type="subTitle"/>
          </p:nvPr>
        </p:nvSpPr>
        <p:spPr>
          <a:xfrm>
            <a:off x="1038750" y="3221225"/>
            <a:ext cx="3175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Answers to the five questions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64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Summary: region and API</a:t>
            </a:r>
            <a:endParaRPr/>
          </a:p>
        </p:txBody>
      </p:sp>
      <p:sp>
        <p:nvSpPr>
          <p:cNvPr id="1391" name="Google Shape;1391;p64"/>
          <p:cNvSpPr txBox="1"/>
          <p:nvPr>
            <p:ph idx="1" type="subTitle"/>
          </p:nvPr>
        </p:nvSpPr>
        <p:spPr>
          <a:xfrm>
            <a:off x="1106875" y="1714025"/>
            <a:ext cx="32004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GB"/>
              <a:t>Region &amp; range. </a:t>
            </a:r>
            <a:r>
              <a:rPr lang="en-GB"/>
              <a:t>Alexandria, Egypt (31.20°N, 29.92°E), daily records from 1 Jan 2021 to 31 Dec 2025 (1,826 days). Five full years give several complete seasonal cycles, which trend, seasonality and decomposition need.</a:t>
            </a:r>
            <a:endParaRPr/>
          </a:p>
        </p:txBody>
      </p:sp>
      <p:sp>
        <p:nvSpPr>
          <p:cNvPr id="1392" name="Google Shape;1392;p64"/>
          <p:cNvSpPr txBox="1"/>
          <p:nvPr>
            <p:ph idx="2" type="subTitle"/>
          </p:nvPr>
        </p:nvSpPr>
        <p:spPr>
          <a:xfrm>
            <a:off x="4836725" y="1714025"/>
            <a:ext cx="32004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GB"/>
              <a:t>API &amp; why. </a:t>
            </a:r>
            <a:r>
              <a:rPr lang="en-GB"/>
              <a:t>NASA POWER (daily point endpoint): no API key, so anyone can reproduce the call; global coverage by coordinates; long history; and temperature, rain, humidity, wind and cloud cover in one request.</a:t>
            </a:r>
            <a:endParaRPr/>
          </a:p>
        </p:txBody>
      </p:sp>
      <p:grpSp>
        <p:nvGrpSpPr>
          <p:cNvPr id="1393" name="Google Shape;1393;p64"/>
          <p:cNvGrpSpPr/>
          <p:nvPr/>
        </p:nvGrpSpPr>
        <p:grpSpPr>
          <a:xfrm flipH="1">
            <a:off x="4090541" y="3787883"/>
            <a:ext cx="962923" cy="1009672"/>
            <a:chOff x="6828211" y="3369506"/>
            <a:chExt cx="806942" cy="846117"/>
          </a:xfrm>
        </p:grpSpPr>
        <p:sp>
          <p:nvSpPr>
            <p:cNvPr id="1394" name="Google Shape;1394;p64"/>
            <p:cNvSpPr/>
            <p:nvPr/>
          </p:nvSpPr>
          <p:spPr>
            <a:xfrm>
              <a:off x="6828211" y="3369506"/>
              <a:ext cx="806942" cy="846117"/>
            </a:xfrm>
            <a:custGeom>
              <a:rect b="b" l="l" r="r" t="t"/>
              <a:pathLst>
                <a:path extrusionOk="0" h="18639" w="17776">
                  <a:moveTo>
                    <a:pt x="11912" y="0"/>
                  </a:moveTo>
                  <a:cubicBezTo>
                    <a:pt x="11912" y="0"/>
                    <a:pt x="0" y="1576"/>
                    <a:pt x="1113" y="10313"/>
                  </a:cubicBezTo>
                  <a:cubicBezTo>
                    <a:pt x="1737" y="15239"/>
                    <a:pt x="5380" y="18639"/>
                    <a:pt x="9442" y="18639"/>
                  </a:cubicBezTo>
                  <a:cubicBezTo>
                    <a:pt x="12318" y="18639"/>
                    <a:pt x="15403" y="16935"/>
                    <a:pt x="17776" y="12862"/>
                  </a:cubicBezTo>
                  <a:lnTo>
                    <a:pt x="17776" y="12862"/>
                  </a:lnTo>
                  <a:cubicBezTo>
                    <a:pt x="17776" y="12862"/>
                    <a:pt x="16919" y="12941"/>
                    <a:pt x="15721" y="12941"/>
                  </a:cubicBezTo>
                  <a:cubicBezTo>
                    <a:pt x="13430" y="12941"/>
                    <a:pt x="9894" y="12652"/>
                    <a:pt x="8737" y="10962"/>
                  </a:cubicBezTo>
                  <a:cubicBezTo>
                    <a:pt x="6675" y="7926"/>
                    <a:pt x="11912" y="0"/>
                    <a:pt x="11912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196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64"/>
            <p:cNvSpPr/>
            <p:nvPr/>
          </p:nvSpPr>
          <p:spPr>
            <a:xfrm>
              <a:off x="6828211" y="3369506"/>
              <a:ext cx="806942" cy="846117"/>
            </a:xfrm>
            <a:custGeom>
              <a:rect b="b" l="l" r="r" t="t"/>
              <a:pathLst>
                <a:path extrusionOk="0" h="18639" w="17776">
                  <a:moveTo>
                    <a:pt x="11912" y="0"/>
                  </a:moveTo>
                  <a:cubicBezTo>
                    <a:pt x="11912" y="0"/>
                    <a:pt x="0" y="1576"/>
                    <a:pt x="1113" y="10313"/>
                  </a:cubicBezTo>
                  <a:cubicBezTo>
                    <a:pt x="1737" y="15239"/>
                    <a:pt x="5380" y="18639"/>
                    <a:pt x="9442" y="18639"/>
                  </a:cubicBezTo>
                  <a:cubicBezTo>
                    <a:pt x="12318" y="18639"/>
                    <a:pt x="15403" y="16935"/>
                    <a:pt x="17776" y="12862"/>
                  </a:cubicBezTo>
                  <a:lnTo>
                    <a:pt x="17776" y="12862"/>
                  </a:lnTo>
                  <a:cubicBezTo>
                    <a:pt x="17776" y="12862"/>
                    <a:pt x="16919" y="12941"/>
                    <a:pt x="15721" y="12941"/>
                  </a:cubicBezTo>
                  <a:cubicBezTo>
                    <a:pt x="13430" y="12941"/>
                    <a:pt x="9894" y="12652"/>
                    <a:pt x="8737" y="10962"/>
                  </a:cubicBezTo>
                  <a:cubicBezTo>
                    <a:pt x="6675" y="7926"/>
                    <a:pt x="11912" y="0"/>
                    <a:pt x="119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64"/>
            <p:cNvSpPr/>
            <p:nvPr/>
          </p:nvSpPr>
          <p:spPr>
            <a:xfrm>
              <a:off x="7019414" y="3784006"/>
              <a:ext cx="65550" cy="79986"/>
            </a:xfrm>
            <a:custGeom>
              <a:rect b="b" l="l" r="r" t="t"/>
              <a:pathLst>
                <a:path extrusionOk="0" h="1762" w="1444">
                  <a:moveTo>
                    <a:pt x="1258" y="0"/>
                  </a:moveTo>
                  <a:cubicBezTo>
                    <a:pt x="1211" y="0"/>
                    <a:pt x="1165" y="23"/>
                    <a:pt x="1188" y="70"/>
                  </a:cubicBezTo>
                  <a:cubicBezTo>
                    <a:pt x="1211" y="394"/>
                    <a:pt x="1234" y="1275"/>
                    <a:pt x="1026" y="1530"/>
                  </a:cubicBezTo>
                  <a:cubicBezTo>
                    <a:pt x="980" y="1553"/>
                    <a:pt x="956" y="1576"/>
                    <a:pt x="910" y="1576"/>
                  </a:cubicBezTo>
                  <a:cubicBezTo>
                    <a:pt x="901" y="1577"/>
                    <a:pt x="892" y="1578"/>
                    <a:pt x="883" y="1578"/>
                  </a:cubicBezTo>
                  <a:cubicBezTo>
                    <a:pt x="591" y="1578"/>
                    <a:pt x="303" y="867"/>
                    <a:pt x="168" y="417"/>
                  </a:cubicBezTo>
                  <a:cubicBezTo>
                    <a:pt x="160" y="382"/>
                    <a:pt x="130" y="367"/>
                    <a:pt x="100" y="367"/>
                  </a:cubicBezTo>
                  <a:cubicBezTo>
                    <a:pt x="52" y="367"/>
                    <a:pt x="1" y="406"/>
                    <a:pt x="29" y="464"/>
                  </a:cubicBezTo>
                  <a:cubicBezTo>
                    <a:pt x="53" y="603"/>
                    <a:pt x="377" y="1761"/>
                    <a:pt x="887" y="1761"/>
                  </a:cubicBezTo>
                  <a:lnTo>
                    <a:pt x="933" y="1761"/>
                  </a:lnTo>
                  <a:cubicBezTo>
                    <a:pt x="1003" y="1738"/>
                    <a:pt x="1072" y="1715"/>
                    <a:pt x="1142" y="1646"/>
                  </a:cubicBezTo>
                  <a:cubicBezTo>
                    <a:pt x="1443" y="1298"/>
                    <a:pt x="1327" y="185"/>
                    <a:pt x="1327" y="70"/>
                  </a:cubicBezTo>
                  <a:cubicBezTo>
                    <a:pt x="1327" y="23"/>
                    <a:pt x="1304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64"/>
            <p:cNvSpPr/>
            <p:nvPr/>
          </p:nvSpPr>
          <p:spPr>
            <a:xfrm>
              <a:off x="7151014" y="3746873"/>
              <a:ext cx="65414" cy="80304"/>
            </a:xfrm>
            <a:custGeom>
              <a:rect b="b" l="l" r="r" t="t"/>
              <a:pathLst>
                <a:path extrusionOk="0" h="1769" w="1441">
                  <a:moveTo>
                    <a:pt x="1258" y="0"/>
                  </a:moveTo>
                  <a:cubicBezTo>
                    <a:pt x="1217" y="0"/>
                    <a:pt x="1173" y="36"/>
                    <a:pt x="1186" y="100"/>
                  </a:cubicBezTo>
                  <a:cubicBezTo>
                    <a:pt x="1209" y="401"/>
                    <a:pt x="1232" y="1282"/>
                    <a:pt x="1001" y="1537"/>
                  </a:cubicBezTo>
                  <a:cubicBezTo>
                    <a:pt x="977" y="1560"/>
                    <a:pt x="954" y="1583"/>
                    <a:pt x="908" y="1606"/>
                  </a:cubicBezTo>
                  <a:cubicBezTo>
                    <a:pt x="903" y="1606"/>
                    <a:pt x="898" y="1607"/>
                    <a:pt x="894" y="1607"/>
                  </a:cubicBezTo>
                  <a:cubicBezTo>
                    <a:pt x="597" y="1607"/>
                    <a:pt x="303" y="903"/>
                    <a:pt x="166" y="447"/>
                  </a:cubicBezTo>
                  <a:cubicBezTo>
                    <a:pt x="157" y="399"/>
                    <a:pt x="122" y="379"/>
                    <a:pt x="89" y="379"/>
                  </a:cubicBezTo>
                  <a:cubicBezTo>
                    <a:pt x="44" y="379"/>
                    <a:pt x="0" y="417"/>
                    <a:pt x="27" y="470"/>
                  </a:cubicBezTo>
                  <a:cubicBezTo>
                    <a:pt x="50" y="610"/>
                    <a:pt x="375" y="1768"/>
                    <a:pt x="885" y="1768"/>
                  </a:cubicBezTo>
                  <a:lnTo>
                    <a:pt x="908" y="1768"/>
                  </a:lnTo>
                  <a:cubicBezTo>
                    <a:pt x="1001" y="1768"/>
                    <a:pt x="1070" y="1722"/>
                    <a:pt x="1140" y="1652"/>
                  </a:cubicBezTo>
                  <a:cubicBezTo>
                    <a:pt x="1441" y="1305"/>
                    <a:pt x="1325" y="192"/>
                    <a:pt x="1325" y="76"/>
                  </a:cubicBezTo>
                  <a:cubicBezTo>
                    <a:pt x="1325" y="24"/>
                    <a:pt x="1292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64"/>
            <p:cNvSpPr/>
            <p:nvPr/>
          </p:nvSpPr>
          <p:spPr>
            <a:xfrm>
              <a:off x="7123822" y="3851326"/>
              <a:ext cx="53702" cy="64189"/>
            </a:xfrm>
            <a:custGeom>
              <a:rect b="b" l="l" r="r" t="t"/>
              <a:pathLst>
                <a:path extrusionOk="0" h="1414" w="1183">
                  <a:moveTo>
                    <a:pt x="1113" y="0"/>
                  </a:moveTo>
                  <a:cubicBezTo>
                    <a:pt x="1067" y="0"/>
                    <a:pt x="1020" y="23"/>
                    <a:pt x="1020" y="70"/>
                  </a:cubicBezTo>
                  <a:cubicBezTo>
                    <a:pt x="997" y="672"/>
                    <a:pt x="881" y="1229"/>
                    <a:pt x="789" y="1252"/>
                  </a:cubicBezTo>
                  <a:cubicBezTo>
                    <a:pt x="787" y="1252"/>
                    <a:pt x="784" y="1253"/>
                    <a:pt x="782" y="1253"/>
                  </a:cubicBezTo>
                  <a:cubicBezTo>
                    <a:pt x="702" y="1253"/>
                    <a:pt x="411" y="865"/>
                    <a:pt x="163" y="302"/>
                  </a:cubicBezTo>
                  <a:cubicBezTo>
                    <a:pt x="163" y="255"/>
                    <a:pt x="116" y="255"/>
                    <a:pt x="70" y="255"/>
                  </a:cubicBezTo>
                  <a:cubicBezTo>
                    <a:pt x="24" y="278"/>
                    <a:pt x="1" y="325"/>
                    <a:pt x="24" y="371"/>
                  </a:cubicBezTo>
                  <a:cubicBezTo>
                    <a:pt x="209" y="765"/>
                    <a:pt x="534" y="1414"/>
                    <a:pt x="812" y="1414"/>
                  </a:cubicBezTo>
                  <a:lnTo>
                    <a:pt x="858" y="1414"/>
                  </a:lnTo>
                  <a:cubicBezTo>
                    <a:pt x="1113" y="1321"/>
                    <a:pt x="1182" y="441"/>
                    <a:pt x="1182" y="70"/>
                  </a:cubicBezTo>
                  <a:cubicBezTo>
                    <a:pt x="1182" y="23"/>
                    <a:pt x="1159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64"/>
            <p:cNvSpPr/>
            <p:nvPr/>
          </p:nvSpPr>
          <p:spPr>
            <a:xfrm>
              <a:off x="6997579" y="3860768"/>
              <a:ext cx="50525" cy="49526"/>
            </a:xfrm>
            <a:custGeom>
              <a:rect b="b" l="l" r="r" t="t"/>
              <a:pathLst>
                <a:path extrusionOk="0" h="1091" w="1113">
                  <a:moveTo>
                    <a:pt x="557" y="1"/>
                  </a:moveTo>
                  <a:cubicBezTo>
                    <a:pt x="255" y="1"/>
                    <a:pt x="1" y="256"/>
                    <a:pt x="1" y="557"/>
                  </a:cubicBezTo>
                  <a:cubicBezTo>
                    <a:pt x="1" y="858"/>
                    <a:pt x="255" y="1090"/>
                    <a:pt x="557" y="1090"/>
                  </a:cubicBezTo>
                  <a:cubicBezTo>
                    <a:pt x="858" y="1090"/>
                    <a:pt x="1113" y="858"/>
                    <a:pt x="1113" y="557"/>
                  </a:cubicBezTo>
                  <a:cubicBezTo>
                    <a:pt x="1113" y="256"/>
                    <a:pt x="858" y="1"/>
                    <a:pt x="557" y="1"/>
                  </a:cubicBezTo>
                  <a:close/>
                </a:path>
              </a:pathLst>
            </a:custGeom>
            <a:solidFill>
              <a:srgbClr val="FF9A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64"/>
            <p:cNvSpPr/>
            <p:nvPr/>
          </p:nvSpPr>
          <p:spPr>
            <a:xfrm>
              <a:off x="7083830" y="3477455"/>
              <a:ext cx="33728" cy="26738"/>
            </a:xfrm>
            <a:custGeom>
              <a:rect b="b" l="l" r="r" t="t"/>
              <a:pathLst>
                <a:path extrusionOk="0" h="589" w="743">
                  <a:moveTo>
                    <a:pt x="683" y="0"/>
                  </a:moveTo>
                  <a:cubicBezTo>
                    <a:pt x="673" y="0"/>
                    <a:pt x="662" y="3"/>
                    <a:pt x="650" y="9"/>
                  </a:cubicBezTo>
                  <a:cubicBezTo>
                    <a:pt x="580" y="9"/>
                    <a:pt x="1" y="195"/>
                    <a:pt x="1" y="519"/>
                  </a:cubicBezTo>
                  <a:cubicBezTo>
                    <a:pt x="1" y="542"/>
                    <a:pt x="47" y="588"/>
                    <a:pt x="70" y="588"/>
                  </a:cubicBezTo>
                  <a:cubicBezTo>
                    <a:pt x="117" y="588"/>
                    <a:pt x="163" y="542"/>
                    <a:pt x="163" y="519"/>
                  </a:cubicBezTo>
                  <a:cubicBezTo>
                    <a:pt x="163" y="357"/>
                    <a:pt x="511" y="195"/>
                    <a:pt x="696" y="148"/>
                  </a:cubicBezTo>
                  <a:cubicBezTo>
                    <a:pt x="719" y="148"/>
                    <a:pt x="743" y="102"/>
                    <a:pt x="743" y="55"/>
                  </a:cubicBezTo>
                  <a:cubicBezTo>
                    <a:pt x="726" y="22"/>
                    <a:pt x="709" y="0"/>
                    <a:pt x="6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64"/>
            <p:cNvSpPr/>
            <p:nvPr/>
          </p:nvSpPr>
          <p:spPr>
            <a:xfrm>
              <a:off x="7085963" y="3520580"/>
              <a:ext cx="34773" cy="26738"/>
            </a:xfrm>
            <a:custGeom>
              <a:rect b="b" l="l" r="r" t="t"/>
              <a:pathLst>
                <a:path extrusionOk="0" h="589" w="766">
                  <a:moveTo>
                    <a:pt x="686" y="0"/>
                  </a:moveTo>
                  <a:cubicBezTo>
                    <a:pt x="674" y="0"/>
                    <a:pt x="662" y="3"/>
                    <a:pt x="649" y="9"/>
                  </a:cubicBezTo>
                  <a:cubicBezTo>
                    <a:pt x="580" y="32"/>
                    <a:pt x="0" y="195"/>
                    <a:pt x="0" y="519"/>
                  </a:cubicBezTo>
                  <a:cubicBezTo>
                    <a:pt x="0" y="542"/>
                    <a:pt x="47" y="589"/>
                    <a:pt x="93" y="589"/>
                  </a:cubicBezTo>
                  <a:cubicBezTo>
                    <a:pt x="139" y="589"/>
                    <a:pt x="162" y="565"/>
                    <a:pt x="162" y="519"/>
                  </a:cubicBezTo>
                  <a:cubicBezTo>
                    <a:pt x="162" y="357"/>
                    <a:pt x="510" y="195"/>
                    <a:pt x="696" y="148"/>
                  </a:cubicBezTo>
                  <a:cubicBezTo>
                    <a:pt x="742" y="148"/>
                    <a:pt x="765" y="102"/>
                    <a:pt x="742" y="56"/>
                  </a:cubicBezTo>
                  <a:cubicBezTo>
                    <a:pt x="742" y="22"/>
                    <a:pt x="717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64"/>
            <p:cNvSpPr/>
            <p:nvPr/>
          </p:nvSpPr>
          <p:spPr>
            <a:xfrm>
              <a:off x="7305810" y="4149025"/>
              <a:ext cx="37950" cy="21109"/>
            </a:xfrm>
            <a:custGeom>
              <a:rect b="b" l="l" r="r" t="t"/>
              <a:pathLst>
                <a:path extrusionOk="0" h="465" w="836">
                  <a:moveTo>
                    <a:pt x="766" y="1"/>
                  </a:moveTo>
                  <a:cubicBezTo>
                    <a:pt x="719" y="1"/>
                    <a:pt x="673" y="24"/>
                    <a:pt x="673" y="70"/>
                  </a:cubicBezTo>
                  <a:cubicBezTo>
                    <a:pt x="650" y="233"/>
                    <a:pt x="256" y="302"/>
                    <a:pt x="94" y="302"/>
                  </a:cubicBezTo>
                  <a:cubicBezTo>
                    <a:pt x="47" y="302"/>
                    <a:pt x="1" y="325"/>
                    <a:pt x="24" y="372"/>
                  </a:cubicBezTo>
                  <a:cubicBezTo>
                    <a:pt x="24" y="418"/>
                    <a:pt x="47" y="464"/>
                    <a:pt x="94" y="464"/>
                  </a:cubicBezTo>
                  <a:cubicBezTo>
                    <a:pt x="163" y="464"/>
                    <a:pt x="766" y="418"/>
                    <a:pt x="835" y="94"/>
                  </a:cubicBezTo>
                  <a:cubicBezTo>
                    <a:pt x="835" y="47"/>
                    <a:pt x="812" y="24"/>
                    <a:pt x="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64"/>
            <p:cNvSpPr/>
            <p:nvPr/>
          </p:nvSpPr>
          <p:spPr>
            <a:xfrm>
              <a:off x="7354201" y="4103403"/>
              <a:ext cx="37950" cy="20428"/>
            </a:xfrm>
            <a:custGeom>
              <a:rect b="b" l="l" r="r" t="t"/>
              <a:pathLst>
                <a:path extrusionOk="0" h="450" w="836">
                  <a:moveTo>
                    <a:pt x="729" y="0"/>
                  </a:moveTo>
                  <a:cubicBezTo>
                    <a:pt x="698" y="0"/>
                    <a:pt x="673" y="22"/>
                    <a:pt x="673" y="56"/>
                  </a:cubicBezTo>
                  <a:cubicBezTo>
                    <a:pt x="650" y="218"/>
                    <a:pt x="256" y="287"/>
                    <a:pt x="94" y="287"/>
                  </a:cubicBezTo>
                  <a:cubicBezTo>
                    <a:pt x="2" y="310"/>
                    <a:pt x="1" y="424"/>
                    <a:pt x="91" y="449"/>
                  </a:cubicBezTo>
                  <a:lnTo>
                    <a:pt x="91" y="449"/>
                  </a:lnTo>
                  <a:cubicBezTo>
                    <a:pt x="218" y="442"/>
                    <a:pt x="747" y="383"/>
                    <a:pt x="812" y="102"/>
                  </a:cubicBezTo>
                  <a:cubicBezTo>
                    <a:pt x="835" y="56"/>
                    <a:pt x="789" y="9"/>
                    <a:pt x="766" y="9"/>
                  </a:cubicBezTo>
                  <a:cubicBezTo>
                    <a:pt x="753" y="3"/>
                    <a:pt x="741" y="0"/>
                    <a:pt x="729" y="0"/>
                  </a:cubicBezTo>
                  <a:close/>
                  <a:moveTo>
                    <a:pt x="91" y="449"/>
                  </a:moveTo>
                  <a:cubicBezTo>
                    <a:pt x="82" y="449"/>
                    <a:pt x="75" y="450"/>
                    <a:pt x="70" y="450"/>
                  </a:cubicBezTo>
                  <a:lnTo>
                    <a:pt x="94" y="450"/>
                  </a:lnTo>
                  <a:cubicBezTo>
                    <a:pt x="93" y="449"/>
                    <a:pt x="92" y="449"/>
                    <a:pt x="91" y="4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64"/>
            <p:cNvSpPr/>
            <p:nvPr/>
          </p:nvSpPr>
          <p:spPr>
            <a:xfrm>
              <a:off x="7372087" y="4136587"/>
              <a:ext cx="37950" cy="20927"/>
            </a:xfrm>
            <a:custGeom>
              <a:rect b="b" l="l" r="r" t="t"/>
              <a:pathLst>
                <a:path extrusionOk="0" h="461" w="836">
                  <a:moveTo>
                    <a:pt x="726" y="1"/>
                  </a:moveTo>
                  <a:cubicBezTo>
                    <a:pt x="694" y="1"/>
                    <a:pt x="666" y="34"/>
                    <a:pt x="650" y="66"/>
                  </a:cubicBezTo>
                  <a:cubicBezTo>
                    <a:pt x="627" y="229"/>
                    <a:pt x="256" y="298"/>
                    <a:pt x="70" y="298"/>
                  </a:cubicBezTo>
                  <a:cubicBezTo>
                    <a:pt x="24" y="298"/>
                    <a:pt x="1" y="321"/>
                    <a:pt x="1" y="368"/>
                  </a:cubicBezTo>
                  <a:cubicBezTo>
                    <a:pt x="1" y="414"/>
                    <a:pt x="24" y="460"/>
                    <a:pt x="70" y="460"/>
                  </a:cubicBezTo>
                  <a:lnTo>
                    <a:pt x="94" y="460"/>
                  </a:lnTo>
                  <a:cubicBezTo>
                    <a:pt x="163" y="460"/>
                    <a:pt x="766" y="414"/>
                    <a:pt x="835" y="113"/>
                  </a:cubicBezTo>
                  <a:cubicBezTo>
                    <a:pt x="835" y="66"/>
                    <a:pt x="812" y="20"/>
                    <a:pt x="766" y="20"/>
                  </a:cubicBezTo>
                  <a:cubicBezTo>
                    <a:pt x="752" y="6"/>
                    <a:pt x="739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64"/>
            <p:cNvSpPr/>
            <p:nvPr/>
          </p:nvSpPr>
          <p:spPr>
            <a:xfrm>
              <a:off x="7419433" y="4093280"/>
              <a:ext cx="37950" cy="21109"/>
            </a:xfrm>
            <a:custGeom>
              <a:rect b="b" l="l" r="r" t="t"/>
              <a:pathLst>
                <a:path extrusionOk="0" h="465" w="836">
                  <a:moveTo>
                    <a:pt x="766" y="1"/>
                  </a:moveTo>
                  <a:cubicBezTo>
                    <a:pt x="719" y="1"/>
                    <a:pt x="673" y="24"/>
                    <a:pt x="673" y="70"/>
                  </a:cubicBezTo>
                  <a:cubicBezTo>
                    <a:pt x="650" y="232"/>
                    <a:pt x="279" y="302"/>
                    <a:pt x="93" y="302"/>
                  </a:cubicBezTo>
                  <a:cubicBezTo>
                    <a:pt x="47" y="302"/>
                    <a:pt x="1" y="348"/>
                    <a:pt x="24" y="395"/>
                  </a:cubicBezTo>
                  <a:cubicBezTo>
                    <a:pt x="24" y="418"/>
                    <a:pt x="47" y="464"/>
                    <a:pt x="93" y="464"/>
                  </a:cubicBezTo>
                  <a:cubicBezTo>
                    <a:pt x="163" y="464"/>
                    <a:pt x="766" y="418"/>
                    <a:pt x="812" y="93"/>
                  </a:cubicBezTo>
                  <a:cubicBezTo>
                    <a:pt x="835" y="47"/>
                    <a:pt x="812" y="24"/>
                    <a:pt x="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64"/>
            <p:cNvSpPr/>
            <p:nvPr/>
          </p:nvSpPr>
          <p:spPr>
            <a:xfrm>
              <a:off x="7258463" y="4136405"/>
              <a:ext cx="37950" cy="21109"/>
            </a:xfrm>
            <a:custGeom>
              <a:rect b="b" l="l" r="r" t="t"/>
              <a:pathLst>
                <a:path extrusionOk="0" h="465" w="836">
                  <a:moveTo>
                    <a:pt x="766" y="1"/>
                  </a:moveTo>
                  <a:cubicBezTo>
                    <a:pt x="719" y="1"/>
                    <a:pt x="673" y="24"/>
                    <a:pt x="673" y="70"/>
                  </a:cubicBezTo>
                  <a:cubicBezTo>
                    <a:pt x="650" y="233"/>
                    <a:pt x="256" y="302"/>
                    <a:pt x="94" y="302"/>
                  </a:cubicBezTo>
                  <a:cubicBezTo>
                    <a:pt x="47" y="302"/>
                    <a:pt x="1" y="348"/>
                    <a:pt x="1" y="372"/>
                  </a:cubicBezTo>
                  <a:cubicBezTo>
                    <a:pt x="1" y="415"/>
                    <a:pt x="42" y="459"/>
                    <a:pt x="86" y="464"/>
                  </a:cubicBezTo>
                  <a:lnTo>
                    <a:pt x="86" y="464"/>
                  </a:lnTo>
                  <a:cubicBezTo>
                    <a:pt x="202" y="459"/>
                    <a:pt x="746" y="401"/>
                    <a:pt x="812" y="93"/>
                  </a:cubicBezTo>
                  <a:cubicBezTo>
                    <a:pt x="835" y="70"/>
                    <a:pt x="789" y="24"/>
                    <a:pt x="766" y="1"/>
                  </a:cubicBezTo>
                  <a:close/>
                  <a:moveTo>
                    <a:pt x="86" y="464"/>
                  </a:moveTo>
                  <a:cubicBezTo>
                    <a:pt x="79" y="464"/>
                    <a:pt x="74" y="464"/>
                    <a:pt x="71" y="464"/>
                  </a:cubicBezTo>
                  <a:lnTo>
                    <a:pt x="94" y="464"/>
                  </a:lnTo>
                  <a:cubicBezTo>
                    <a:pt x="91" y="464"/>
                    <a:pt x="89" y="464"/>
                    <a:pt x="86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64"/>
            <p:cNvSpPr/>
            <p:nvPr/>
          </p:nvSpPr>
          <p:spPr>
            <a:xfrm>
              <a:off x="7231136" y="4175717"/>
              <a:ext cx="41082" cy="12302"/>
            </a:xfrm>
            <a:custGeom>
              <a:rect b="b" l="l" r="r" t="t"/>
              <a:pathLst>
                <a:path extrusionOk="0" h="271" w="905">
                  <a:moveTo>
                    <a:pt x="820" y="0"/>
                  </a:moveTo>
                  <a:cubicBezTo>
                    <a:pt x="800" y="0"/>
                    <a:pt x="779" y="11"/>
                    <a:pt x="765" y="39"/>
                  </a:cubicBezTo>
                  <a:cubicBezTo>
                    <a:pt x="728" y="85"/>
                    <a:pt x="645" y="102"/>
                    <a:pt x="547" y="102"/>
                  </a:cubicBezTo>
                  <a:cubicBezTo>
                    <a:pt x="403" y="102"/>
                    <a:pt x="227" y="66"/>
                    <a:pt x="116" y="39"/>
                  </a:cubicBezTo>
                  <a:cubicBezTo>
                    <a:pt x="104" y="32"/>
                    <a:pt x="91" y="29"/>
                    <a:pt x="80" y="29"/>
                  </a:cubicBezTo>
                  <a:cubicBezTo>
                    <a:pt x="48" y="29"/>
                    <a:pt x="24" y="51"/>
                    <a:pt x="24" y="85"/>
                  </a:cubicBezTo>
                  <a:cubicBezTo>
                    <a:pt x="0" y="131"/>
                    <a:pt x="24" y="154"/>
                    <a:pt x="70" y="178"/>
                  </a:cubicBezTo>
                  <a:cubicBezTo>
                    <a:pt x="209" y="224"/>
                    <a:pt x="371" y="247"/>
                    <a:pt x="533" y="270"/>
                  </a:cubicBezTo>
                  <a:cubicBezTo>
                    <a:pt x="649" y="270"/>
                    <a:pt x="788" y="224"/>
                    <a:pt x="881" y="108"/>
                  </a:cubicBezTo>
                  <a:cubicBezTo>
                    <a:pt x="904" y="85"/>
                    <a:pt x="904" y="39"/>
                    <a:pt x="858" y="15"/>
                  </a:cubicBezTo>
                  <a:cubicBezTo>
                    <a:pt x="848" y="6"/>
                    <a:pt x="835" y="0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64"/>
            <p:cNvSpPr/>
            <p:nvPr/>
          </p:nvSpPr>
          <p:spPr>
            <a:xfrm>
              <a:off x="7033351" y="3571059"/>
              <a:ext cx="33728" cy="29915"/>
            </a:xfrm>
            <a:custGeom>
              <a:rect b="b" l="l" r="r" t="t"/>
              <a:pathLst>
                <a:path extrusionOk="0" h="659" w="743">
                  <a:moveTo>
                    <a:pt x="649" y="1"/>
                  </a:moveTo>
                  <a:cubicBezTo>
                    <a:pt x="640" y="1"/>
                    <a:pt x="632" y="3"/>
                    <a:pt x="626" y="10"/>
                  </a:cubicBezTo>
                  <a:cubicBezTo>
                    <a:pt x="534" y="33"/>
                    <a:pt x="0" y="265"/>
                    <a:pt x="47" y="589"/>
                  </a:cubicBezTo>
                  <a:cubicBezTo>
                    <a:pt x="47" y="635"/>
                    <a:pt x="70" y="659"/>
                    <a:pt x="116" y="659"/>
                  </a:cubicBezTo>
                  <a:lnTo>
                    <a:pt x="140" y="659"/>
                  </a:lnTo>
                  <a:cubicBezTo>
                    <a:pt x="186" y="659"/>
                    <a:pt x="209" y="612"/>
                    <a:pt x="209" y="566"/>
                  </a:cubicBezTo>
                  <a:cubicBezTo>
                    <a:pt x="186" y="427"/>
                    <a:pt x="510" y="218"/>
                    <a:pt x="673" y="149"/>
                  </a:cubicBezTo>
                  <a:cubicBezTo>
                    <a:pt x="719" y="126"/>
                    <a:pt x="742" y="79"/>
                    <a:pt x="719" y="56"/>
                  </a:cubicBezTo>
                  <a:cubicBezTo>
                    <a:pt x="702" y="22"/>
                    <a:pt x="673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64"/>
            <p:cNvSpPr/>
            <p:nvPr/>
          </p:nvSpPr>
          <p:spPr>
            <a:xfrm>
              <a:off x="6978650" y="3576324"/>
              <a:ext cx="33683" cy="29915"/>
            </a:xfrm>
            <a:custGeom>
              <a:rect b="b" l="l" r="r" t="t"/>
              <a:pathLst>
                <a:path extrusionOk="0" h="659" w="742">
                  <a:moveTo>
                    <a:pt x="663" y="0"/>
                  </a:moveTo>
                  <a:cubicBezTo>
                    <a:pt x="651" y="0"/>
                    <a:pt x="639" y="3"/>
                    <a:pt x="626" y="10"/>
                  </a:cubicBezTo>
                  <a:cubicBezTo>
                    <a:pt x="557" y="33"/>
                    <a:pt x="0" y="265"/>
                    <a:pt x="47" y="589"/>
                  </a:cubicBezTo>
                  <a:cubicBezTo>
                    <a:pt x="47" y="635"/>
                    <a:pt x="93" y="658"/>
                    <a:pt x="139" y="658"/>
                  </a:cubicBezTo>
                  <a:lnTo>
                    <a:pt x="163" y="658"/>
                  </a:lnTo>
                  <a:cubicBezTo>
                    <a:pt x="209" y="658"/>
                    <a:pt x="232" y="612"/>
                    <a:pt x="232" y="566"/>
                  </a:cubicBezTo>
                  <a:cubicBezTo>
                    <a:pt x="209" y="427"/>
                    <a:pt x="533" y="218"/>
                    <a:pt x="696" y="149"/>
                  </a:cubicBezTo>
                  <a:cubicBezTo>
                    <a:pt x="742" y="125"/>
                    <a:pt x="742" y="79"/>
                    <a:pt x="742" y="56"/>
                  </a:cubicBezTo>
                  <a:cubicBezTo>
                    <a:pt x="725" y="22"/>
                    <a:pt x="696" y="0"/>
                    <a:pt x="6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64"/>
            <p:cNvSpPr/>
            <p:nvPr/>
          </p:nvSpPr>
          <p:spPr>
            <a:xfrm>
              <a:off x="7143796" y="3453350"/>
              <a:ext cx="35817" cy="24559"/>
            </a:xfrm>
            <a:custGeom>
              <a:rect b="b" l="l" r="r" t="t"/>
              <a:pathLst>
                <a:path extrusionOk="0" h="541" w="789">
                  <a:moveTo>
                    <a:pt x="720" y="1"/>
                  </a:moveTo>
                  <a:cubicBezTo>
                    <a:pt x="713" y="1"/>
                    <a:pt x="705" y="3"/>
                    <a:pt x="696" y="7"/>
                  </a:cubicBezTo>
                  <a:cubicBezTo>
                    <a:pt x="627" y="7"/>
                    <a:pt x="24" y="123"/>
                    <a:pt x="1" y="447"/>
                  </a:cubicBezTo>
                  <a:cubicBezTo>
                    <a:pt x="1" y="494"/>
                    <a:pt x="24" y="517"/>
                    <a:pt x="70" y="540"/>
                  </a:cubicBezTo>
                  <a:cubicBezTo>
                    <a:pt x="117" y="540"/>
                    <a:pt x="163" y="494"/>
                    <a:pt x="163" y="447"/>
                  </a:cubicBezTo>
                  <a:cubicBezTo>
                    <a:pt x="186" y="308"/>
                    <a:pt x="534" y="192"/>
                    <a:pt x="719" y="146"/>
                  </a:cubicBezTo>
                  <a:cubicBezTo>
                    <a:pt x="766" y="146"/>
                    <a:pt x="789" y="100"/>
                    <a:pt x="789" y="53"/>
                  </a:cubicBezTo>
                  <a:cubicBezTo>
                    <a:pt x="770" y="35"/>
                    <a:pt x="751" y="1"/>
                    <a:pt x="7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64"/>
            <p:cNvSpPr/>
            <p:nvPr/>
          </p:nvSpPr>
          <p:spPr>
            <a:xfrm>
              <a:off x="7130132" y="3492480"/>
              <a:ext cx="36588" cy="24332"/>
            </a:xfrm>
            <a:custGeom>
              <a:rect b="b" l="l" r="r" t="t"/>
              <a:pathLst>
                <a:path extrusionOk="0" h="536" w="806">
                  <a:moveTo>
                    <a:pt x="713" y="0"/>
                  </a:moveTo>
                  <a:cubicBezTo>
                    <a:pt x="708" y="0"/>
                    <a:pt x="702" y="1"/>
                    <a:pt x="696" y="3"/>
                  </a:cubicBezTo>
                  <a:cubicBezTo>
                    <a:pt x="626" y="3"/>
                    <a:pt x="24" y="118"/>
                    <a:pt x="1" y="443"/>
                  </a:cubicBezTo>
                  <a:cubicBezTo>
                    <a:pt x="1" y="489"/>
                    <a:pt x="24" y="512"/>
                    <a:pt x="70" y="536"/>
                  </a:cubicBezTo>
                  <a:cubicBezTo>
                    <a:pt x="116" y="536"/>
                    <a:pt x="163" y="489"/>
                    <a:pt x="163" y="443"/>
                  </a:cubicBezTo>
                  <a:cubicBezTo>
                    <a:pt x="163" y="304"/>
                    <a:pt x="534" y="188"/>
                    <a:pt x="719" y="165"/>
                  </a:cubicBezTo>
                  <a:cubicBezTo>
                    <a:pt x="806" y="143"/>
                    <a:pt x="791" y="0"/>
                    <a:pt x="7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64"/>
            <p:cNvSpPr/>
            <p:nvPr/>
          </p:nvSpPr>
          <p:spPr>
            <a:xfrm>
              <a:off x="7031262" y="3527934"/>
              <a:ext cx="33683" cy="26738"/>
            </a:xfrm>
            <a:custGeom>
              <a:rect b="b" l="l" r="r" t="t"/>
              <a:pathLst>
                <a:path extrusionOk="0" h="589" w="742">
                  <a:moveTo>
                    <a:pt x="672" y="0"/>
                  </a:moveTo>
                  <a:cubicBezTo>
                    <a:pt x="663" y="0"/>
                    <a:pt x="655" y="3"/>
                    <a:pt x="649" y="10"/>
                  </a:cubicBezTo>
                  <a:cubicBezTo>
                    <a:pt x="580" y="10"/>
                    <a:pt x="0" y="172"/>
                    <a:pt x="0" y="496"/>
                  </a:cubicBezTo>
                  <a:cubicBezTo>
                    <a:pt x="0" y="543"/>
                    <a:pt x="23" y="589"/>
                    <a:pt x="70" y="589"/>
                  </a:cubicBezTo>
                  <a:cubicBezTo>
                    <a:pt x="116" y="589"/>
                    <a:pt x="162" y="543"/>
                    <a:pt x="162" y="496"/>
                  </a:cubicBezTo>
                  <a:cubicBezTo>
                    <a:pt x="162" y="357"/>
                    <a:pt x="510" y="195"/>
                    <a:pt x="672" y="149"/>
                  </a:cubicBezTo>
                  <a:cubicBezTo>
                    <a:pt x="719" y="149"/>
                    <a:pt x="742" y="102"/>
                    <a:pt x="742" y="56"/>
                  </a:cubicBezTo>
                  <a:cubicBezTo>
                    <a:pt x="725" y="22"/>
                    <a:pt x="695" y="0"/>
                    <a:pt x="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3" name="Google Shape;1413;p64"/>
          <p:cNvSpPr/>
          <p:nvPr/>
        </p:nvSpPr>
        <p:spPr>
          <a:xfrm rot="10800000">
            <a:off x="8052180" y="-486814"/>
            <a:ext cx="1677215" cy="1743571"/>
          </a:xfrm>
          <a:custGeom>
            <a:rect b="b" l="l" r="r" t="t"/>
            <a:pathLst>
              <a:path extrusionOk="0" h="23838" w="22930">
                <a:moveTo>
                  <a:pt x="10033" y="3552"/>
                </a:moveTo>
                <a:cubicBezTo>
                  <a:pt x="10394" y="3552"/>
                  <a:pt x="10754" y="3595"/>
                  <a:pt x="11107" y="3687"/>
                </a:cubicBezTo>
                <a:cubicBezTo>
                  <a:pt x="12042" y="3940"/>
                  <a:pt x="12856" y="4501"/>
                  <a:pt x="13648" y="5050"/>
                </a:cubicBezTo>
                <a:cubicBezTo>
                  <a:pt x="15396" y="6282"/>
                  <a:pt x="17222" y="7569"/>
                  <a:pt x="18256" y="9438"/>
                </a:cubicBezTo>
                <a:cubicBezTo>
                  <a:pt x="19245" y="11220"/>
                  <a:pt x="19432" y="13342"/>
                  <a:pt x="18772" y="15267"/>
                </a:cubicBezTo>
                <a:cubicBezTo>
                  <a:pt x="17627" y="18557"/>
                  <a:pt x="14545" y="20421"/>
                  <a:pt x="11445" y="20421"/>
                </a:cubicBezTo>
                <a:cubicBezTo>
                  <a:pt x="9396" y="20421"/>
                  <a:pt x="7339" y="19606"/>
                  <a:pt x="5829" y="17851"/>
                </a:cubicBezTo>
                <a:cubicBezTo>
                  <a:pt x="3618" y="15267"/>
                  <a:pt x="3211" y="11418"/>
                  <a:pt x="4399" y="8229"/>
                </a:cubicBezTo>
                <a:cubicBezTo>
                  <a:pt x="4916" y="6843"/>
                  <a:pt x="5741" y="5534"/>
                  <a:pt x="6917" y="4643"/>
                </a:cubicBezTo>
                <a:cubicBezTo>
                  <a:pt x="7814" y="3963"/>
                  <a:pt x="8923" y="3552"/>
                  <a:pt x="10033" y="3552"/>
                </a:cubicBezTo>
                <a:close/>
                <a:moveTo>
                  <a:pt x="9654" y="0"/>
                </a:moveTo>
                <a:cubicBezTo>
                  <a:pt x="8089" y="0"/>
                  <a:pt x="6510" y="586"/>
                  <a:pt x="5246" y="1542"/>
                </a:cubicBezTo>
                <a:cubicBezTo>
                  <a:pt x="3574" y="2807"/>
                  <a:pt x="2420" y="4643"/>
                  <a:pt x="1683" y="6601"/>
                </a:cubicBezTo>
                <a:cubicBezTo>
                  <a:pt x="0" y="11110"/>
                  <a:pt x="572" y="16553"/>
                  <a:pt x="3706" y="20204"/>
                </a:cubicBezTo>
                <a:cubicBezTo>
                  <a:pt x="5838" y="22686"/>
                  <a:pt x="8743" y="23837"/>
                  <a:pt x="11638" y="23837"/>
                </a:cubicBezTo>
                <a:cubicBezTo>
                  <a:pt x="16017" y="23837"/>
                  <a:pt x="20373" y="21205"/>
                  <a:pt x="21995" y="16564"/>
                </a:cubicBezTo>
                <a:cubicBezTo>
                  <a:pt x="22929" y="13837"/>
                  <a:pt x="22665" y="10835"/>
                  <a:pt x="21269" y="8317"/>
                </a:cubicBezTo>
                <a:cubicBezTo>
                  <a:pt x="19795" y="5677"/>
                  <a:pt x="17222" y="3852"/>
                  <a:pt x="14747" y="2114"/>
                </a:cubicBezTo>
                <a:cubicBezTo>
                  <a:pt x="13626" y="1333"/>
                  <a:pt x="12471" y="542"/>
                  <a:pt x="11151" y="190"/>
                </a:cubicBezTo>
                <a:cubicBezTo>
                  <a:pt x="10661" y="61"/>
                  <a:pt x="10158" y="0"/>
                  <a:pt x="965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64"/>
          <p:cNvSpPr/>
          <p:nvPr/>
        </p:nvSpPr>
        <p:spPr>
          <a:xfrm rot="-2870085">
            <a:off x="7099012" y="4295224"/>
            <a:ext cx="2663517" cy="2918984"/>
          </a:xfrm>
          <a:custGeom>
            <a:rect b="b" l="l" r="r" t="t"/>
            <a:pathLst>
              <a:path extrusionOk="0" h="24189" w="22072">
                <a:moveTo>
                  <a:pt x="16469" y="3354"/>
                </a:moveTo>
                <a:cubicBezTo>
                  <a:pt x="16617" y="3354"/>
                  <a:pt x="16766" y="3368"/>
                  <a:pt x="16914" y="3398"/>
                </a:cubicBezTo>
                <a:cubicBezTo>
                  <a:pt x="18354" y="3684"/>
                  <a:pt x="19135" y="5268"/>
                  <a:pt x="19366" y="6720"/>
                </a:cubicBezTo>
                <a:cubicBezTo>
                  <a:pt x="20070" y="11118"/>
                  <a:pt x="17607" y="17497"/>
                  <a:pt x="14461" y="20609"/>
                </a:cubicBezTo>
                <a:cubicBezTo>
                  <a:pt x="13267" y="21797"/>
                  <a:pt x="10170" y="22692"/>
                  <a:pt x="7476" y="22692"/>
                </a:cubicBezTo>
                <a:cubicBezTo>
                  <a:pt x="5682" y="22692"/>
                  <a:pt x="4066" y="22295"/>
                  <a:pt x="3310" y="21324"/>
                </a:cubicBezTo>
                <a:cubicBezTo>
                  <a:pt x="2430" y="20180"/>
                  <a:pt x="3024" y="18442"/>
                  <a:pt x="4080" y="17442"/>
                </a:cubicBezTo>
                <a:cubicBezTo>
                  <a:pt x="5125" y="16452"/>
                  <a:pt x="6532" y="15924"/>
                  <a:pt x="7698" y="15055"/>
                </a:cubicBezTo>
                <a:cubicBezTo>
                  <a:pt x="10370" y="13076"/>
                  <a:pt x="11481" y="9689"/>
                  <a:pt x="12867" y="6654"/>
                </a:cubicBezTo>
                <a:cubicBezTo>
                  <a:pt x="13252" y="5807"/>
                  <a:pt x="13692" y="4949"/>
                  <a:pt x="14362" y="4289"/>
                </a:cubicBezTo>
                <a:cubicBezTo>
                  <a:pt x="14926" y="3744"/>
                  <a:pt x="15691" y="3354"/>
                  <a:pt x="16469" y="3354"/>
                </a:cubicBezTo>
                <a:close/>
                <a:moveTo>
                  <a:pt x="17568" y="1"/>
                </a:moveTo>
                <a:cubicBezTo>
                  <a:pt x="16594" y="1"/>
                  <a:pt x="15635" y="484"/>
                  <a:pt x="14923" y="1177"/>
                </a:cubicBezTo>
                <a:cubicBezTo>
                  <a:pt x="14087" y="2002"/>
                  <a:pt x="13538" y="3068"/>
                  <a:pt x="13054" y="4135"/>
                </a:cubicBezTo>
                <a:cubicBezTo>
                  <a:pt x="11327" y="7929"/>
                  <a:pt x="9931" y="12174"/>
                  <a:pt x="6587" y="14648"/>
                </a:cubicBezTo>
                <a:cubicBezTo>
                  <a:pt x="5125" y="15726"/>
                  <a:pt x="3376" y="16386"/>
                  <a:pt x="2057" y="17640"/>
                </a:cubicBezTo>
                <a:cubicBezTo>
                  <a:pt x="737" y="18882"/>
                  <a:pt x="0" y="21060"/>
                  <a:pt x="1100" y="22478"/>
                </a:cubicBezTo>
                <a:cubicBezTo>
                  <a:pt x="2046" y="23692"/>
                  <a:pt x="4068" y="24189"/>
                  <a:pt x="6314" y="24189"/>
                </a:cubicBezTo>
                <a:cubicBezTo>
                  <a:pt x="9682" y="24189"/>
                  <a:pt x="13553" y="23072"/>
                  <a:pt x="15044" y="21588"/>
                </a:cubicBezTo>
                <a:cubicBezTo>
                  <a:pt x="18981" y="17684"/>
                  <a:pt x="22071" y="9711"/>
                  <a:pt x="21192" y="4212"/>
                </a:cubicBezTo>
                <a:cubicBezTo>
                  <a:pt x="20906" y="2398"/>
                  <a:pt x="19927" y="407"/>
                  <a:pt x="18123" y="55"/>
                </a:cubicBezTo>
                <a:cubicBezTo>
                  <a:pt x="17939" y="18"/>
                  <a:pt x="17753" y="1"/>
                  <a:pt x="17568" y="1"/>
                </a:cubicBezTo>
                <a:close/>
              </a:path>
            </a:pathLst>
          </a:custGeom>
          <a:solidFill>
            <a:schemeClr val="accent5"/>
          </a:solidFill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5" name="Google Shape;1415;p64"/>
          <p:cNvGrpSpPr/>
          <p:nvPr/>
        </p:nvGrpSpPr>
        <p:grpSpPr>
          <a:xfrm rot="8100000">
            <a:off x="515322" y="1331674"/>
            <a:ext cx="595381" cy="520392"/>
            <a:chOff x="15257378" y="1257889"/>
            <a:chExt cx="595387" cy="520397"/>
          </a:xfrm>
        </p:grpSpPr>
        <p:sp>
          <p:nvSpPr>
            <p:cNvPr id="1416" name="Google Shape;1416;p64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64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64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64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64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64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64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64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64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64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64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64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8" name="Google Shape;1428;p64"/>
          <p:cNvGrpSpPr/>
          <p:nvPr/>
        </p:nvGrpSpPr>
        <p:grpSpPr>
          <a:xfrm rot="2081187">
            <a:off x="3399981" y="4370627"/>
            <a:ext cx="595403" cy="520411"/>
            <a:chOff x="15257378" y="1257889"/>
            <a:chExt cx="595387" cy="520397"/>
          </a:xfrm>
        </p:grpSpPr>
        <p:sp>
          <p:nvSpPr>
            <p:cNvPr id="1429" name="Google Shape;1429;p64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64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64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64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64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64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64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64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64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64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64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64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65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Summary: patterns and stationarity</a:t>
            </a:r>
            <a:endParaRPr/>
          </a:p>
        </p:txBody>
      </p:sp>
      <p:sp>
        <p:nvSpPr>
          <p:cNvPr id="1446" name="Google Shape;1446;p65"/>
          <p:cNvSpPr txBox="1"/>
          <p:nvPr>
            <p:ph idx="1" type="subTitle"/>
          </p:nvPr>
        </p:nvSpPr>
        <p:spPr>
          <a:xfrm>
            <a:off x="1106875" y="1714025"/>
            <a:ext cx="32004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GB"/>
              <a:t>Main temporal patterns. </a:t>
            </a:r>
            <a:r>
              <a:rPr lang="en-GB"/>
              <a:t>A strong yearly temperature cycle (warmest Aug, coolest Feb; seasonal strength 0.93) and only a weak trend: +0.18 °C/yr daily, but not supported by yearly means (p = 0.28). Rain is zero-inflated, 92% falls Nov–Mar, and annual totals fell from 367 to 68 mm.</a:t>
            </a:r>
            <a:endParaRPr/>
          </a:p>
        </p:txBody>
      </p:sp>
      <p:sp>
        <p:nvSpPr>
          <p:cNvPr id="1447" name="Google Shape;1447;p65"/>
          <p:cNvSpPr txBox="1"/>
          <p:nvPr>
            <p:ph idx="2" type="subTitle"/>
          </p:nvPr>
        </p:nvSpPr>
        <p:spPr>
          <a:xfrm>
            <a:off x="4836725" y="1714025"/>
            <a:ext cx="32004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GB"/>
              <a:t>Is it stationary? </a:t>
            </a:r>
            <a:r>
              <a:rPr lang="en-GB"/>
              <a:t>Raw temperature: no. ADF cannot reject a unit root (p = 0.19) because the mean follows the season. ADF passes but KPSS still rejects (slow level drift); differencing fixes both. Rain passes ADF but fails KPSS, so model it separately.</a:t>
            </a:r>
            <a:endParaRPr/>
          </a:p>
        </p:txBody>
      </p:sp>
      <p:grpSp>
        <p:nvGrpSpPr>
          <p:cNvPr id="1448" name="Google Shape;1448;p65"/>
          <p:cNvGrpSpPr/>
          <p:nvPr/>
        </p:nvGrpSpPr>
        <p:grpSpPr>
          <a:xfrm flipH="1">
            <a:off x="4090541" y="3787883"/>
            <a:ext cx="962923" cy="1009672"/>
            <a:chOff x="6828211" y="3369506"/>
            <a:chExt cx="806942" cy="846117"/>
          </a:xfrm>
        </p:grpSpPr>
        <p:sp>
          <p:nvSpPr>
            <p:cNvPr id="1449" name="Google Shape;1449;p65"/>
            <p:cNvSpPr/>
            <p:nvPr/>
          </p:nvSpPr>
          <p:spPr>
            <a:xfrm>
              <a:off x="6828211" y="3369506"/>
              <a:ext cx="806942" cy="846117"/>
            </a:xfrm>
            <a:custGeom>
              <a:rect b="b" l="l" r="r" t="t"/>
              <a:pathLst>
                <a:path extrusionOk="0" h="18639" w="17776">
                  <a:moveTo>
                    <a:pt x="11912" y="0"/>
                  </a:moveTo>
                  <a:cubicBezTo>
                    <a:pt x="11912" y="0"/>
                    <a:pt x="0" y="1576"/>
                    <a:pt x="1113" y="10313"/>
                  </a:cubicBezTo>
                  <a:cubicBezTo>
                    <a:pt x="1737" y="15239"/>
                    <a:pt x="5380" y="18639"/>
                    <a:pt x="9442" y="18639"/>
                  </a:cubicBezTo>
                  <a:cubicBezTo>
                    <a:pt x="12318" y="18639"/>
                    <a:pt x="15403" y="16935"/>
                    <a:pt x="17776" y="12862"/>
                  </a:cubicBezTo>
                  <a:lnTo>
                    <a:pt x="17776" y="12862"/>
                  </a:lnTo>
                  <a:cubicBezTo>
                    <a:pt x="17776" y="12862"/>
                    <a:pt x="16919" y="12941"/>
                    <a:pt x="15721" y="12941"/>
                  </a:cubicBezTo>
                  <a:cubicBezTo>
                    <a:pt x="13430" y="12941"/>
                    <a:pt x="9894" y="12652"/>
                    <a:pt x="8737" y="10962"/>
                  </a:cubicBezTo>
                  <a:cubicBezTo>
                    <a:pt x="6675" y="7926"/>
                    <a:pt x="11912" y="0"/>
                    <a:pt x="11912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196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65"/>
            <p:cNvSpPr/>
            <p:nvPr/>
          </p:nvSpPr>
          <p:spPr>
            <a:xfrm>
              <a:off x="6828211" y="3369506"/>
              <a:ext cx="806942" cy="846117"/>
            </a:xfrm>
            <a:custGeom>
              <a:rect b="b" l="l" r="r" t="t"/>
              <a:pathLst>
                <a:path extrusionOk="0" h="18639" w="17776">
                  <a:moveTo>
                    <a:pt x="11912" y="0"/>
                  </a:moveTo>
                  <a:cubicBezTo>
                    <a:pt x="11912" y="0"/>
                    <a:pt x="0" y="1576"/>
                    <a:pt x="1113" y="10313"/>
                  </a:cubicBezTo>
                  <a:cubicBezTo>
                    <a:pt x="1737" y="15239"/>
                    <a:pt x="5380" y="18639"/>
                    <a:pt x="9442" y="18639"/>
                  </a:cubicBezTo>
                  <a:cubicBezTo>
                    <a:pt x="12318" y="18639"/>
                    <a:pt x="15403" y="16935"/>
                    <a:pt x="17776" y="12862"/>
                  </a:cubicBezTo>
                  <a:lnTo>
                    <a:pt x="17776" y="12862"/>
                  </a:lnTo>
                  <a:cubicBezTo>
                    <a:pt x="17776" y="12862"/>
                    <a:pt x="16919" y="12941"/>
                    <a:pt x="15721" y="12941"/>
                  </a:cubicBezTo>
                  <a:cubicBezTo>
                    <a:pt x="13430" y="12941"/>
                    <a:pt x="9894" y="12652"/>
                    <a:pt x="8737" y="10962"/>
                  </a:cubicBezTo>
                  <a:cubicBezTo>
                    <a:pt x="6675" y="7926"/>
                    <a:pt x="11912" y="0"/>
                    <a:pt x="119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65"/>
            <p:cNvSpPr/>
            <p:nvPr/>
          </p:nvSpPr>
          <p:spPr>
            <a:xfrm>
              <a:off x="7019414" y="3784006"/>
              <a:ext cx="65550" cy="79986"/>
            </a:xfrm>
            <a:custGeom>
              <a:rect b="b" l="l" r="r" t="t"/>
              <a:pathLst>
                <a:path extrusionOk="0" h="1762" w="1444">
                  <a:moveTo>
                    <a:pt x="1258" y="0"/>
                  </a:moveTo>
                  <a:cubicBezTo>
                    <a:pt x="1211" y="0"/>
                    <a:pt x="1165" y="23"/>
                    <a:pt x="1188" y="70"/>
                  </a:cubicBezTo>
                  <a:cubicBezTo>
                    <a:pt x="1211" y="394"/>
                    <a:pt x="1234" y="1275"/>
                    <a:pt x="1026" y="1530"/>
                  </a:cubicBezTo>
                  <a:cubicBezTo>
                    <a:pt x="980" y="1553"/>
                    <a:pt x="956" y="1576"/>
                    <a:pt x="910" y="1576"/>
                  </a:cubicBezTo>
                  <a:cubicBezTo>
                    <a:pt x="901" y="1577"/>
                    <a:pt x="892" y="1578"/>
                    <a:pt x="883" y="1578"/>
                  </a:cubicBezTo>
                  <a:cubicBezTo>
                    <a:pt x="591" y="1578"/>
                    <a:pt x="303" y="867"/>
                    <a:pt x="168" y="417"/>
                  </a:cubicBezTo>
                  <a:cubicBezTo>
                    <a:pt x="160" y="382"/>
                    <a:pt x="130" y="367"/>
                    <a:pt x="100" y="367"/>
                  </a:cubicBezTo>
                  <a:cubicBezTo>
                    <a:pt x="52" y="367"/>
                    <a:pt x="1" y="406"/>
                    <a:pt x="29" y="464"/>
                  </a:cubicBezTo>
                  <a:cubicBezTo>
                    <a:pt x="53" y="603"/>
                    <a:pt x="377" y="1761"/>
                    <a:pt x="887" y="1761"/>
                  </a:cubicBezTo>
                  <a:lnTo>
                    <a:pt x="933" y="1761"/>
                  </a:lnTo>
                  <a:cubicBezTo>
                    <a:pt x="1003" y="1738"/>
                    <a:pt x="1072" y="1715"/>
                    <a:pt x="1142" y="1646"/>
                  </a:cubicBezTo>
                  <a:cubicBezTo>
                    <a:pt x="1443" y="1298"/>
                    <a:pt x="1327" y="185"/>
                    <a:pt x="1327" y="70"/>
                  </a:cubicBezTo>
                  <a:cubicBezTo>
                    <a:pt x="1327" y="23"/>
                    <a:pt x="1304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65"/>
            <p:cNvSpPr/>
            <p:nvPr/>
          </p:nvSpPr>
          <p:spPr>
            <a:xfrm>
              <a:off x="7151014" y="3746873"/>
              <a:ext cx="65414" cy="80304"/>
            </a:xfrm>
            <a:custGeom>
              <a:rect b="b" l="l" r="r" t="t"/>
              <a:pathLst>
                <a:path extrusionOk="0" h="1769" w="1441">
                  <a:moveTo>
                    <a:pt x="1258" y="0"/>
                  </a:moveTo>
                  <a:cubicBezTo>
                    <a:pt x="1217" y="0"/>
                    <a:pt x="1173" y="36"/>
                    <a:pt x="1186" y="100"/>
                  </a:cubicBezTo>
                  <a:cubicBezTo>
                    <a:pt x="1209" y="401"/>
                    <a:pt x="1232" y="1282"/>
                    <a:pt x="1001" y="1537"/>
                  </a:cubicBezTo>
                  <a:cubicBezTo>
                    <a:pt x="977" y="1560"/>
                    <a:pt x="954" y="1583"/>
                    <a:pt x="908" y="1606"/>
                  </a:cubicBezTo>
                  <a:cubicBezTo>
                    <a:pt x="903" y="1606"/>
                    <a:pt x="898" y="1607"/>
                    <a:pt x="894" y="1607"/>
                  </a:cubicBezTo>
                  <a:cubicBezTo>
                    <a:pt x="597" y="1607"/>
                    <a:pt x="303" y="903"/>
                    <a:pt x="166" y="447"/>
                  </a:cubicBezTo>
                  <a:cubicBezTo>
                    <a:pt x="157" y="399"/>
                    <a:pt x="122" y="379"/>
                    <a:pt x="89" y="379"/>
                  </a:cubicBezTo>
                  <a:cubicBezTo>
                    <a:pt x="44" y="379"/>
                    <a:pt x="0" y="417"/>
                    <a:pt x="27" y="470"/>
                  </a:cubicBezTo>
                  <a:cubicBezTo>
                    <a:pt x="50" y="610"/>
                    <a:pt x="375" y="1768"/>
                    <a:pt x="885" y="1768"/>
                  </a:cubicBezTo>
                  <a:lnTo>
                    <a:pt x="908" y="1768"/>
                  </a:lnTo>
                  <a:cubicBezTo>
                    <a:pt x="1001" y="1768"/>
                    <a:pt x="1070" y="1722"/>
                    <a:pt x="1140" y="1652"/>
                  </a:cubicBezTo>
                  <a:cubicBezTo>
                    <a:pt x="1441" y="1305"/>
                    <a:pt x="1325" y="192"/>
                    <a:pt x="1325" y="76"/>
                  </a:cubicBezTo>
                  <a:cubicBezTo>
                    <a:pt x="1325" y="24"/>
                    <a:pt x="1292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65"/>
            <p:cNvSpPr/>
            <p:nvPr/>
          </p:nvSpPr>
          <p:spPr>
            <a:xfrm>
              <a:off x="7123822" y="3851326"/>
              <a:ext cx="53702" cy="64189"/>
            </a:xfrm>
            <a:custGeom>
              <a:rect b="b" l="l" r="r" t="t"/>
              <a:pathLst>
                <a:path extrusionOk="0" h="1414" w="1183">
                  <a:moveTo>
                    <a:pt x="1113" y="0"/>
                  </a:moveTo>
                  <a:cubicBezTo>
                    <a:pt x="1067" y="0"/>
                    <a:pt x="1020" y="23"/>
                    <a:pt x="1020" y="70"/>
                  </a:cubicBezTo>
                  <a:cubicBezTo>
                    <a:pt x="997" y="672"/>
                    <a:pt x="881" y="1229"/>
                    <a:pt x="789" y="1252"/>
                  </a:cubicBezTo>
                  <a:cubicBezTo>
                    <a:pt x="787" y="1252"/>
                    <a:pt x="784" y="1253"/>
                    <a:pt x="782" y="1253"/>
                  </a:cubicBezTo>
                  <a:cubicBezTo>
                    <a:pt x="702" y="1253"/>
                    <a:pt x="411" y="865"/>
                    <a:pt x="163" y="302"/>
                  </a:cubicBezTo>
                  <a:cubicBezTo>
                    <a:pt x="163" y="255"/>
                    <a:pt x="116" y="255"/>
                    <a:pt x="70" y="255"/>
                  </a:cubicBezTo>
                  <a:cubicBezTo>
                    <a:pt x="24" y="278"/>
                    <a:pt x="1" y="325"/>
                    <a:pt x="24" y="371"/>
                  </a:cubicBezTo>
                  <a:cubicBezTo>
                    <a:pt x="209" y="765"/>
                    <a:pt x="534" y="1414"/>
                    <a:pt x="812" y="1414"/>
                  </a:cubicBezTo>
                  <a:lnTo>
                    <a:pt x="858" y="1414"/>
                  </a:lnTo>
                  <a:cubicBezTo>
                    <a:pt x="1113" y="1321"/>
                    <a:pt x="1182" y="441"/>
                    <a:pt x="1182" y="70"/>
                  </a:cubicBezTo>
                  <a:cubicBezTo>
                    <a:pt x="1182" y="23"/>
                    <a:pt x="1159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65"/>
            <p:cNvSpPr/>
            <p:nvPr/>
          </p:nvSpPr>
          <p:spPr>
            <a:xfrm>
              <a:off x="6997579" y="3860768"/>
              <a:ext cx="50525" cy="49526"/>
            </a:xfrm>
            <a:custGeom>
              <a:rect b="b" l="l" r="r" t="t"/>
              <a:pathLst>
                <a:path extrusionOk="0" h="1091" w="1113">
                  <a:moveTo>
                    <a:pt x="557" y="1"/>
                  </a:moveTo>
                  <a:cubicBezTo>
                    <a:pt x="255" y="1"/>
                    <a:pt x="1" y="256"/>
                    <a:pt x="1" y="557"/>
                  </a:cubicBezTo>
                  <a:cubicBezTo>
                    <a:pt x="1" y="858"/>
                    <a:pt x="255" y="1090"/>
                    <a:pt x="557" y="1090"/>
                  </a:cubicBezTo>
                  <a:cubicBezTo>
                    <a:pt x="858" y="1090"/>
                    <a:pt x="1113" y="858"/>
                    <a:pt x="1113" y="557"/>
                  </a:cubicBezTo>
                  <a:cubicBezTo>
                    <a:pt x="1113" y="256"/>
                    <a:pt x="858" y="1"/>
                    <a:pt x="557" y="1"/>
                  </a:cubicBezTo>
                  <a:close/>
                </a:path>
              </a:pathLst>
            </a:custGeom>
            <a:solidFill>
              <a:srgbClr val="FF9A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65"/>
            <p:cNvSpPr/>
            <p:nvPr/>
          </p:nvSpPr>
          <p:spPr>
            <a:xfrm>
              <a:off x="7083830" y="3477455"/>
              <a:ext cx="33728" cy="26738"/>
            </a:xfrm>
            <a:custGeom>
              <a:rect b="b" l="l" r="r" t="t"/>
              <a:pathLst>
                <a:path extrusionOk="0" h="589" w="743">
                  <a:moveTo>
                    <a:pt x="683" y="0"/>
                  </a:moveTo>
                  <a:cubicBezTo>
                    <a:pt x="673" y="0"/>
                    <a:pt x="662" y="3"/>
                    <a:pt x="650" y="9"/>
                  </a:cubicBezTo>
                  <a:cubicBezTo>
                    <a:pt x="580" y="9"/>
                    <a:pt x="1" y="195"/>
                    <a:pt x="1" y="519"/>
                  </a:cubicBezTo>
                  <a:cubicBezTo>
                    <a:pt x="1" y="542"/>
                    <a:pt x="47" y="588"/>
                    <a:pt x="70" y="588"/>
                  </a:cubicBezTo>
                  <a:cubicBezTo>
                    <a:pt x="117" y="588"/>
                    <a:pt x="163" y="542"/>
                    <a:pt x="163" y="519"/>
                  </a:cubicBezTo>
                  <a:cubicBezTo>
                    <a:pt x="163" y="357"/>
                    <a:pt x="511" y="195"/>
                    <a:pt x="696" y="148"/>
                  </a:cubicBezTo>
                  <a:cubicBezTo>
                    <a:pt x="719" y="148"/>
                    <a:pt x="743" y="102"/>
                    <a:pt x="743" y="55"/>
                  </a:cubicBezTo>
                  <a:cubicBezTo>
                    <a:pt x="726" y="22"/>
                    <a:pt x="709" y="0"/>
                    <a:pt x="6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65"/>
            <p:cNvSpPr/>
            <p:nvPr/>
          </p:nvSpPr>
          <p:spPr>
            <a:xfrm>
              <a:off x="7085963" y="3520580"/>
              <a:ext cx="34773" cy="26738"/>
            </a:xfrm>
            <a:custGeom>
              <a:rect b="b" l="l" r="r" t="t"/>
              <a:pathLst>
                <a:path extrusionOk="0" h="589" w="766">
                  <a:moveTo>
                    <a:pt x="686" y="0"/>
                  </a:moveTo>
                  <a:cubicBezTo>
                    <a:pt x="674" y="0"/>
                    <a:pt x="662" y="3"/>
                    <a:pt x="649" y="9"/>
                  </a:cubicBezTo>
                  <a:cubicBezTo>
                    <a:pt x="580" y="32"/>
                    <a:pt x="0" y="195"/>
                    <a:pt x="0" y="519"/>
                  </a:cubicBezTo>
                  <a:cubicBezTo>
                    <a:pt x="0" y="542"/>
                    <a:pt x="47" y="589"/>
                    <a:pt x="93" y="589"/>
                  </a:cubicBezTo>
                  <a:cubicBezTo>
                    <a:pt x="139" y="589"/>
                    <a:pt x="162" y="565"/>
                    <a:pt x="162" y="519"/>
                  </a:cubicBezTo>
                  <a:cubicBezTo>
                    <a:pt x="162" y="357"/>
                    <a:pt x="510" y="195"/>
                    <a:pt x="696" y="148"/>
                  </a:cubicBezTo>
                  <a:cubicBezTo>
                    <a:pt x="742" y="148"/>
                    <a:pt x="765" y="102"/>
                    <a:pt x="742" y="56"/>
                  </a:cubicBezTo>
                  <a:cubicBezTo>
                    <a:pt x="742" y="22"/>
                    <a:pt x="717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65"/>
            <p:cNvSpPr/>
            <p:nvPr/>
          </p:nvSpPr>
          <p:spPr>
            <a:xfrm>
              <a:off x="7305810" y="4149025"/>
              <a:ext cx="37950" cy="21109"/>
            </a:xfrm>
            <a:custGeom>
              <a:rect b="b" l="l" r="r" t="t"/>
              <a:pathLst>
                <a:path extrusionOk="0" h="465" w="836">
                  <a:moveTo>
                    <a:pt x="766" y="1"/>
                  </a:moveTo>
                  <a:cubicBezTo>
                    <a:pt x="719" y="1"/>
                    <a:pt x="673" y="24"/>
                    <a:pt x="673" y="70"/>
                  </a:cubicBezTo>
                  <a:cubicBezTo>
                    <a:pt x="650" y="233"/>
                    <a:pt x="256" y="302"/>
                    <a:pt x="94" y="302"/>
                  </a:cubicBezTo>
                  <a:cubicBezTo>
                    <a:pt x="47" y="302"/>
                    <a:pt x="1" y="325"/>
                    <a:pt x="24" y="372"/>
                  </a:cubicBezTo>
                  <a:cubicBezTo>
                    <a:pt x="24" y="418"/>
                    <a:pt x="47" y="464"/>
                    <a:pt x="94" y="464"/>
                  </a:cubicBezTo>
                  <a:cubicBezTo>
                    <a:pt x="163" y="464"/>
                    <a:pt x="766" y="418"/>
                    <a:pt x="835" y="94"/>
                  </a:cubicBezTo>
                  <a:cubicBezTo>
                    <a:pt x="835" y="47"/>
                    <a:pt x="812" y="24"/>
                    <a:pt x="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65"/>
            <p:cNvSpPr/>
            <p:nvPr/>
          </p:nvSpPr>
          <p:spPr>
            <a:xfrm>
              <a:off x="7354201" y="4103403"/>
              <a:ext cx="37950" cy="20428"/>
            </a:xfrm>
            <a:custGeom>
              <a:rect b="b" l="l" r="r" t="t"/>
              <a:pathLst>
                <a:path extrusionOk="0" h="450" w="836">
                  <a:moveTo>
                    <a:pt x="729" y="0"/>
                  </a:moveTo>
                  <a:cubicBezTo>
                    <a:pt x="698" y="0"/>
                    <a:pt x="673" y="22"/>
                    <a:pt x="673" y="56"/>
                  </a:cubicBezTo>
                  <a:cubicBezTo>
                    <a:pt x="650" y="218"/>
                    <a:pt x="256" y="287"/>
                    <a:pt x="94" y="287"/>
                  </a:cubicBezTo>
                  <a:cubicBezTo>
                    <a:pt x="2" y="310"/>
                    <a:pt x="1" y="424"/>
                    <a:pt x="91" y="449"/>
                  </a:cubicBezTo>
                  <a:lnTo>
                    <a:pt x="91" y="449"/>
                  </a:lnTo>
                  <a:cubicBezTo>
                    <a:pt x="218" y="442"/>
                    <a:pt x="747" y="383"/>
                    <a:pt x="812" y="102"/>
                  </a:cubicBezTo>
                  <a:cubicBezTo>
                    <a:pt x="835" y="56"/>
                    <a:pt x="789" y="9"/>
                    <a:pt x="766" y="9"/>
                  </a:cubicBezTo>
                  <a:cubicBezTo>
                    <a:pt x="753" y="3"/>
                    <a:pt x="741" y="0"/>
                    <a:pt x="729" y="0"/>
                  </a:cubicBezTo>
                  <a:close/>
                  <a:moveTo>
                    <a:pt x="91" y="449"/>
                  </a:moveTo>
                  <a:cubicBezTo>
                    <a:pt x="82" y="449"/>
                    <a:pt x="75" y="450"/>
                    <a:pt x="70" y="450"/>
                  </a:cubicBezTo>
                  <a:lnTo>
                    <a:pt x="94" y="450"/>
                  </a:lnTo>
                  <a:cubicBezTo>
                    <a:pt x="93" y="449"/>
                    <a:pt x="92" y="449"/>
                    <a:pt x="91" y="4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65"/>
            <p:cNvSpPr/>
            <p:nvPr/>
          </p:nvSpPr>
          <p:spPr>
            <a:xfrm>
              <a:off x="7372087" y="4136587"/>
              <a:ext cx="37950" cy="20927"/>
            </a:xfrm>
            <a:custGeom>
              <a:rect b="b" l="l" r="r" t="t"/>
              <a:pathLst>
                <a:path extrusionOk="0" h="461" w="836">
                  <a:moveTo>
                    <a:pt x="726" y="1"/>
                  </a:moveTo>
                  <a:cubicBezTo>
                    <a:pt x="694" y="1"/>
                    <a:pt x="666" y="34"/>
                    <a:pt x="650" y="66"/>
                  </a:cubicBezTo>
                  <a:cubicBezTo>
                    <a:pt x="627" y="229"/>
                    <a:pt x="256" y="298"/>
                    <a:pt x="70" y="298"/>
                  </a:cubicBezTo>
                  <a:cubicBezTo>
                    <a:pt x="24" y="298"/>
                    <a:pt x="1" y="321"/>
                    <a:pt x="1" y="368"/>
                  </a:cubicBezTo>
                  <a:cubicBezTo>
                    <a:pt x="1" y="414"/>
                    <a:pt x="24" y="460"/>
                    <a:pt x="70" y="460"/>
                  </a:cubicBezTo>
                  <a:lnTo>
                    <a:pt x="94" y="460"/>
                  </a:lnTo>
                  <a:cubicBezTo>
                    <a:pt x="163" y="460"/>
                    <a:pt x="766" y="414"/>
                    <a:pt x="835" y="113"/>
                  </a:cubicBezTo>
                  <a:cubicBezTo>
                    <a:pt x="835" y="66"/>
                    <a:pt x="812" y="20"/>
                    <a:pt x="766" y="20"/>
                  </a:cubicBezTo>
                  <a:cubicBezTo>
                    <a:pt x="752" y="6"/>
                    <a:pt x="739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65"/>
            <p:cNvSpPr/>
            <p:nvPr/>
          </p:nvSpPr>
          <p:spPr>
            <a:xfrm>
              <a:off x="7419433" y="4093280"/>
              <a:ext cx="37950" cy="21109"/>
            </a:xfrm>
            <a:custGeom>
              <a:rect b="b" l="l" r="r" t="t"/>
              <a:pathLst>
                <a:path extrusionOk="0" h="465" w="836">
                  <a:moveTo>
                    <a:pt x="766" y="1"/>
                  </a:moveTo>
                  <a:cubicBezTo>
                    <a:pt x="719" y="1"/>
                    <a:pt x="673" y="24"/>
                    <a:pt x="673" y="70"/>
                  </a:cubicBezTo>
                  <a:cubicBezTo>
                    <a:pt x="650" y="232"/>
                    <a:pt x="279" y="302"/>
                    <a:pt x="93" y="302"/>
                  </a:cubicBezTo>
                  <a:cubicBezTo>
                    <a:pt x="47" y="302"/>
                    <a:pt x="1" y="348"/>
                    <a:pt x="24" y="395"/>
                  </a:cubicBezTo>
                  <a:cubicBezTo>
                    <a:pt x="24" y="418"/>
                    <a:pt x="47" y="464"/>
                    <a:pt x="93" y="464"/>
                  </a:cubicBezTo>
                  <a:cubicBezTo>
                    <a:pt x="163" y="464"/>
                    <a:pt x="766" y="418"/>
                    <a:pt x="812" y="93"/>
                  </a:cubicBezTo>
                  <a:cubicBezTo>
                    <a:pt x="835" y="47"/>
                    <a:pt x="812" y="24"/>
                    <a:pt x="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65"/>
            <p:cNvSpPr/>
            <p:nvPr/>
          </p:nvSpPr>
          <p:spPr>
            <a:xfrm>
              <a:off x="7258463" y="4136405"/>
              <a:ext cx="37950" cy="21109"/>
            </a:xfrm>
            <a:custGeom>
              <a:rect b="b" l="l" r="r" t="t"/>
              <a:pathLst>
                <a:path extrusionOk="0" h="465" w="836">
                  <a:moveTo>
                    <a:pt x="766" y="1"/>
                  </a:moveTo>
                  <a:cubicBezTo>
                    <a:pt x="719" y="1"/>
                    <a:pt x="673" y="24"/>
                    <a:pt x="673" y="70"/>
                  </a:cubicBezTo>
                  <a:cubicBezTo>
                    <a:pt x="650" y="233"/>
                    <a:pt x="256" y="302"/>
                    <a:pt x="94" y="302"/>
                  </a:cubicBezTo>
                  <a:cubicBezTo>
                    <a:pt x="47" y="302"/>
                    <a:pt x="1" y="348"/>
                    <a:pt x="1" y="372"/>
                  </a:cubicBezTo>
                  <a:cubicBezTo>
                    <a:pt x="1" y="415"/>
                    <a:pt x="42" y="459"/>
                    <a:pt x="86" y="464"/>
                  </a:cubicBezTo>
                  <a:lnTo>
                    <a:pt x="86" y="464"/>
                  </a:lnTo>
                  <a:cubicBezTo>
                    <a:pt x="202" y="459"/>
                    <a:pt x="746" y="401"/>
                    <a:pt x="812" y="93"/>
                  </a:cubicBezTo>
                  <a:cubicBezTo>
                    <a:pt x="835" y="70"/>
                    <a:pt x="789" y="24"/>
                    <a:pt x="766" y="1"/>
                  </a:cubicBezTo>
                  <a:close/>
                  <a:moveTo>
                    <a:pt x="86" y="464"/>
                  </a:moveTo>
                  <a:cubicBezTo>
                    <a:pt x="79" y="464"/>
                    <a:pt x="74" y="464"/>
                    <a:pt x="71" y="464"/>
                  </a:cubicBezTo>
                  <a:lnTo>
                    <a:pt x="94" y="464"/>
                  </a:lnTo>
                  <a:cubicBezTo>
                    <a:pt x="91" y="464"/>
                    <a:pt x="89" y="464"/>
                    <a:pt x="86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65"/>
            <p:cNvSpPr/>
            <p:nvPr/>
          </p:nvSpPr>
          <p:spPr>
            <a:xfrm>
              <a:off x="7231136" y="4175717"/>
              <a:ext cx="41082" cy="12302"/>
            </a:xfrm>
            <a:custGeom>
              <a:rect b="b" l="l" r="r" t="t"/>
              <a:pathLst>
                <a:path extrusionOk="0" h="271" w="905">
                  <a:moveTo>
                    <a:pt x="820" y="0"/>
                  </a:moveTo>
                  <a:cubicBezTo>
                    <a:pt x="800" y="0"/>
                    <a:pt x="779" y="11"/>
                    <a:pt x="765" y="39"/>
                  </a:cubicBezTo>
                  <a:cubicBezTo>
                    <a:pt x="728" y="85"/>
                    <a:pt x="645" y="102"/>
                    <a:pt x="547" y="102"/>
                  </a:cubicBezTo>
                  <a:cubicBezTo>
                    <a:pt x="403" y="102"/>
                    <a:pt x="227" y="66"/>
                    <a:pt x="116" y="39"/>
                  </a:cubicBezTo>
                  <a:cubicBezTo>
                    <a:pt x="104" y="32"/>
                    <a:pt x="91" y="29"/>
                    <a:pt x="80" y="29"/>
                  </a:cubicBezTo>
                  <a:cubicBezTo>
                    <a:pt x="48" y="29"/>
                    <a:pt x="24" y="51"/>
                    <a:pt x="24" y="85"/>
                  </a:cubicBezTo>
                  <a:cubicBezTo>
                    <a:pt x="0" y="131"/>
                    <a:pt x="24" y="154"/>
                    <a:pt x="70" y="178"/>
                  </a:cubicBezTo>
                  <a:cubicBezTo>
                    <a:pt x="209" y="224"/>
                    <a:pt x="371" y="247"/>
                    <a:pt x="533" y="270"/>
                  </a:cubicBezTo>
                  <a:cubicBezTo>
                    <a:pt x="649" y="270"/>
                    <a:pt x="788" y="224"/>
                    <a:pt x="881" y="108"/>
                  </a:cubicBezTo>
                  <a:cubicBezTo>
                    <a:pt x="904" y="85"/>
                    <a:pt x="904" y="39"/>
                    <a:pt x="858" y="15"/>
                  </a:cubicBezTo>
                  <a:cubicBezTo>
                    <a:pt x="848" y="6"/>
                    <a:pt x="835" y="0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65"/>
            <p:cNvSpPr/>
            <p:nvPr/>
          </p:nvSpPr>
          <p:spPr>
            <a:xfrm>
              <a:off x="7033351" y="3571059"/>
              <a:ext cx="33728" cy="29915"/>
            </a:xfrm>
            <a:custGeom>
              <a:rect b="b" l="l" r="r" t="t"/>
              <a:pathLst>
                <a:path extrusionOk="0" h="659" w="743">
                  <a:moveTo>
                    <a:pt x="649" y="1"/>
                  </a:moveTo>
                  <a:cubicBezTo>
                    <a:pt x="640" y="1"/>
                    <a:pt x="632" y="3"/>
                    <a:pt x="626" y="10"/>
                  </a:cubicBezTo>
                  <a:cubicBezTo>
                    <a:pt x="534" y="33"/>
                    <a:pt x="0" y="265"/>
                    <a:pt x="47" y="589"/>
                  </a:cubicBezTo>
                  <a:cubicBezTo>
                    <a:pt x="47" y="635"/>
                    <a:pt x="70" y="659"/>
                    <a:pt x="116" y="659"/>
                  </a:cubicBezTo>
                  <a:lnTo>
                    <a:pt x="140" y="659"/>
                  </a:lnTo>
                  <a:cubicBezTo>
                    <a:pt x="186" y="659"/>
                    <a:pt x="209" y="612"/>
                    <a:pt x="209" y="566"/>
                  </a:cubicBezTo>
                  <a:cubicBezTo>
                    <a:pt x="186" y="427"/>
                    <a:pt x="510" y="218"/>
                    <a:pt x="673" y="149"/>
                  </a:cubicBezTo>
                  <a:cubicBezTo>
                    <a:pt x="719" y="126"/>
                    <a:pt x="742" y="79"/>
                    <a:pt x="719" y="56"/>
                  </a:cubicBezTo>
                  <a:cubicBezTo>
                    <a:pt x="702" y="22"/>
                    <a:pt x="673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65"/>
            <p:cNvSpPr/>
            <p:nvPr/>
          </p:nvSpPr>
          <p:spPr>
            <a:xfrm>
              <a:off x="6978650" y="3576324"/>
              <a:ext cx="33683" cy="29915"/>
            </a:xfrm>
            <a:custGeom>
              <a:rect b="b" l="l" r="r" t="t"/>
              <a:pathLst>
                <a:path extrusionOk="0" h="659" w="742">
                  <a:moveTo>
                    <a:pt x="663" y="0"/>
                  </a:moveTo>
                  <a:cubicBezTo>
                    <a:pt x="651" y="0"/>
                    <a:pt x="639" y="3"/>
                    <a:pt x="626" y="10"/>
                  </a:cubicBezTo>
                  <a:cubicBezTo>
                    <a:pt x="557" y="33"/>
                    <a:pt x="0" y="265"/>
                    <a:pt x="47" y="589"/>
                  </a:cubicBezTo>
                  <a:cubicBezTo>
                    <a:pt x="47" y="635"/>
                    <a:pt x="93" y="658"/>
                    <a:pt x="139" y="658"/>
                  </a:cubicBezTo>
                  <a:lnTo>
                    <a:pt x="163" y="658"/>
                  </a:lnTo>
                  <a:cubicBezTo>
                    <a:pt x="209" y="658"/>
                    <a:pt x="232" y="612"/>
                    <a:pt x="232" y="566"/>
                  </a:cubicBezTo>
                  <a:cubicBezTo>
                    <a:pt x="209" y="427"/>
                    <a:pt x="533" y="218"/>
                    <a:pt x="696" y="149"/>
                  </a:cubicBezTo>
                  <a:cubicBezTo>
                    <a:pt x="742" y="125"/>
                    <a:pt x="742" y="79"/>
                    <a:pt x="742" y="56"/>
                  </a:cubicBezTo>
                  <a:cubicBezTo>
                    <a:pt x="725" y="22"/>
                    <a:pt x="696" y="0"/>
                    <a:pt x="6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65"/>
            <p:cNvSpPr/>
            <p:nvPr/>
          </p:nvSpPr>
          <p:spPr>
            <a:xfrm>
              <a:off x="7143796" y="3453350"/>
              <a:ext cx="35817" cy="24559"/>
            </a:xfrm>
            <a:custGeom>
              <a:rect b="b" l="l" r="r" t="t"/>
              <a:pathLst>
                <a:path extrusionOk="0" h="541" w="789">
                  <a:moveTo>
                    <a:pt x="720" y="1"/>
                  </a:moveTo>
                  <a:cubicBezTo>
                    <a:pt x="713" y="1"/>
                    <a:pt x="705" y="3"/>
                    <a:pt x="696" y="7"/>
                  </a:cubicBezTo>
                  <a:cubicBezTo>
                    <a:pt x="627" y="7"/>
                    <a:pt x="24" y="123"/>
                    <a:pt x="1" y="447"/>
                  </a:cubicBezTo>
                  <a:cubicBezTo>
                    <a:pt x="1" y="494"/>
                    <a:pt x="24" y="517"/>
                    <a:pt x="70" y="540"/>
                  </a:cubicBezTo>
                  <a:cubicBezTo>
                    <a:pt x="117" y="540"/>
                    <a:pt x="163" y="494"/>
                    <a:pt x="163" y="447"/>
                  </a:cubicBezTo>
                  <a:cubicBezTo>
                    <a:pt x="186" y="308"/>
                    <a:pt x="534" y="192"/>
                    <a:pt x="719" y="146"/>
                  </a:cubicBezTo>
                  <a:cubicBezTo>
                    <a:pt x="766" y="146"/>
                    <a:pt x="789" y="100"/>
                    <a:pt x="789" y="53"/>
                  </a:cubicBezTo>
                  <a:cubicBezTo>
                    <a:pt x="770" y="35"/>
                    <a:pt x="751" y="1"/>
                    <a:pt x="7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65"/>
            <p:cNvSpPr/>
            <p:nvPr/>
          </p:nvSpPr>
          <p:spPr>
            <a:xfrm>
              <a:off x="7130132" y="3492480"/>
              <a:ext cx="36588" cy="24332"/>
            </a:xfrm>
            <a:custGeom>
              <a:rect b="b" l="l" r="r" t="t"/>
              <a:pathLst>
                <a:path extrusionOk="0" h="536" w="806">
                  <a:moveTo>
                    <a:pt x="713" y="0"/>
                  </a:moveTo>
                  <a:cubicBezTo>
                    <a:pt x="708" y="0"/>
                    <a:pt x="702" y="1"/>
                    <a:pt x="696" y="3"/>
                  </a:cubicBezTo>
                  <a:cubicBezTo>
                    <a:pt x="626" y="3"/>
                    <a:pt x="24" y="118"/>
                    <a:pt x="1" y="443"/>
                  </a:cubicBezTo>
                  <a:cubicBezTo>
                    <a:pt x="1" y="489"/>
                    <a:pt x="24" y="512"/>
                    <a:pt x="70" y="536"/>
                  </a:cubicBezTo>
                  <a:cubicBezTo>
                    <a:pt x="116" y="536"/>
                    <a:pt x="163" y="489"/>
                    <a:pt x="163" y="443"/>
                  </a:cubicBezTo>
                  <a:cubicBezTo>
                    <a:pt x="163" y="304"/>
                    <a:pt x="534" y="188"/>
                    <a:pt x="719" y="165"/>
                  </a:cubicBezTo>
                  <a:cubicBezTo>
                    <a:pt x="806" y="143"/>
                    <a:pt x="791" y="0"/>
                    <a:pt x="7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65"/>
            <p:cNvSpPr/>
            <p:nvPr/>
          </p:nvSpPr>
          <p:spPr>
            <a:xfrm>
              <a:off x="7031262" y="3527934"/>
              <a:ext cx="33683" cy="26738"/>
            </a:xfrm>
            <a:custGeom>
              <a:rect b="b" l="l" r="r" t="t"/>
              <a:pathLst>
                <a:path extrusionOk="0" h="589" w="742">
                  <a:moveTo>
                    <a:pt x="672" y="0"/>
                  </a:moveTo>
                  <a:cubicBezTo>
                    <a:pt x="663" y="0"/>
                    <a:pt x="655" y="3"/>
                    <a:pt x="649" y="10"/>
                  </a:cubicBezTo>
                  <a:cubicBezTo>
                    <a:pt x="580" y="10"/>
                    <a:pt x="0" y="172"/>
                    <a:pt x="0" y="496"/>
                  </a:cubicBezTo>
                  <a:cubicBezTo>
                    <a:pt x="0" y="543"/>
                    <a:pt x="23" y="589"/>
                    <a:pt x="70" y="589"/>
                  </a:cubicBezTo>
                  <a:cubicBezTo>
                    <a:pt x="116" y="589"/>
                    <a:pt x="162" y="543"/>
                    <a:pt x="162" y="496"/>
                  </a:cubicBezTo>
                  <a:cubicBezTo>
                    <a:pt x="162" y="357"/>
                    <a:pt x="510" y="195"/>
                    <a:pt x="672" y="149"/>
                  </a:cubicBezTo>
                  <a:cubicBezTo>
                    <a:pt x="719" y="149"/>
                    <a:pt x="742" y="102"/>
                    <a:pt x="742" y="56"/>
                  </a:cubicBezTo>
                  <a:cubicBezTo>
                    <a:pt x="725" y="22"/>
                    <a:pt x="695" y="0"/>
                    <a:pt x="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8" name="Google Shape;1468;p65"/>
          <p:cNvSpPr/>
          <p:nvPr/>
        </p:nvSpPr>
        <p:spPr>
          <a:xfrm rot="10800000">
            <a:off x="8052180" y="-486814"/>
            <a:ext cx="1677215" cy="1743571"/>
          </a:xfrm>
          <a:custGeom>
            <a:rect b="b" l="l" r="r" t="t"/>
            <a:pathLst>
              <a:path extrusionOk="0" h="23838" w="22930">
                <a:moveTo>
                  <a:pt x="10033" y="3552"/>
                </a:moveTo>
                <a:cubicBezTo>
                  <a:pt x="10394" y="3552"/>
                  <a:pt x="10754" y="3595"/>
                  <a:pt x="11107" y="3687"/>
                </a:cubicBezTo>
                <a:cubicBezTo>
                  <a:pt x="12042" y="3940"/>
                  <a:pt x="12856" y="4501"/>
                  <a:pt x="13648" y="5050"/>
                </a:cubicBezTo>
                <a:cubicBezTo>
                  <a:pt x="15396" y="6282"/>
                  <a:pt x="17222" y="7569"/>
                  <a:pt x="18256" y="9438"/>
                </a:cubicBezTo>
                <a:cubicBezTo>
                  <a:pt x="19245" y="11220"/>
                  <a:pt x="19432" y="13342"/>
                  <a:pt x="18772" y="15267"/>
                </a:cubicBezTo>
                <a:cubicBezTo>
                  <a:pt x="17627" y="18557"/>
                  <a:pt x="14545" y="20421"/>
                  <a:pt x="11445" y="20421"/>
                </a:cubicBezTo>
                <a:cubicBezTo>
                  <a:pt x="9396" y="20421"/>
                  <a:pt x="7339" y="19606"/>
                  <a:pt x="5829" y="17851"/>
                </a:cubicBezTo>
                <a:cubicBezTo>
                  <a:pt x="3618" y="15267"/>
                  <a:pt x="3211" y="11418"/>
                  <a:pt x="4399" y="8229"/>
                </a:cubicBezTo>
                <a:cubicBezTo>
                  <a:pt x="4916" y="6843"/>
                  <a:pt x="5741" y="5534"/>
                  <a:pt x="6917" y="4643"/>
                </a:cubicBezTo>
                <a:cubicBezTo>
                  <a:pt x="7814" y="3963"/>
                  <a:pt x="8923" y="3552"/>
                  <a:pt x="10033" y="3552"/>
                </a:cubicBezTo>
                <a:close/>
                <a:moveTo>
                  <a:pt x="9654" y="0"/>
                </a:moveTo>
                <a:cubicBezTo>
                  <a:pt x="8089" y="0"/>
                  <a:pt x="6510" y="586"/>
                  <a:pt x="5246" y="1542"/>
                </a:cubicBezTo>
                <a:cubicBezTo>
                  <a:pt x="3574" y="2807"/>
                  <a:pt x="2420" y="4643"/>
                  <a:pt x="1683" y="6601"/>
                </a:cubicBezTo>
                <a:cubicBezTo>
                  <a:pt x="0" y="11110"/>
                  <a:pt x="572" y="16553"/>
                  <a:pt x="3706" y="20204"/>
                </a:cubicBezTo>
                <a:cubicBezTo>
                  <a:pt x="5838" y="22686"/>
                  <a:pt x="8743" y="23837"/>
                  <a:pt x="11638" y="23837"/>
                </a:cubicBezTo>
                <a:cubicBezTo>
                  <a:pt x="16017" y="23837"/>
                  <a:pt x="20373" y="21205"/>
                  <a:pt x="21995" y="16564"/>
                </a:cubicBezTo>
                <a:cubicBezTo>
                  <a:pt x="22929" y="13837"/>
                  <a:pt x="22665" y="10835"/>
                  <a:pt x="21269" y="8317"/>
                </a:cubicBezTo>
                <a:cubicBezTo>
                  <a:pt x="19795" y="5677"/>
                  <a:pt x="17222" y="3852"/>
                  <a:pt x="14747" y="2114"/>
                </a:cubicBezTo>
                <a:cubicBezTo>
                  <a:pt x="13626" y="1333"/>
                  <a:pt x="12471" y="542"/>
                  <a:pt x="11151" y="190"/>
                </a:cubicBezTo>
                <a:cubicBezTo>
                  <a:pt x="10661" y="61"/>
                  <a:pt x="10158" y="0"/>
                  <a:pt x="965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65"/>
          <p:cNvSpPr/>
          <p:nvPr/>
        </p:nvSpPr>
        <p:spPr>
          <a:xfrm rot="-2870085">
            <a:off x="7099012" y="4295224"/>
            <a:ext cx="2663517" cy="2918984"/>
          </a:xfrm>
          <a:custGeom>
            <a:rect b="b" l="l" r="r" t="t"/>
            <a:pathLst>
              <a:path extrusionOk="0" h="24189" w="22072">
                <a:moveTo>
                  <a:pt x="16469" y="3354"/>
                </a:moveTo>
                <a:cubicBezTo>
                  <a:pt x="16617" y="3354"/>
                  <a:pt x="16766" y="3368"/>
                  <a:pt x="16914" y="3398"/>
                </a:cubicBezTo>
                <a:cubicBezTo>
                  <a:pt x="18354" y="3684"/>
                  <a:pt x="19135" y="5268"/>
                  <a:pt x="19366" y="6720"/>
                </a:cubicBezTo>
                <a:cubicBezTo>
                  <a:pt x="20070" y="11118"/>
                  <a:pt x="17607" y="17497"/>
                  <a:pt x="14461" y="20609"/>
                </a:cubicBezTo>
                <a:cubicBezTo>
                  <a:pt x="13267" y="21797"/>
                  <a:pt x="10170" y="22692"/>
                  <a:pt x="7476" y="22692"/>
                </a:cubicBezTo>
                <a:cubicBezTo>
                  <a:pt x="5682" y="22692"/>
                  <a:pt x="4066" y="22295"/>
                  <a:pt x="3310" y="21324"/>
                </a:cubicBezTo>
                <a:cubicBezTo>
                  <a:pt x="2430" y="20180"/>
                  <a:pt x="3024" y="18442"/>
                  <a:pt x="4080" y="17442"/>
                </a:cubicBezTo>
                <a:cubicBezTo>
                  <a:pt x="5125" y="16452"/>
                  <a:pt x="6532" y="15924"/>
                  <a:pt x="7698" y="15055"/>
                </a:cubicBezTo>
                <a:cubicBezTo>
                  <a:pt x="10370" y="13076"/>
                  <a:pt x="11481" y="9689"/>
                  <a:pt x="12867" y="6654"/>
                </a:cubicBezTo>
                <a:cubicBezTo>
                  <a:pt x="13252" y="5807"/>
                  <a:pt x="13692" y="4949"/>
                  <a:pt x="14362" y="4289"/>
                </a:cubicBezTo>
                <a:cubicBezTo>
                  <a:pt x="14926" y="3744"/>
                  <a:pt x="15691" y="3354"/>
                  <a:pt x="16469" y="3354"/>
                </a:cubicBezTo>
                <a:close/>
                <a:moveTo>
                  <a:pt x="17568" y="1"/>
                </a:moveTo>
                <a:cubicBezTo>
                  <a:pt x="16594" y="1"/>
                  <a:pt x="15635" y="484"/>
                  <a:pt x="14923" y="1177"/>
                </a:cubicBezTo>
                <a:cubicBezTo>
                  <a:pt x="14087" y="2002"/>
                  <a:pt x="13538" y="3068"/>
                  <a:pt x="13054" y="4135"/>
                </a:cubicBezTo>
                <a:cubicBezTo>
                  <a:pt x="11327" y="7929"/>
                  <a:pt x="9931" y="12174"/>
                  <a:pt x="6587" y="14648"/>
                </a:cubicBezTo>
                <a:cubicBezTo>
                  <a:pt x="5125" y="15726"/>
                  <a:pt x="3376" y="16386"/>
                  <a:pt x="2057" y="17640"/>
                </a:cubicBezTo>
                <a:cubicBezTo>
                  <a:pt x="737" y="18882"/>
                  <a:pt x="0" y="21060"/>
                  <a:pt x="1100" y="22478"/>
                </a:cubicBezTo>
                <a:cubicBezTo>
                  <a:pt x="2046" y="23692"/>
                  <a:pt x="4068" y="24189"/>
                  <a:pt x="6314" y="24189"/>
                </a:cubicBezTo>
                <a:cubicBezTo>
                  <a:pt x="9682" y="24189"/>
                  <a:pt x="13553" y="23072"/>
                  <a:pt x="15044" y="21588"/>
                </a:cubicBezTo>
                <a:cubicBezTo>
                  <a:pt x="18981" y="17684"/>
                  <a:pt x="22071" y="9711"/>
                  <a:pt x="21192" y="4212"/>
                </a:cubicBezTo>
                <a:cubicBezTo>
                  <a:pt x="20906" y="2398"/>
                  <a:pt x="19927" y="407"/>
                  <a:pt x="18123" y="55"/>
                </a:cubicBezTo>
                <a:cubicBezTo>
                  <a:pt x="17939" y="18"/>
                  <a:pt x="17753" y="1"/>
                  <a:pt x="17568" y="1"/>
                </a:cubicBezTo>
                <a:close/>
              </a:path>
            </a:pathLst>
          </a:custGeom>
          <a:solidFill>
            <a:schemeClr val="accent5"/>
          </a:solidFill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0" name="Google Shape;1470;p65"/>
          <p:cNvGrpSpPr/>
          <p:nvPr/>
        </p:nvGrpSpPr>
        <p:grpSpPr>
          <a:xfrm rot="8100000">
            <a:off x="515322" y="1331674"/>
            <a:ext cx="595381" cy="520392"/>
            <a:chOff x="15257378" y="1257889"/>
            <a:chExt cx="595387" cy="520397"/>
          </a:xfrm>
        </p:grpSpPr>
        <p:sp>
          <p:nvSpPr>
            <p:cNvPr id="1471" name="Google Shape;1471;p65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65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65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65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65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65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65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65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65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65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65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65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3" name="Google Shape;1483;p65"/>
          <p:cNvGrpSpPr/>
          <p:nvPr/>
        </p:nvGrpSpPr>
        <p:grpSpPr>
          <a:xfrm rot="2081187">
            <a:off x="3399981" y="4370627"/>
            <a:ext cx="595403" cy="520411"/>
            <a:chOff x="15257378" y="1257889"/>
            <a:chExt cx="595387" cy="520397"/>
          </a:xfrm>
        </p:grpSpPr>
        <p:sp>
          <p:nvSpPr>
            <p:cNvPr id="1484" name="Google Shape;1484;p65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65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65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65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65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65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65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65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65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65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65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65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66"/>
          <p:cNvSpPr txBox="1"/>
          <p:nvPr>
            <p:ph type="title"/>
          </p:nvPr>
        </p:nvSpPr>
        <p:spPr>
          <a:xfrm>
            <a:off x="713225" y="417200"/>
            <a:ext cx="7717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Summary: data quality</a:t>
            </a:r>
            <a:endParaRPr/>
          </a:p>
        </p:txBody>
      </p:sp>
      <p:sp>
        <p:nvSpPr>
          <p:cNvPr id="1501" name="Google Shape;1501;p66"/>
          <p:cNvSpPr txBox="1"/>
          <p:nvPr>
            <p:ph idx="1" type="subTitle"/>
          </p:nvPr>
        </p:nvSpPr>
        <p:spPr>
          <a:xfrm>
            <a:off x="1106875" y="1714025"/>
            <a:ext cx="32004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GB"/>
              <a:t>Issues found. </a:t>
            </a:r>
            <a:r>
              <a:rPr lang="en-GB"/>
              <a:t>No gaps, duplicates or impossible values (8 checks, all 0). Points to watch: NASA's −999 missing flag; zero-inflated rain with tiny values; and one suspicious spike, 111.6 mm on 19 Mar 2021, isolated between 3.1 mm and 0 mm with ordinary cloud cover (34%).</a:t>
            </a:r>
            <a:endParaRPr/>
          </a:p>
        </p:txBody>
      </p:sp>
      <p:sp>
        <p:nvSpPr>
          <p:cNvPr id="1502" name="Google Shape;1502;p66"/>
          <p:cNvSpPr txBox="1"/>
          <p:nvPr>
            <p:ph idx="2" type="subTitle"/>
          </p:nvPr>
        </p:nvSpPr>
        <p:spPr>
          <a:xfrm>
            <a:off x="4836725" y="1714025"/>
            <a:ext cx="32004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GB"/>
              <a:t>How I handled them. </a:t>
            </a:r>
            <a:r>
              <a:rPr lang="en-GB"/>
              <a:t>−999 became NaN before any statistic; gaps of up to 3 days are interpolated for smooth variables, never for rain. Seasonal outliers use rolling z-scores. The 111.6 mm day is kept but flagged to verify against station or news data.</a:t>
            </a:r>
            <a:endParaRPr/>
          </a:p>
        </p:txBody>
      </p:sp>
      <p:grpSp>
        <p:nvGrpSpPr>
          <p:cNvPr id="1503" name="Google Shape;1503;p66"/>
          <p:cNvGrpSpPr/>
          <p:nvPr/>
        </p:nvGrpSpPr>
        <p:grpSpPr>
          <a:xfrm flipH="1">
            <a:off x="4090533" y="3787881"/>
            <a:ext cx="962923" cy="1009672"/>
            <a:chOff x="6828211" y="3369506"/>
            <a:chExt cx="806942" cy="846117"/>
          </a:xfrm>
        </p:grpSpPr>
        <p:sp>
          <p:nvSpPr>
            <p:cNvPr id="1504" name="Google Shape;1504;p66"/>
            <p:cNvSpPr/>
            <p:nvPr/>
          </p:nvSpPr>
          <p:spPr>
            <a:xfrm>
              <a:off x="6828211" y="3369506"/>
              <a:ext cx="806942" cy="846117"/>
            </a:xfrm>
            <a:custGeom>
              <a:rect b="b" l="l" r="r" t="t"/>
              <a:pathLst>
                <a:path extrusionOk="0" h="18639" w="17776">
                  <a:moveTo>
                    <a:pt x="11912" y="0"/>
                  </a:moveTo>
                  <a:cubicBezTo>
                    <a:pt x="11912" y="0"/>
                    <a:pt x="0" y="1576"/>
                    <a:pt x="1113" y="10313"/>
                  </a:cubicBezTo>
                  <a:cubicBezTo>
                    <a:pt x="1737" y="15239"/>
                    <a:pt x="5380" y="18639"/>
                    <a:pt x="9442" y="18639"/>
                  </a:cubicBezTo>
                  <a:cubicBezTo>
                    <a:pt x="12318" y="18639"/>
                    <a:pt x="15403" y="16935"/>
                    <a:pt x="17776" y="12862"/>
                  </a:cubicBezTo>
                  <a:lnTo>
                    <a:pt x="17776" y="12862"/>
                  </a:lnTo>
                  <a:cubicBezTo>
                    <a:pt x="17776" y="12862"/>
                    <a:pt x="16919" y="12941"/>
                    <a:pt x="15721" y="12941"/>
                  </a:cubicBezTo>
                  <a:cubicBezTo>
                    <a:pt x="13430" y="12941"/>
                    <a:pt x="9894" y="12652"/>
                    <a:pt x="8737" y="10962"/>
                  </a:cubicBezTo>
                  <a:cubicBezTo>
                    <a:pt x="6675" y="7926"/>
                    <a:pt x="11912" y="0"/>
                    <a:pt x="11912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2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66"/>
            <p:cNvSpPr/>
            <p:nvPr/>
          </p:nvSpPr>
          <p:spPr>
            <a:xfrm>
              <a:off x="6828211" y="3369506"/>
              <a:ext cx="806942" cy="846117"/>
            </a:xfrm>
            <a:custGeom>
              <a:rect b="b" l="l" r="r" t="t"/>
              <a:pathLst>
                <a:path extrusionOk="0" h="18639" w="17776">
                  <a:moveTo>
                    <a:pt x="11912" y="0"/>
                  </a:moveTo>
                  <a:cubicBezTo>
                    <a:pt x="11912" y="0"/>
                    <a:pt x="0" y="1576"/>
                    <a:pt x="1113" y="10313"/>
                  </a:cubicBezTo>
                  <a:cubicBezTo>
                    <a:pt x="1737" y="15239"/>
                    <a:pt x="5380" y="18639"/>
                    <a:pt x="9442" y="18639"/>
                  </a:cubicBezTo>
                  <a:cubicBezTo>
                    <a:pt x="12318" y="18639"/>
                    <a:pt x="15403" y="16935"/>
                    <a:pt x="17776" y="12862"/>
                  </a:cubicBezTo>
                  <a:lnTo>
                    <a:pt x="17776" y="12862"/>
                  </a:lnTo>
                  <a:cubicBezTo>
                    <a:pt x="17776" y="12862"/>
                    <a:pt x="16919" y="12941"/>
                    <a:pt x="15721" y="12941"/>
                  </a:cubicBezTo>
                  <a:cubicBezTo>
                    <a:pt x="13430" y="12941"/>
                    <a:pt x="9894" y="12652"/>
                    <a:pt x="8737" y="10962"/>
                  </a:cubicBezTo>
                  <a:cubicBezTo>
                    <a:pt x="6675" y="7926"/>
                    <a:pt x="11912" y="0"/>
                    <a:pt x="119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66"/>
            <p:cNvSpPr/>
            <p:nvPr/>
          </p:nvSpPr>
          <p:spPr>
            <a:xfrm>
              <a:off x="7019414" y="3784006"/>
              <a:ext cx="65550" cy="79986"/>
            </a:xfrm>
            <a:custGeom>
              <a:rect b="b" l="l" r="r" t="t"/>
              <a:pathLst>
                <a:path extrusionOk="0" h="1762" w="1444">
                  <a:moveTo>
                    <a:pt x="1258" y="0"/>
                  </a:moveTo>
                  <a:cubicBezTo>
                    <a:pt x="1211" y="0"/>
                    <a:pt x="1165" y="23"/>
                    <a:pt x="1188" y="70"/>
                  </a:cubicBezTo>
                  <a:cubicBezTo>
                    <a:pt x="1211" y="394"/>
                    <a:pt x="1234" y="1275"/>
                    <a:pt x="1026" y="1530"/>
                  </a:cubicBezTo>
                  <a:cubicBezTo>
                    <a:pt x="980" y="1553"/>
                    <a:pt x="956" y="1576"/>
                    <a:pt x="910" y="1576"/>
                  </a:cubicBezTo>
                  <a:cubicBezTo>
                    <a:pt x="901" y="1577"/>
                    <a:pt x="892" y="1578"/>
                    <a:pt x="883" y="1578"/>
                  </a:cubicBezTo>
                  <a:cubicBezTo>
                    <a:pt x="591" y="1578"/>
                    <a:pt x="303" y="867"/>
                    <a:pt x="168" y="417"/>
                  </a:cubicBezTo>
                  <a:cubicBezTo>
                    <a:pt x="160" y="382"/>
                    <a:pt x="130" y="367"/>
                    <a:pt x="100" y="367"/>
                  </a:cubicBezTo>
                  <a:cubicBezTo>
                    <a:pt x="52" y="367"/>
                    <a:pt x="1" y="406"/>
                    <a:pt x="29" y="464"/>
                  </a:cubicBezTo>
                  <a:cubicBezTo>
                    <a:pt x="53" y="603"/>
                    <a:pt x="377" y="1761"/>
                    <a:pt x="887" y="1761"/>
                  </a:cubicBezTo>
                  <a:lnTo>
                    <a:pt x="933" y="1761"/>
                  </a:lnTo>
                  <a:cubicBezTo>
                    <a:pt x="1003" y="1738"/>
                    <a:pt x="1072" y="1715"/>
                    <a:pt x="1142" y="1646"/>
                  </a:cubicBezTo>
                  <a:cubicBezTo>
                    <a:pt x="1443" y="1298"/>
                    <a:pt x="1327" y="185"/>
                    <a:pt x="1327" y="70"/>
                  </a:cubicBezTo>
                  <a:cubicBezTo>
                    <a:pt x="1327" y="23"/>
                    <a:pt x="1304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66"/>
            <p:cNvSpPr/>
            <p:nvPr/>
          </p:nvSpPr>
          <p:spPr>
            <a:xfrm>
              <a:off x="7151014" y="3746873"/>
              <a:ext cx="65414" cy="80304"/>
            </a:xfrm>
            <a:custGeom>
              <a:rect b="b" l="l" r="r" t="t"/>
              <a:pathLst>
                <a:path extrusionOk="0" h="1769" w="1441">
                  <a:moveTo>
                    <a:pt x="1258" y="0"/>
                  </a:moveTo>
                  <a:cubicBezTo>
                    <a:pt x="1217" y="0"/>
                    <a:pt x="1173" y="36"/>
                    <a:pt x="1186" y="100"/>
                  </a:cubicBezTo>
                  <a:cubicBezTo>
                    <a:pt x="1209" y="401"/>
                    <a:pt x="1232" y="1282"/>
                    <a:pt x="1001" y="1537"/>
                  </a:cubicBezTo>
                  <a:cubicBezTo>
                    <a:pt x="977" y="1560"/>
                    <a:pt x="954" y="1583"/>
                    <a:pt x="908" y="1606"/>
                  </a:cubicBezTo>
                  <a:cubicBezTo>
                    <a:pt x="903" y="1606"/>
                    <a:pt x="898" y="1607"/>
                    <a:pt x="894" y="1607"/>
                  </a:cubicBezTo>
                  <a:cubicBezTo>
                    <a:pt x="597" y="1607"/>
                    <a:pt x="303" y="903"/>
                    <a:pt x="166" y="447"/>
                  </a:cubicBezTo>
                  <a:cubicBezTo>
                    <a:pt x="157" y="399"/>
                    <a:pt x="122" y="379"/>
                    <a:pt x="89" y="379"/>
                  </a:cubicBezTo>
                  <a:cubicBezTo>
                    <a:pt x="44" y="379"/>
                    <a:pt x="0" y="417"/>
                    <a:pt x="27" y="470"/>
                  </a:cubicBezTo>
                  <a:cubicBezTo>
                    <a:pt x="50" y="610"/>
                    <a:pt x="375" y="1768"/>
                    <a:pt x="885" y="1768"/>
                  </a:cubicBezTo>
                  <a:lnTo>
                    <a:pt x="908" y="1768"/>
                  </a:lnTo>
                  <a:cubicBezTo>
                    <a:pt x="1001" y="1768"/>
                    <a:pt x="1070" y="1722"/>
                    <a:pt x="1140" y="1652"/>
                  </a:cubicBezTo>
                  <a:cubicBezTo>
                    <a:pt x="1441" y="1305"/>
                    <a:pt x="1325" y="192"/>
                    <a:pt x="1325" y="76"/>
                  </a:cubicBezTo>
                  <a:cubicBezTo>
                    <a:pt x="1325" y="24"/>
                    <a:pt x="1292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66"/>
            <p:cNvSpPr/>
            <p:nvPr/>
          </p:nvSpPr>
          <p:spPr>
            <a:xfrm>
              <a:off x="7123822" y="3851326"/>
              <a:ext cx="53702" cy="64189"/>
            </a:xfrm>
            <a:custGeom>
              <a:rect b="b" l="l" r="r" t="t"/>
              <a:pathLst>
                <a:path extrusionOk="0" h="1414" w="1183">
                  <a:moveTo>
                    <a:pt x="1113" y="0"/>
                  </a:moveTo>
                  <a:cubicBezTo>
                    <a:pt x="1067" y="0"/>
                    <a:pt x="1020" y="23"/>
                    <a:pt x="1020" y="70"/>
                  </a:cubicBezTo>
                  <a:cubicBezTo>
                    <a:pt x="997" y="672"/>
                    <a:pt x="881" y="1229"/>
                    <a:pt x="789" y="1252"/>
                  </a:cubicBezTo>
                  <a:cubicBezTo>
                    <a:pt x="787" y="1252"/>
                    <a:pt x="784" y="1253"/>
                    <a:pt x="782" y="1253"/>
                  </a:cubicBezTo>
                  <a:cubicBezTo>
                    <a:pt x="702" y="1253"/>
                    <a:pt x="411" y="865"/>
                    <a:pt x="163" y="302"/>
                  </a:cubicBezTo>
                  <a:cubicBezTo>
                    <a:pt x="163" y="255"/>
                    <a:pt x="116" y="255"/>
                    <a:pt x="70" y="255"/>
                  </a:cubicBezTo>
                  <a:cubicBezTo>
                    <a:pt x="24" y="278"/>
                    <a:pt x="1" y="325"/>
                    <a:pt x="24" y="371"/>
                  </a:cubicBezTo>
                  <a:cubicBezTo>
                    <a:pt x="209" y="765"/>
                    <a:pt x="534" y="1414"/>
                    <a:pt x="812" y="1414"/>
                  </a:cubicBezTo>
                  <a:lnTo>
                    <a:pt x="858" y="1414"/>
                  </a:lnTo>
                  <a:cubicBezTo>
                    <a:pt x="1113" y="1321"/>
                    <a:pt x="1182" y="441"/>
                    <a:pt x="1182" y="70"/>
                  </a:cubicBezTo>
                  <a:cubicBezTo>
                    <a:pt x="1182" y="23"/>
                    <a:pt x="1159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66"/>
            <p:cNvSpPr/>
            <p:nvPr/>
          </p:nvSpPr>
          <p:spPr>
            <a:xfrm>
              <a:off x="6997579" y="3860768"/>
              <a:ext cx="50525" cy="49526"/>
            </a:xfrm>
            <a:custGeom>
              <a:rect b="b" l="l" r="r" t="t"/>
              <a:pathLst>
                <a:path extrusionOk="0" h="1091" w="1113">
                  <a:moveTo>
                    <a:pt x="557" y="1"/>
                  </a:moveTo>
                  <a:cubicBezTo>
                    <a:pt x="255" y="1"/>
                    <a:pt x="1" y="256"/>
                    <a:pt x="1" y="557"/>
                  </a:cubicBezTo>
                  <a:cubicBezTo>
                    <a:pt x="1" y="858"/>
                    <a:pt x="255" y="1090"/>
                    <a:pt x="557" y="1090"/>
                  </a:cubicBezTo>
                  <a:cubicBezTo>
                    <a:pt x="858" y="1090"/>
                    <a:pt x="1113" y="858"/>
                    <a:pt x="1113" y="557"/>
                  </a:cubicBezTo>
                  <a:cubicBezTo>
                    <a:pt x="1113" y="256"/>
                    <a:pt x="858" y="1"/>
                    <a:pt x="557" y="1"/>
                  </a:cubicBezTo>
                  <a:close/>
                </a:path>
              </a:pathLst>
            </a:custGeom>
            <a:solidFill>
              <a:srgbClr val="FF9A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66"/>
            <p:cNvSpPr/>
            <p:nvPr/>
          </p:nvSpPr>
          <p:spPr>
            <a:xfrm>
              <a:off x="7083830" y="3477455"/>
              <a:ext cx="33728" cy="26738"/>
            </a:xfrm>
            <a:custGeom>
              <a:rect b="b" l="l" r="r" t="t"/>
              <a:pathLst>
                <a:path extrusionOk="0" h="589" w="743">
                  <a:moveTo>
                    <a:pt x="683" y="0"/>
                  </a:moveTo>
                  <a:cubicBezTo>
                    <a:pt x="673" y="0"/>
                    <a:pt x="662" y="3"/>
                    <a:pt x="650" y="9"/>
                  </a:cubicBezTo>
                  <a:cubicBezTo>
                    <a:pt x="580" y="9"/>
                    <a:pt x="1" y="195"/>
                    <a:pt x="1" y="519"/>
                  </a:cubicBezTo>
                  <a:cubicBezTo>
                    <a:pt x="1" y="542"/>
                    <a:pt x="47" y="588"/>
                    <a:pt x="70" y="588"/>
                  </a:cubicBezTo>
                  <a:cubicBezTo>
                    <a:pt x="117" y="588"/>
                    <a:pt x="163" y="542"/>
                    <a:pt x="163" y="519"/>
                  </a:cubicBezTo>
                  <a:cubicBezTo>
                    <a:pt x="163" y="357"/>
                    <a:pt x="511" y="195"/>
                    <a:pt x="696" y="148"/>
                  </a:cubicBezTo>
                  <a:cubicBezTo>
                    <a:pt x="719" y="148"/>
                    <a:pt x="743" y="102"/>
                    <a:pt x="743" y="55"/>
                  </a:cubicBezTo>
                  <a:cubicBezTo>
                    <a:pt x="726" y="22"/>
                    <a:pt x="709" y="0"/>
                    <a:pt x="6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66"/>
            <p:cNvSpPr/>
            <p:nvPr/>
          </p:nvSpPr>
          <p:spPr>
            <a:xfrm>
              <a:off x="7085963" y="3520580"/>
              <a:ext cx="34773" cy="26738"/>
            </a:xfrm>
            <a:custGeom>
              <a:rect b="b" l="l" r="r" t="t"/>
              <a:pathLst>
                <a:path extrusionOk="0" h="589" w="766">
                  <a:moveTo>
                    <a:pt x="686" y="0"/>
                  </a:moveTo>
                  <a:cubicBezTo>
                    <a:pt x="674" y="0"/>
                    <a:pt x="662" y="3"/>
                    <a:pt x="649" y="9"/>
                  </a:cubicBezTo>
                  <a:cubicBezTo>
                    <a:pt x="580" y="32"/>
                    <a:pt x="0" y="195"/>
                    <a:pt x="0" y="519"/>
                  </a:cubicBezTo>
                  <a:cubicBezTo>
                    <a:pt x="0" y="542"/>
                    <a:pt x="47" y="589"/>
                    <a:pt x="93" y="589"/>
                  </a:cubicBezTo>
                  <a:cubicBezTo>
                    <a:pt x="139" y="589"/>
                    <a:pt x="162" y="565"/>
                    <a:pt x="162" y="519"/>
                  </a:cubicBezTo>
                  <a:cubicBezTo>
                    <a:pt x="162" y="357"/>
                    <a:pt x="510" y="195"/>
                    <a:pt x="696" y="148"/>
                  </a:cubicBezTo>
                  <a:cubicBezTo>
                    <a:pt x="742" y="148"/>
                    <a:pt x="765" y="102"/>
                    <a:pt x="742" y="56"/>
                  </a:cubicBezTo>
                  <a:cubicBezTo>
                    <a:pt x="742" y="22"/>
                    <a:pt x="717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66"/>
            <p:cNvSpPr/>
            <p:nvPr/>
          </p:nvSpPr>
          <p:spPr>
            <a:xfrm>
              <a:off x="7305810" y="4149025"/>
              <a:ext cx="37950" cy="21109"/>
            </a:xfrm>
            <a:custGeom>
              <a:rect b="b" l="l" r="r" t="t"/>
              <a:pathLst>
                <a:path extrusionOk="0" h="465" w="836">
                  <a:moveTo>
                    <a:pt x="766" y="1"/>
                  </a:moveTo>
                  <a:cubicBezTo>
                    <a:pt x="719" y="1"/>
                    <a:pt x="673" y="24"/>
                    <a:pt x="673" y="70"/>
                  </a:cubicBezTo>
                  <a:cubicBezTo>
                    <a:pt x="650" y="233"/>
                    <a:pt x="256" y="302"/>
                    <a:pt x="94" y="302"/>
                  </a:cubicBezTo>
                  <a:cubicBezTo>
                    <a:pt x="47" y="302"/>
                    <a:pt x="1" y="325"/>
                    <a:pt x="24" y="372"/>
                  </a:cubicBezTo>
                  <a:cubicBezTo>
                    <a:pt x="24" y="418"/>
                    <a:pt x="47" y="464"/>
                    <a:pt x="94" y="464"/>
                  </a:cubicBezTo>
                  <a:cubicBezTo>
                    <a:pt x="163" y="464"/>
                    <a:pt x="766" y="418"/>
                    <a:pt x="835" y="94"/>
                  </a:cubicBezTo>
                  <a:cubicBezTo>
                    <a:pt x="835" y="47"/>
                    <a:pt x="812" y="24"/>
                    <a:pt x="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66"/>
            <p:cNvSpPr/>
            <p:nvPr/>
          </p:nvSpPr>
          <p:spPr>
            <a:xfrm>
              <a:off x="7354201" y="4103403"/>
              <a:ext cx="37950" cy="20428"/>
            </a:xfrm>
            <a:custGeom>
              <a:rect b="b" l="l" r="r" t="t"/>
              <a:pathLst>
                <a:path extrusionOk="0" h="450" w="836">
                  <a:moveTo>
                    <a:pt x="729" y="0"/>
                  </a:moveTo>
                  <a:cubicBezTo>
                    <a:pt x="698" y="0"/>
                    <a:pt x="673" y="22"/>
                    <a:pt x="673" y="56"/>
                  </a:cubicBezTo>
                  <a:cubicBezTo>
                    <a:pt x="650" y="218"/>
                    <a:pt x="256" y="287"/>
                    <a:pt x="94" y="287"/>
                  </a:cubicBezTo>
                  <a:cubicBezTo>
                    <a:pt x="2" y="310"/>
                    <a:pt x="1" y="424"/>
                    <a:pt x="91" y="449"/>
                  </a:cubicBezTo>
                  <a:lnTo>
                    <a:pt x="91" y="449"/>
                  </a:lnTo>
                  <a:cubicBezTo>
                    <a:pt x="218" y="442"/>
                    <a:pt x="747" y="383"/>
                    <a:pt x="812" y="102"/>
                  </a:cubicBezTo>
                  <a:cubicBezTo>
                    <a:pt x="835" y="56"/>
                    <a:pt x="789" y="9"/>
                    <a:pt x="766" y="9"/>
                  </a:cubicBezTo>
                  <a:cubicBezTo>
                    <a:pt x="753" y="3"/>
                    <a:pt x="741" y="0"/>
                    <a:pt x="729" y="0"/>
                  </a:cubicBezTo>
                  <a:close/>
                  <a:moveTo>
                    <a:pt x="91" y="449"/>
                  </a:moveTo>
                  <a:cubicBezTo>
                    <a:pt x="82" y="449"/>
                    <a:pt x="75" y="450"/>
                    <a:pt x="70" y="450"/>
                  </a:cubicBezTo>
                  <a:lnTo>
                    <a:pt x="94" y="450"/>
                  </a:lnTo>
                  <a:cubicBezTo>
                    <a:pt x="93" y="449"/>
                    <a:pt x="92" y="449"/>
                    <a:pt x="91" y="4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66"/>
            <p:cNvSpPr/>
            <p:nvPr/>
          </p:nvSpPr>
          <p:spPr>
            <a:xfrm>
              <a:off x="7372087" y="4136587"/>
              <a:ext cx="37950" cy="20927"/>
            </a:xfrm>
            <a:custGeom>
              <a:rect b="b" l="l" r="r" t="t"/>
              <a:pathLst>
                <a:path extrusionOk="0" h="461" w="836">
                  <a:moveTo>
                    <a:pt x="726" y="1"/>
                  </a:moveTo>
                  <a:cubicBezTo>
                    <a:pt x="694" y="1"/>
                    <a:pt x="666" y="34"/>
                    <a:pt x="650" y="66"/>
                  </a:cubicBezTo>
                  <a:cubicBezTo>
                    <a:pt x="627" y="229"/>
                    <a:pt x="256" y="298"/>
                    <a:pt x="70" y="298"/>
                  </a:cubicBezTo>
                  <a:cubicBezTo>
                    <a:pt x="24" y="298"/>
                    <a:pt x="1" y="321"/>
                    <a:pt x="1" y="368"/>
                  </a:cubicBezTo>
                  <a:cubicBezTo>
                    <a:pt x="1" y="414"/>
                    <a:pt x="24" y="460"/>
                    <a:pt x="70" y="460"/>
                  </a:cubicBezTo>
                  <a:lnTo>
                    <a:pt x="94" y="460"/>
                  </a:lnTo>
                  <a:cubicBezTo>
                    <a:pt x="163" y="460"/>
                    <a:pt x="766" y="414"/>
                    <a:pt x="835" y="113"/>
                  </a:cubicBezTo>
                  <a:cubicBezTo>
                    <a:pt x="835" y="66"/>
                    <a:pt x="812" y="20"/>
                    <a:pt x="766" y="20"/>
                  </a:cubicBezTo>
                  <a:cubicBezTo>
                    <a:pt x="752" y="6"/>
                    <a:pt x="739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66"/>
            <p:cNvSpPr/>
            <p:nvPr/>
          </p:nvSpPr>
          <p:spPr>
            <a:xfrm>
              <a:off x="7419433" y="4093280"/>
              <a:ext cx="37950" cy="21109"/>
            </a:xfrm>
            <a:custGeom>
              <a:rect b="b" l="l" r="r" t="t"/>
              <a:pathLst>
                <a:path extrusionOk="0" h="465" w="836">
                  <a:moveTo>
                    <a:pt x="766" y="1"/>
                  </a:moveTo>
                  <a:cubicBezTo>
                    <a:pt x="719" y="1"/>
                    <a:pt x="673" y="24"/>
                    <a:pt x="673" y="70"/>
                  </a:cubicBezTo>
                  <a:cubicBezTo>
                    <a:pt x="650" y="232"/>
                    <a:pt x="279" y="302"/>
                    <a:pt x="93" y="302"/>
                  </a:cubicBezTo>
                  <a:cubicBezTo>
                    <a:pt x="47" y="302"/>
                    <a:pt x="1" y="348"/>
                    <a:pt x="24" y="395"/>
                  </a:cubicBezTo>
                  <a:cubicBezTo>
                    <a:pt x="24" y="418"/>
                    <a:pt x="47" y="464"/>
                    <a:pt x="93" y="464"/>
                  </a:cubicBezTo>
                  <a:cubicBezTo>
                    <a:pt x="163" y="464"/>
                    <a:pt x="766" y="418"/>
                    <a:pt x="812" y="93"/>
                  </a:cubicBezTo>
                  <a:cubicBezTo>
                    <a:pt x="835" y="47"/>
                    <a:pt x="812" y="24"/>
                    <a:pt x="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66"/>
            <p:cNvSpPr/>
            <p:nvPr/>
          </p:nvSpPr>
          <p:spPr>
            <a:xfrm>
              <a:off x="7258463" y="4136405"/>
              <a:ext cx="37950" cy="21109"/>
            </a:xfrm>
            <a:custGeom>
              <a:rect b="b" l="l" r="r" t="t"/>
              <a:pathLst>
                <a:path extrusionOk="0" h="465" w="836">
                  <a:moveTo>
                    <a:pt x="766" y="1"/>
                  </a:moveTo>
                  <a:cubicBezTo>
                    <a:pt x="719" y="1"/>
                    <a:pt x="673" y="24"/>
                    <a:pt x="673" y="70"/>
                  </a:cubicBezTo>
                  <a:cubicBezTo>
                    <a:pt x="650" y="233"/>
                    <a:pt x="256" y="302"/>
                    <a:pt x="94" y="302"/>
                  </a:cubicBezTo>
                  <a:cubicBezTo>
                    <a:pt x="47" y="302"/>
                    <a:pt x="1" y="348"/>
                    <a:pt x="1" y="372"/>
                  </a:cubicBezTo>
                  <a:cubicBezTo>
                    <a:pt x="1" y="415"/>
                    <a:pt x="42" y="459"/>
                    <a:pt x="86" y="464"/>
                  </a:cubicBezTo>
                  <a:lnTo>
                    <a:pt x="86" y="464"/>
                  </a:lnTo>
                  <a:cubicBezTo>
                    <a:pt x="202" y="459"/>
                    <a:pt x="746" y="401"/>
                    <a:pt x="812" y="93"/>
                  </a:cubicBezTo>
                  <a:cubicBezTo>
                    <a:pt x="835" y="70"/>
                    <a:pt x="789" y="24"/>
                    <a:pt x="766" y="1"/>
                  </a:cubicBezTo>
                  <a:close/>
                  <a:moveTo>
                    <a:pt x="86" y="464"/>
                  </a:moveTo>
                  <a:cubicBezTo>
                    <a:pt x="79" y="464"/>
                    <a:pt x="74" y="464"/>
                    <a:pt x="71" y="464"/>
                  </a:cubicBezTo>
                  <a:lnTo>
                    <a:pt x="94" y="464"/>
                  </a:lnTo>
                  <a:cubicBezTo>
                    <a:pt x="91" y="464"/>
                    <a:pt x="89" y="464"/>
                    <a:pt x="86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66"/>
            <p:cNvSpPr/>
            <p:nvPr/>
          </p:nvSpPr>
          <p:spPr>
            <a:xfrm>
              <a:off x="7231136" y="4175717"/>
              <a:ext cx="41082" cy="12302"/>
            </a:xfrm>
            <a:custGeom>
              <a:rect b="b" l="l" r="r" t="t"/>
              <a:pathLst>
                <a:path extrusionOk="0" h="271" w="905">
                  <a:moveTo>
                    <a:pt x="820" y="0"/>
                  </a:moveTo>
                  <a:cubicBezTo>
                    <a:pt x="800" y="0"/>
                    <a:pt x="779" y="11"/>
                    <a:pt x="765" y="39"/>
                  </a:cubicBezTo>
                  <a:cubicBezTo>
                    <a:pt x="728" y="85"/>
                    <a:pt x="645" y="102"/>
                    <a:pt x="547" y="102"/>
                  </a:cubicBezTo>
                  <a:cubicBezTo>
                    <a:pt x="403" y="102"/>
                    <a:pt x="227" y="66"/>
                    <a:pt x="116" y="39"/>
                  </a:cubicBezTo>
                  <a:cubicBezTo>
                    <a:pt x="104" y="32"/>
                    <a:pt x="91" y="29"/>
                    <a:pt x="80" y="29"/>
                  </a:cubicBezTo>
                  <a:cubicBezTo>
                    <a:pt x="48" y="29"/>
                    <a:pt x="24" y="51"/>
                    <a:pt x="24" y="85"/>
                  </a:cubicBezTo>
                  <a:cubicBezTo>
                    <a:pt x="0" y="131"/>
                    <a:pt x="24" y="154"/>
                    <a:pt x="70" y="178"/>
                  </a:cubicBezTo>
                  <a:cubicBezTo>
                    <a:pt x="209" y="224"/>
                    <a:pt x="371" y="247"/>
                    <a:pt x="533" y="270"/>
                  </a:cubicBezTo>
                  <a:cubicBezTo>
                    <a:pt x="649" y="270"/>
                    <a:pt x="788" y="224"/>
                    <a:pt x="881" y="108"/>
                  </a:cubicBezTo>
                  <a:cubicBezTo>
                    <a:pt x="904" y="85"/>
                    <a:pt x="904" y="39"/>
                    <a:pt x="858" y="15"/>
                  </a:cubicBezTo>
                  <a:cubicBezTo>
                    <a:pt x="848" y="6"/>
                    <a:pt x="835" y="0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66"/>
            <p:cNvSpPr/>
            <p:nvPr/>
          </p:nvSpPr>
          <p:spPr>
            <a:xfrm>
              <a:off x="7033351" y="3571059"/>
              <a:ext cx="33728" cy="29915"/>
            </a:xfrm>
            <a:custGeom>
              <a:rect b="b" l="l" r="r" t="t"/>
              <a:pathLst>
                <a:path extrusionOk="0" h="659" w="743">
                  <a:moveTo>
                    <a:pt x="649" y="1"/>
                  </a:moveTo>
                  <a:cubicBezTo>
                    <a:pt x="640" y="1"/>
                    <a:pt x="632" y="3"/>
                    <a:pt x="626" y="10"/>
                  </a:cubicBezTo>
                  <a:cubicBezTo>
                    <a:pt x="534" y="33"/>
                    <a:pt x="0" y="265"/>
                    <a:pt x="47" y="589"/>
                  </a:cubicBezTo>
                  <a:cubicBezTo>
                    <a:pt x="47" y="635"/>
                    <a:pt x="70" y="659"/>
                    <a:pt x="116" y="659"/>
                  </a:cubicBezTo>
                  <a:lnTo>
                    <a:pt x="140" y="659"/>
                  </a:lnTo>
                  <a:cubicBezTo>
                    <a:pt x="186" y="659"/>
                    <a:pt x="209" y="612"/>
                    <a:pt x="209" y="566"/>
                  </a:cubicBezTo>
                  <a:cubicBezTo>
                    <a:pt x="186" y="427"/>
                    <a:pt x="510" y="218"/>
                    <a:pt x="673" y="149"/>
                  </a:cubicBezTo>
                  <a:cubicBezTo>
                    <a:pt x="719" y="126"/>
                    <a:pt x="742" y="79"/>
                    <a:pt x="719" y="56"/>
                  </a:cubicBezTo>
                  <a:cubicBezTo>
                    <a:pt x="702" y="22"/>
                    <a:pt x="673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66"/>
            <p:cNvSpPr/>
            <p:nvPr/>
          </p:nvSpPr>
          <p:spPr>
            <a:xfrm>
              <a:off x="6978650" y="3576324"/>
              <a:ext cx="33683" cy="29915"/>
            </a:xfrm>
            <a:custGeom>
              <a:rect b="b" l="l" r="r" t="t"/>
              <a:pathLst>
                <a:path extrusionOk="0" h="659" w="742">
                  <a:moveTo>
                    <a:pt x="663" y="0"/>
                  </a:moveTo>
                  <a:cubicBezTo>
                    <a:pt x="651" y="0"/>
                    <a:pt x="639" y="3"/>
                    <a:pt x="626" y="10"/>
                  </a:cubicBezTo>
                  <a:cubicBezTo>
                    <a:pt x="557" y="33"/>
                    <a:pt x="0" y="265"/>
                    <a:pt x="47" y="589"/>
                  </a:cubicBezTo>
                  <a:cubicBezTo>
                    <a:pt x="47" y="635"/>
                    <a:pt x="93" y="658"/>
                    <a:pt x="139" y="658"/>
                  </a:cubicBezTo>
                  <a:lnTo>
                    <a:pt x="163" y="658"/>
                  </a:lnTo>
                  <a:cubicBezTo>
                    <a:pt x="209" y="658"/>
                    <a:pt x="232" y="612"/>
                    <a:pt x="232" y="566"/>
                  </a:cubicBezTo>
                  <a:cubicBezTo>
                    <a:pt x="209" y="427"/>
                    <a:pt x="533" y="218"/>
                    <a:pt x="696" y="149"/>
                  </a:cubicBezTo>
                  <a:cubicBezTo>
                    <a:pt x="742" y="125"/>
                    <a:pt x="742" y="79"/>
                    <a:pt x="742" y="56"/>
                  </a:cubicBezTo>
                  <a:cubicBezTo>
                    <a:pt x="725" y="22"/>
                    <a:pt x="696" y="0"/>
                    <a:pt x="6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66"/>
            <p:cNvSpPr/>
            <p:nvPr/>
          </p:nvSpPr>
          <p:spPr>
            <a:xfrm>
              <a:off x="7143796" y="3453350"/>
              <a:ext cx="35817" cy="24559"/>
            </a:xfrm>
            <a:custGeom>
              <a:rect b="b" l="l" r="r" t="t"/>
              <a:pathLst>
                <a:path extrusionOk="0" h="541" w="789">
                  <a:moveTo>
                    <a:pt x="720" y="1"/>
                  </a:moveTo>
                  <a:cubicBezTo>
                    <a:pt x="713" y="1"/>
                    <a:pt x="705" y="3"/>
                    <a:pt x="696" y="7"/>
                  </a:cubicBezTo>
                  <a:cubicBezTo>
                    <a:pt x="627" y="7"/>
                    <a:pt x="24" y="123"/>
                    <a:pt x="1" y="447"/>
                  </a:cubicBezTo>
                  <a:cubicBezTo>
                    <a:pt x="1" y="494"/>
                    <a:pt x="24" y="517"/>
                    <a:pt x="70" y="540"/>
                  </a:cubicBezTo>
                  <a:cubicBezTo>
                    <a:pt x="117" y="540"/>
                    <a:pt x="163" y="494"/>
                    <a:pt x="163" y="447"/>
                  </a:cubicBezTo>
                  <a:cubicBezTo>
                    <a:pt x="186" y="308"/>
                    <a:pt x="534" y="192"/>
                    <a:pt x="719" y="146"/>
                  </a:cubicBezTo>
                  <a:cubicBezTo>
                    <a:pt x="766" y="146"/>
                    <a:pt x="789" y="100"/>
                    <a:pt x="789" y="53"/>
                  </a:cubicBezTo>
                  <a:cubicBezTo>
                    <a:pt x="770" y="35"/>
                    <a:pt x="751" y="1"/>
                    <a:pt x="7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66"/>
            <p:cNvSpPr/>
            <p:nvPr/>
          </p:nvSpPr>
          <p:spPr>
            <a:xfrm>
              <a:off x="7130132" y="3492480"/>
              <a:ext cx="36588" cy="24332"/>
            </a:xfrm>
            <a:custGeom>
              <a:rect b="b" l="l" r="r" t="t"/>
              <a:pathLst>
                <a:path extrusionOk="0" h="536" w="806">
                  <a:moveTo>
                    <a:pt x="713" y="0"/>
                  </a:moveTo>
                  <a:cubicBezTo>
                    <a:pt x="708" y="0"/>
                    <a:pt x="702" y="1"/>
                    <a:pt x="696" y="3"/>
                  </a:cubicBezTo>
                  <a:cubicBezTo>
                    <a:pt x="626" y="3"/>
                    <a:pt x="24" y="118"/>
                    <a:pt x="1" y="443"/>
                  </a:cubicBezTo>
                  <a:cubicBezTo>
                    <a:pt x="1" y="489"/>
                    <a:pt x="24" y="512"/>
                    <a:pt x="70" y="536"/>
                  </a:cubicBezTo>
                  <a:cubicBezTo>
                    <a:pt x="116" y="536"/>
                    <a:pt x="163" y="489"/>
                    <a:pt x="163" y="443"/>
                  </a:cubicBezTo>
                  <a:cubicBezTo>
                    <a:pt x="163" y="304"/>
                    <a:pt x="534" y="188"/>
                    <a:pt x="719" y="165"/>
                  </a:cubicBezTo>
                  <a:cubicBezTo>
                    <a:pt x="806" y="143"/>
                    <a:pt x="791" y="0"/>
                    <a:pt x="7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66"/>
            <p:cNvSpPr/>
            <p:nvPr/>
          </p:nvSpPr>
          <p:spPr>
            <a:xfrm>
              <a:off x="7031262" y="3527934"/>
              <a:ext cx="33683" cy="26738"/>
            </a:xfrm>
            <a:custGeom>
              <a:rect b="b" l="l" r="r" t="t"/>
              <a:pathLst>
                <a:path extrusionOk="0" h="589" w="742">
                  <a:moveTo>
                    <a:pt x="672" y="0"/>
                  </a:moveTo>
                  <a:cubicBezTo>
                    <a:pt x="663" y="0"/>
                    <a:pt x="655" y="3"/>
                    <a:pt x="649" y="10"/>
                  </a:cubicBezTo>
                  <a:cubicBezTo>
                    <a:pt x="580" y="10"/>
                    <a:pt x="0" y="172"/>
                    <a:pt x="0" y="496"/>
                  </a:cubicBezTo>
                  <a:cubicBezTo>
                    <a:pt x="0" y="543"/>
                    <a:pt x="23" y="589"/>
                    <a:pt x="70" y="589"/>
                  </a:cubicBezTo>
                  <a:cubicBezTo>
                    <a:pt x="116" y="589"/>
                    <a:pt x="162" y="543"/>
                    <a:pt x="162" y="496"/>
                  </a:cubicBezTo>
                  <a:cubicBezTo>
                    <a:pt x="162" y="357"/>
                    <a:pt x="510" y="195"/>
                    <a:pt x="672" y="149"/>
                  </a:cubicBezTo>
                  <a:cubicBezTo>
                    <a:pt x="719" y="149"/>
                    <a:pt x="742" y="102"/>
                    <a:pt x="742" y="56"/>
                  </a:cubicBezTo>
                  <a:cubicBezTo>
                    <a:pt x="725" y="22"/>
                    <a:pt x="695" y="0"/>
                    <a:pt x="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3" name="Google Shape;1523;p66"/>
          <p:cNvSpPr/>
          <p:nvPr/>
        </p:nvSpPr>
        <p:spPr>
          <a:xfrm rot="10800000">
            <a:off x="8052180" y="-486814"/>
            <a:ext cx="1677215" cy="1743571"/>
          </a:xfrm>
          <a:custGeom>
            <a:rect b="b" l="l" r="r" t="t"/>
            <a:pathLst>
              <a:path extrusionOk="0" h="23838" w="22930">
                <a:moveTo>
                  <a:pt x="10033" y="3552"/>
                </a:moveTo>
                <a:cubicBezTo>
                  <a:pt x="10394" y="3552"/>
                  <a:pt x="10754" y="3595"/>
                  <a:pt x="11107" y="3687"/>
                </a:cubicBezTo>
                <a:cubicBezTo>
                  <a:pt x="12042" y="3940"/>
                  <a:pt x="12856" y="4501"/>
                  <a:pt x="13648" y="5050"/>
                </a:cubicBezTo>
                <a:cubicBezTo>
                  <a:pt x="15396" y="6282"/>
                  <a:pt x="17222" y="7569"/>
                  <a:pt x="18256" y="9438"/>
                </a:cubicBezTo>
                <a:cubicBezTo>
                  <a:pt x="19245" y="11220"/>
                  <a:pt x="19432" y="13342"/>
                  <a:pt x="18772" y="15267"/>
                </a:cubicBezTo>
                <a:cubicBezTo>
                  <a:pt x="17627" y="18557"/>
                  <a:pt x="14545" y="20421"/>
                  <a:pt x="11445" y="20421"/>
                </a:cubicBezTo>
                <a:cubicBezTo>
                  <a:pt x="9396" y="20421"/>
                  <a:pt x="7339" y="19606"/>
                  <a:pt x="5829" y="17851"/>
                </a:cubicBezTo>
                <a:cubicBezTo>
                  <a:pt x="3618" y="15267"/>
                  <a:pt x="3211" y="11418"/>
                  <a:pt x="4399" y="8229"/>
                </a:cubicBezTo>
                <a:cubicBezTo>
                  <a:pt x="4916" y="6843"/>
                  <a:pt x="5741" y="5534"/>
                  <a:pt x="6917" y="4643"/>
                </a:cubicBezTo>
                <a:cubicBezTo>
                  <a:pt x="7814" y="3963"/>
                  <a:pt x="8923" y="3552"/>
                  <a:pt x="10033" y="3552"/>
                </a:cubicBezTo>
                <a:close/>
                <a:moveTo>
                  <a:pt x="9654" y="0"/>
                </a:moveTo>
                <a:cubicBezTo>
                  <a:pt x="8089" y="0"/>
                  <a:pt x="6510" y="586"/>
                  <a:pt x="5246" y="1542"/>
                </a:cubicBezTo>
                <a:cubicBezTo>
                  <a:pt x="3574" y="2807"/>
                  <a:pt x="2420" y="4643"/>
                  <a:pt x="1683" y="6601"/>
                </a:cubicBezTo>
                <a:cubicBezTo>
                  <a:pt x="0" y="11110"/>
                  <a:pt x="572" y="16553"/>
                  <a:pt x="3706" y="20204"/>
                </a:cubicBezTo>
                <a:cubicBezTo>
                  <a:pt x="5838" y="22686"/>
                  <a:pt x="8743" y="23837"/>
                  <a:pt x="11638" y="23837"/>
                </a:cubicBezTo>
                <a:cubicBezTo>
                  <a:pt x="16017" y="23837"/>
                  <a:pt x="20373" y="21205"/>
                  <a:pt x="21995" y="16564"/>
                </a:cubicBezTo>
                <a:cubicBezTo>
                  <a:pt x="22929" y="13837"/>
                  <a:pt x="22665" y="10835"/>
                  <a:pt x="21269" y="8317"/>
                </a:cubicBezTo>
                <a:cubicBezTo>
                  <a:pt x="19795" y="5677"/>
                  <a:pt x="17222" y="3852"/>
                  <a:pt x="14747" y="2114"/>
                </a:cubicBezTo>
                <a:cubicBezTo>
                  <a:pt x="13626" y="1333"/>
                  <a:pt x="12471" y="542"/>
                  <a:pt x="11151" y="190"/>
                </a:cubicBezTo>
                <a:cubicBezTo>
                  <a:pt x="10661" y="61"/>
                  <a:pt x="10158" y="0"/>
                  <a:pt x="965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66"/>
          <p:cNvSpPr/>
          <p:nvPr/>
        </p:nvSpPr>
        <p:spPr>
          <a:xfrm rot="-2870085">
            <a:off x="7099012" y="4295224"/>
            <a:ext cx="2663517" cy="2918984"/>
          </a:xfrm>
          <a:custGeom>
            <a:rect b="b" l="l" r="r" t="t"/>
            <a:pathLst>
              <a:path extrusionOk="0" h="24189" w="22072">
                <a:moveTo>
                  <a:pt x="16469" y="3354"/>
                </a:moveTo>
                <a:cubicBezTo>
                  <a:pt x="16617" y="3354"/>
                  <a:pt x="16766" y="3368"/>
                  <a:pt x="16914" y="3398"/>
                </a:cubicBezTo>
                <a:cubicBezTo>
                  <a:pt x="18354" y="3684"/>
                  <a:pt x="19135" y="5268"/>
                  <a:pt x="19366" y="6720"/>
                </a:cubicBezTo>
                <a:cubicBezTo>
                  <a:pt x="20070" y="11118"/>
                  <a:pt x="17607" y="17497"/>
                  <a:pt x="14461" y="20609"/>
                </a:cubicBezTo>
                <a:cubicBezTo>
                  <a:pt x="13267" y="21797"/>
                  <a:pt x="10170" y="22692"/>
                  <a:pt x="7476" y="22692"/>
                </a:cubicBezTo>
                <a:cubicBezTo>
                  <a:pt x="5682" y="22692"/>
                  <a:pt x="4066" y="22295"/>
                  <a:pt x="3310" y="21324"/>
                </a:cubicBezTo>
                <a:cubicBezTo>
                  <a:pt x="2430" y="20180"/>
                  <a:pt x="3024" y="18442"/>
                  <a:pt x="4080" y="17442"/>
                </a:cubicBezTo>
                <a:cubicBezTo>
                  <a:pt x="5125" y="16452"/>
                  <a:pt x="6532" y="15924"/>
                  <a:pt x="7698" y="15055"/>
                </a:cubicBezTo>
                <a:cubicBezTo>
                  <a:pt x="10370" y="13076"/>
                  <a:pt x="11481" y="9689"/>
                  <a:pt x="12867" y="6654"/>
                </a:cubicBezTo>
                <a:cubicBezTo>
                  <a:pt x="13252" y="5807"/>
                  <a:pt x="13692" y="4949"/>
                  <a:pt x="14362" y="4289"/>
                </a:cubicBezTo>
                <a:cubicBezTo>
                  <a:pt x="14926" y="3744"/>
                  <a:pt x="15691" y="3354"/>
                  <a:pt x="16469" y="3354"/>
                </a:cubicBezTo>
                <a:close/>
                <a:moveTo>
                  <a:pt x="17568" y="1"/>
                </a:moveTo>
                <a:cubicBezTo>
                  <a:pt x="16594" y="1"/>
                  <a:pt x="15635" y="484"/>
                  <a:pt x="14923" y="1177"/>
                </a:cubicBezTo>
                <a:cubicBezTo>
                  <a:pt x="14087" y="2002"/>
                  <a:pt x="13538" y="3068"/>
                  <a:pt x="13054" y="4135"/>
                </a:cubicBezTo>
                <a:cubicBezTo>
                  <a:pt x="11327" y="7929"/>
                  <a:pt x="9931" y="12174"/>
                  <a:pt x="6587" y="14648"/>
                </a:cubicBezTo>
                <a:cubicBezTo>
                  <a:pt x="5125" y="15726"/>
                  <a:pt x="3376" y="16386"/>
                  <a:pt x="2057" y="17640"/>
                </a:cubicBezTo>
                <a:cubicBezTo>
                  <a:pt x="737" y="18882"/>
                  <a:pt x="0" y="21060"/>
                  <a:pt x="1100" y="22478"/>
                </a:cubicBezTo>
                <a:cubicBezTo>
                  <a:pt x="2046" y="23692"/>
                  <a:pt x="4068" y="24189"/>
                  <a:pt x="6314" y="24189"/>
                </a:cubicBezTo>
                <a:cubicBezTo>
                  <a:pt x="9682" y="24189"/>
                  <a:pt x="13553" y="23072"/>
                  <a:pt x="15044" y="21588"/>
                </a:cubicBezTo>
                <a:cubicBezTo>
                  <a:pt x="18981" y="17684"/>
                  <a:pt x="22071" y="9711"/>
                  <a:pt x="21192" y="4212"/>
                </a:cubicBezTo>
                <a:cubicBezTo>
                  <a:pt x="20906" y="2398"/>
                  <a:pt x="19927" y="407"/>
                  <a:pt x="18123" y="55"/>
                </a:cubicBezTo>
                <a:cubicBezTo>
                  <a:pt x="17939" y="18"/>
                  <a:pt x="17753" y="1"/>
                  <a:pt x="17568" y="1"/>
                </a:cubicBezTo>
                <a:close/>
              </a:path>
            </a:pathLst>
          </a:custGeom>
          <a:solidFill>
            <a:schemeClr val="accent5"/>
          </a:solidFill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5" name="Google Shape;1525;p66"/>
          <p:cNvGrpSpPr/>
          <p:nvPr/>
        </p:nvGrpSpPr>
        <p:grpSpPr>
          <a:xfrm rot="8100000">
            <a:off x="515316" y="1331680"/>
            <a:ext cx="595381" cy="520392"/>
            <a:chOff x="15257378" y="1257889"/>
            <a:chExt cx="595387" cy="520397"/>
          </a:xfrm>
        </p:grpSpPr>
        <p:sp>
          <p:nvSpPr>
            <p:cNvPr id="1526" name="Google Shape;1526;p66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66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66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66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66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66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66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66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66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66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66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66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8" name="Google Shape;1538;p66"/>
          <p:cNvGrpSpPr/>
          <p:nvPr/>
        </p:nvGrpSpPr>
        <p:grpSpPr>
          <a:xfrm rot="2081187">
            <a:off x="3399970" y="4370620"/>
            <a:ext cx="595403" cy="520410"/>
            <a:chOff x="15257378" y="1257889"/>
            <a:chExt cx="595387" cy="520397"/>
          </a:xfrm>
        </p:grpSpPr>
        <p:sp>
          <p:nvSpPr>
            <p:cNvPr id="1539" name="Google Shape;1539;p66"/>
            <p:cNvSpPr/>
            <p:nvPr/>
          </p:nvSpPr>
          <p:spPr>
            <a:xfrm>
              <a:off x="15257378" y="1390987"/>
              <a:ext cx="68666" cy="67357"/>
            </a:xfrm>
            <a:custGeom>
              <a:rect b="b" l="l" r="r" t="t"/>
              <a:pathLst>
                <a:path extrusionOk="0" h="1544" w="1574">
                  <a:moveTo>
                    <a:pt x="704" y="1"/>
                  </a:moveTo>
                  <a:cubicBezTo>
                    <a:pt x="575" y="1"/>
                    <a:pt x="446" y="36"/>
                    <a:pt x="330" y="108"/>
                  </a:cubicBezTo>
                  <a:cubicBezTo>
                    <a:pt x="66" y="328"/>
                    <a:pt x="0" y="691"/>
                    <a:pt x="154" y="988"/>
                  </a:cubicBezTo>
                  <a:cubicBezTo>
                    <a:pt x="291" y="1268"/>
                    <a:pt x="687" y="1544"/>
                    <a:pt x="1011" y="1544"/>
                  </a:cubicBezTo>
                  <a:cubicBezTo>
                    <a:pt x="1210" y="1544"/>
                    <a:pt x="1381" y="1441"/>
                    <a:pt x="1452" y="1175"/>
                  </a:cubicBezTo>
                  <a:cubicBezTo>
                    <a:pt x="1573" y="768"/>
                    <a:pt x="1419" y="339"/>
                    <a:pt x="1078" y="108"/>
                  </a:cubicBezTo>
                  <a:cubicBezTo>
                    <a:pt x="963" y="36"/>
                    <a:pt x="833" y="1"/>
                    <a:pt x="7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66"/>
            <p:cNvSpPr/>
            <p:nvPr/>
          </p:nvSpPr>
          <p:spPr>
            <a:xfrm>
              <a:off x="15395537" y="1521424"/>
              <a:ext cx="70891" cy="62384"/>
            </a:xfrm>
            <a:custGeom>
              <a:rect b="b" l="l" r="r" t="t"/>
              <a:pathLst>
                <a:path extrusionOk="0" h="1430" w="1625">
                  <a:moveTo>
                    <a:pt x="706" y="1"/>
                  </a:moveTo>
                  <a:cubicBezTo>
                    <a:pt x="497" y="1"/>
                    <a:pt x="297" y="99"/>
                    <a:pt x="166" y="274"/>
                  </a:cubicBezTo>
                  <a:cubicBezTo>
                    <a:pt x="1" y="560"/>
                    <a:pt x="56" y="934"/>
                    <a:pt x="309" y="1165"/>
                  </a:cubicBezTo>
                  <a:cubicBezTo>
                    <a:pt x="471" y="1322"/>
                    <a:pt x="768" y="1430"/>
                    <a:pt x="1036" y="1430"/>
                  </a:cubicBezTo>
                  <a:cubicBezTo>
                    <a:pt x="1350" y="1430"/>
                    <a:pt x="1625" y="1282"/>
                    <a:pt x="1595" y="890"/>
                  </a:cubicBezTo>
                  <a:cubicBezTo>
                    <a:pt x="1562" y="472"/>
                    <a:pt x="1276" y="120"/>
                    <a:pt x="869" y="21"/>
                  </a:cubicBezTo>
                  <a:cubicBezTo>
                    <a:pt x="815" y="8"/>
                    <a:pt x="760" y="1"/>
                    <a:pt x="7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66"/>
            <p:cNvSpPr/>
            <p:nvPr/>
          </p:nvSpPr>
          <p:spPr>
            <a:xfrm>
              <a:off x="15421450" y="1380474"/>
              <a:ext cx="86857" cy="60551"/>
            </a:xfrm>
            <a:custGeom>
              <a:rect b="b" l="l" r="r" t="t"/>
              <a:pathLst>
                <a:path extrusionOk="0" h="1388" w="1991">
                  <a:moveTo>
                    <a:pt x="1273" y="1"/>
                  </a:moveTo>
                  <a:cubicBezTo>
                    <a:pt x="1194" y="1"/>
                    <a:pt x="1113" y="14"/>
                    <a:pt x="1034" y="41"/>
                  </a:cubicBezTo>
                  <a:cubicBezTo>
                    <a:pt x="561" y="195"/>
                    <a:pt x="0" y="1009"/>
                    <a:pt x="660" y="1306"/>
                  </a:cubicBezTo>
                  <a:cubicBezTo>
                    <a:pt x="789" y="1361"/>
                    <a:pt x="923" y="1388"/>
                    <a:pt x="1056" y="1388"/>
                  </a:cubicBezTo>
                  <a:cubicBezTo>
                    <a:pt x="1321" y="1388"/>
                    <a:pt x="1580" y="1280"/>
                    <a:pt x="1771" y="1075"/>
                  </a:cubicBezTo>
                  <a:cubicBezTo>
                    <a:pt x="1947" y="877"/>
                    <a:pt x="1991" y="591"/>
                    <a:pt x="1881" y="338"/>
                  </a:cubicBezTo>
                  <a:cubicBezTo>
                    <a:pt x="1748" y="123"/>
                    <a:pt x="1516" y="1"/>
                    <a:pt x="12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66"/>
            <p:cNvSpPr/>
            <p:nvPr/>
          </p:nvSpPr>
          <p:spPr>
            <a:xfrm>
              <a:off x="15263616" y="1550391"/>
              <a:ext cx="64827" cy="70454"/>
            </a:xfrm>
            <a:custGeom>
              <a:rect b="b" l="l" r="r" t="t"/>
              <a:pathLst>
                <a:path extrusionOk="0" h="1615" w="1486">
                  <a:moveTo>
                    <a:pt x="682" y="0"/>
                  </a:moveTo>
                  <a:cubicBezTo>
                    <a:pt x="619" y="0"/>
                    <a:pt x="556" y="9"/>
                    <a:pt x="495" y="28"/>
                  </a:cubicBezTo>
                  <a:cubicBezTo>
                    <a:pt x="176" y="149"/>
                    <a:pt x="0" y="479"/>
                    <a:pt x="55" y="809"/>
                  </a:cubicBezTo>
                  <a:cubicBezTo>
                    <a:pt x="111" y="1164"/>
                    <a:pt x="499" y="1614"/>
                    <a:pt x="861" y="1614"/>
                  </a:cubicBezTo>
                  <a:cubicBezTo>
                    <a:pt x="1003" y="1614"/>
                    <a:pt x="1142" y="1544"/>
                    <a:pt x="1254" y="1370"/>
                  </a:cubicBezTo>
                  <a:cubicBezTo>
                    <a:pt x="1485" y="1029"/>
                    <a:pt x="1463" y="567"/>
                    <a:pt x="1199" y="248"/>
                  </a:cubicBezTo>
                  <a:cubicBezTo>
                    <a:pt x="1074" y="89"/>
                    <a:pt x="879" y="0"/>
                    <a:pt x="6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66"/>
            <p:cNvSpPr/>
            <p:nvPr/>
          </p:nvSpPr>
          <p:spPr>
            <a:xfrm>
              <a:off x="15558169" y="1475662"/>
              <a:ext cx="68666" cy="63736"/>
            </a:xfrm>
            <a:custGeom>
              <a:rect b="b" l="l" r="r" t="t"/>
              <a:pathLst>
                <a:path extrusionOk="0" h="1461" w="1574">
                  <a:moveTo>
                    <a:pt x="710" y="0"/>
                  </a:moveTo>
                  <a:cubicBezTo>
                    <a:pt x="521" y="0"/>
                    <a:pt x="334" y="80"/>
                    <a:pt x="199" y="223"/>
                  </a:cubicBezTo>
                  <a:cubicBezTo>
                    <a:pt x="1" y="498"/>
                    <a:pt x="23" y="872"/>
                    <a:pt x="254" y="1125"/>
                  </a:cubicBezTo>
                  <a:cubicBezTo>
                    <a:pt x="416" y="1316"/>
                    <a:pt x="750" y="1461"/>
                    <a:pt x="1040" y="1461"/>
                  </a:cubicBezTo>
                  <a:cubicBezTo>
                    <a:pt x="1319" y="1461"/>
                    <a:pt x="1557" y="1327"/>
                    <a:pt x="1562" y="971"/>
                  </a:cubicBezTo>
                  <a:cubicBezTo>
                    <a:pt x="1573" y="553"/>
                    <a:pt x="1320" y="179"/>
                    <a:pt x="924" y="36"/>
                  </a:cubicBezTo>
                  <a:cubicBezTo>
                    <a:pt x="854" y="12"/>
                    <a:pt x="782" y="0"/>
                    <a:pt x="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66"/>
            <p:cNvSpPr/>
            <p:nvPr/>
          </p:nvSpPr>
          <p:spPr>
            <a:xfrm>
              <a:off x="15591279" y="1257889"/>
              <a:ext cx="83498" cy="62253"/>
            </a:xfrm>
            <a:custGeom>
              <a:rect b="b" l="l" r="r" t="t"/>
              <a:pathLst>
                <a:path extrusionOk="0" h="1427" w="1914">
                  <a:moveTo>
                    <a:pt x="947" y="1"/>
                  </a:moveTo>
                  <a:cubicBezTo>
                    <a:pt x="628" y="1"/>
                    <a:pt x="325" y="153"/>
                    <a:pt x="143" y="421"/>
                  </a:cubicBezTo>
                  <a:cubicBezTo>
                    <a:pt x="0" y="652"/>
                    <a:pt x="0" y="937"/>
                    <a:pt x="143" y="1168"/>
                  </a:cubicBezTo>
                  <a:cubicBezTo>
                    <a:pt x="285" y="1338"/>
                    <a:pt x="486" y="1426"/>
                    <a:pt x="690" y="1426"/>
                  </a:cubicBezTo>
                  <a:cubicBezTo>
                    <a:pt x="803" y="1426"/>
                    <a:pt x="917" y="1399"/>
                    <a:pt x="1023" y="1344"/>
                  </a:cubicBezTo>
                  <a:cubicBezTo>
                    <a:pt x="1474" y="1124"/>
                    <a:pt x="1914" y="234"/>
                    <a:pt x="1210" y="36"/>
                  </a:cubicBezTo>
                  <a:cubicBezTo>
                    <a:pt x="1123" y="12"/>
                    <a:pt x="1034" y="1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66"/>
            <p:cNvSpPr/>
            <p:nvPr/>
          </p:nvSpPr>
          <p:spPr>
            <a:xfrm>
              <a:off x="15517162" y="1597854"/>
              <a:ext cx="71763" cy="66615"/>
            </a:xfrm>
            <a:custGeom>
              <a:rect b="b" l="l" r="r" t="t"/>
              <a:pathLst>
                <a:path extrusionOk="0" h="1527" w="1645">
                  <a:moveTo>
                    <a:pt x="978" y="1"/>
                  </a:moveTo>
                  <a:cubicBezTo>
                    <a:pt x="781" y="1"/>
                    <a:pt x="588" y="81"/>
                    <a:pt x="446" y="238"/>
                  </a:cubicBezTo>
                  <a:cubicBezTo>
                    <a:pt x="114" y="580"/>
                    <a:pt x="1" y="1526"/>
                    <a:pt x="664" y="1526"/>
                  </a:cubicBezTo>
                  <a:cubicBezTo>
                    <a:pt x="682" y="1526"/>
                    <a:pt x="701" y="1526"/>
                    <a:pt x="721" y="1524"/>
                  </a:cubicBezTo>
                  <a:cubicBezTo>
                    <a:pt x="1139" y="1491"/>
                    <a:pt x="1491" y="1205"/>
                    <a:pt x="1589" y="798"/>
                  </a:cubicBezTo>
                  <a:cubicBezTo>
                    <a:pt x="1644" y="535"/>
                    <a:pt x="1546" y="260"/>
                    <a:pt x="1337" y="95"/>
                  </a:cubicBezTo>
                  <a:cubicBezTo>
                    <a:pt x="1223" y="32"/>
                    <a:pt x="1100" y="1"/>
                    <a:pt x="9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66"/>
            <p:cNvSpPr/>
            <p:nvPr/>
          </p:nvSpPr>
          <p:spPr>
            <a:xfrm>
              <a:off x="15668058" y="1475313"/>
              <a:ext cx="78220" cy="64478"/>
            </a:xfrm>
            <a:custGeom>
              <a:rect b="b" l="l" r="r" t="t"/>
              <a:pathLst>
                <a:path extrusionOk="0" h="1478" w="1793">
                  <a:moveTo>
                    <a:pt x="1100" y="0"/>
                  </a:moveTo>
                  <a:cubicBezTo>
                    <a:pt x="940" y="0"/>
                    <a:pt x="781" y="55"/>
                    <a:pt x="649" y="165"/>
                  </a:cubicBezTo>
                  <a:cubicBezTo>
                    <a:pt x="253" y="462"/>
                    <a:pt x="0" y="1419"/>
                    <a:pt x="726" y="1474"/>
                  </a:cubicBezTo>
                  <a:cubicBezTo>
                    <a:pt x="752" y="1476"/>
                    <a:pt x="779" y="1477"/>
                    <a:pt x="805" y="1477"/>
                  </a:cubicBezTo>
                  <a:cubicBezTo>
                    <a:pt x="1192" y="1477"/>
                    <a:pt x="1539" y="1252"/>
                    <a:pt x="1694" y="891"/>
                  </a:cubicBezTo>
                  <a:cubicBezTo>
                    <a:pt x="1793" y="638"/>
                    <a:pt x="1738" y="352"/>
                    <a:pt x="1551" y="165"/>
                  </a:cubicBezTo>
                  <a:cubicBezTo>
                    <a:pt x="1419" y="55"/>
                    <a:pt x="1259" y="0"/>
                    <a:pt x="1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66"/>
            <p:cNvSpPr/>
            <p:nvPr/>
          </p:nvSpPr>
          <p:spPr>
            <a:xfrm>
              <a:off x="15678092" y="1655046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1"/>
                  </a:moveTo>
                  <a:cubicBezTo>
                    <a:pt x="990" y="1"/>
                    <a:pt x="842" y="45"/>
                    <a:pt x="716" y="136"/>
                  </a:cubicBezTo>
                  <a:cubicBezTo>
                    <a:pt x="309" y="411"/>
                    <a:pt x="1" y="1357"/>
                    <a:pt x="727" y="1456"/>
                  </a:cubicBezTo>
                  <a:cubicBezTo>
                    <a:pt x="770" y="1462"/>
                    <a:pt x="812" y="1464"/>
                    <a:pt x="854" y="1464"/>
                  </a:cubicBezTo>
                  <a:cubicBezTo>
                    <a:pt x="1223" y="1464"/>
                    <a:pt x="1560" y="1253"/>
                    <a:pt x="1727" y="917"/>
                  </a:cubicBezTo>
                  <a:cubicBezTo>
                    <a:pt x="1837" y="675"/>
                    <a:pt x="1793" y="378"/>
                    <a:pt x="1618" y="180"/>
                  </a:cubicBezTo>
                  <a:cubicBezTo>
                    <a:pt x="1481" y="62"/>
                    <a:pt x="1309" y="1"/>
                    <a:pt x="11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66"/>
            <p:cNvSpPr/>
            <p:nvPr/>
          </p:nvSpPr>
          <p:spPr>
            <a:xfrm>
              <a:off x="15359547" y="1691995"/>
              <a:ext cx="80183" cy="63911"/>
            </a:xfrm>
            <a:custGeom>
              <a:rect b="b" l="l" r="r" t="t"/>
              <a:pathLst>
                <a:path extrusionOk="0" h="1465" w="1838">
                  <a:moveTo>
                    <a:pt x="1137" y="0"/>
                  </a:moveTo>
                  <a:cubicBezTo>
                    <a:pt x="990" y="0"/>
                    <a:pt x="842" y="45"/>
                    <a:pt x="716" y="136"/>
                  </a:cubicBezTo>
                  <a:cubicBezTo>
                    <a:pt x="309" y="422"/>
                    <a:pt x="1" y="1368"/>
                    <a:pt x="727" y="1456"/>
                  </a:cubicBezTo>
                  <a:cubicBezTo>
                    <a:pt x="768" y="1461"/>
                    <a:pt x="810" y="1464"/>
                    <a:pt x="852" y="1464"/>
                  </a:cubicBezTo>
                  <a:cubicBezTo>
                    <a:pt x="1215" y="1464"/>
                    <a:pt x="1560" y="1254"/>
                    <a:pt x="1727" y="928"/>
                  </a:cubicBezTo>
                  <a:cubicBezTo>
                    <a:pt x="1837" y="675"/>
                    <a:pt x="1793" y="389"/>
                    <a:pt x="1617" y="180"/>
                  </a:cubicBezTo>
                  <a:cubicBezTo>
                    <a:pt x="1481" y="61"/>
                    <a:pt x="1309" y="0"/>
                    <a:pt x="11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66"/>
            <p:cNvSpPr/>
            <p:nvPr/>
          </p:nvSpPr>
          <p:spPr>
            <a:xfrm>
              <a:off x="15784143" y="1491498"/>
              <a:ext cx="68622" cy="63474"/>
            </a:xfrm>
            <a:custGeom>
              <a:rect b="b" l="l" r="r" t="t"/>
              <a:pathLst>
                <a:path extrusionOk="0" h="1455" w="1573">
                  <a:moveTo>
                    <a:pt x="696" y="0"/>
                  </a:moveTo>
                  <a:cubicBezTo>
                    <a:pt x="505" y="0"/>
                    <a:pt x="323" y="83"/>
                    <a:pt x="187" y="234"/>
                  </a:cubicBezTo>
                  <a:cubicBezTo>
                    <a:pt x="0" y="509"/>
                    <a:pt x="33" y="883"/>
                    <a:pt x="264" y="1136"/>
                  </a:cubicBezTo>
                  <a:cubicBezTo>
                    <a:pt x="429" y="1317"/>
                    <a:pt x="756" y="1455"/>
                    <a:pt x="1041" y="1455"/>
                  </a:cubicBezTo>
                  <a:cubicBezTo>
                    <a:pt x="1325" y="1455"/>
                    <a:pt x="1567" y="1317"/>
                    <a:pt x="1562" y="949"/>
                  </a:cubicBezTo>
                  <a:cubicBezTo>
                    <a:pt x="1573" y="531"/>
                    <a:pt x="1309" y="168"/>
                    <a:pt x="913" y="36"/>
                  </a:cubicBezTo>
                  <a:cubicBezTo>
                    <a:pt x="841" y="12"/>
                    <a:pt x="768" y="0"/>
                    <a:pt x="6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66"/>
            <p:cNvSpPr/>
            <p:nvPr/>
          </p:nvSpPr>
          <p:spPr>
            <a:xfrm>
              <a:off x="15532256" y="1719741"/>
              <a:ext cx="80532" cy="58545"/>
            </a:xfrm>
            <a:custGeom>
              <a:rect b="b" l="l" r="r" t="t"/>
              <a:pathLst>
                <a:path extrusionOk="0" h="1342" w="1846">
                  <a:moveTo>
                    <a:pt x="720" y="0"/>
                  </a:moveTo>
                  <a:cubicBezTo>
                    <a:pt x="686" y="0"/>
                    <a:pt x="651" y="2"/>
                    <a:pt x="617" y="6"/>
                  </a:cubicBezTo>
                  <a:cubicBezTo>
                    <a:pt x="353" y="50"/>
                    <a:pt x="133" y="237"/>
                    <a:pt x="56" y="501"/>
                  </a:cubicBezTo>
                  <a:cubicBezTo>
                    <a:pt x="1" y="831"/>
                    <a:pt x="188" y="1161"/>
                    <a:pt x="496" y="1282"/>
                  </a:cubicBezTo>
                  <a:cubicBezTo>
                    <a:pt x="595" y="1322"/>
                    <a:pt x="716" y="1342"/>
                    <a:pt x="843" y="1342"/>
                  </a:cubicBezTo>
                  <a:cubicBezTo>
                    <a:pt x="1309" y="1342"/>
                    <a:pt x="1846" y="1074"/>
                    <a:pt x="1595" y="556"/>
                  </a:cubicBezTo>
                  <a:cubicBezTo>
                    <a:pt x="1434" y="214"/>
                    <a:pt x="1089" y="0"/>
                    <a:pt x="7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alendar &amp; Weather for Pre-K: Weather Forecast by Slidesgo">
  <a:themeElements>
    <a:clrScheme name="Simple Light">
      <a:dk1>
        <a:srgbClr val="282828"/>
      </a:dk1>
      <a:lt1>
        <a:srgbClr val="E1F0FF"/>
      </a:lt1>
      <a:dk2>
        <a:srgbClr val="F5FDFF"/>
      </a:dk2>
      <a:lt2>
        <a:srgbClr val="FCCE62"/>
      </a:lt2>
      <a:accent1>
        <a:srgbClr val="FF9AB7"/>
      </a:accent1>
      <a:accent2>
        <a:srgbClr val="EE842C"/>
      </a:accent2>
      <a:accent3>
        <a:srgbClr val="4BBFB4"/>
      </a:accent3>
      <a:accent4>
        <a:srgbClr val="4A86E8"/>
      </a:accent4>
      <a:accent5>
        <a:srgbClr val="C675AD"/>
      </a:accent5>
      <a:accent6>
        <a:srgbClr val="FFFFFF"/>
      </a:accent6>
      <a:hlink>
        <a:srgbClr val="28282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