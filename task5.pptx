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j2fuk1hNCVnhe6vSdIDxhDpGm8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1df650eb826f5c58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1df650eb826f5c5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01_converted.jp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"/>
            <a:ext cx="12191695" cy="685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02_converted.jpg"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"/>
            <a:ext cx="12191695" cy="685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03_converted.jpg"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"/>
            <a:ext cx="12191695" cy="685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04_converted.jpg"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"/>
            <a:ext cx="12191695" cy="685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06_converted.jpg"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"/>
            <a:ext cx="12191695" cy="685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07_converted.jpg"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"/>
            <a:ext cx="12191695" cy="685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h1df650eb826f5c58_0_8" title="Gemini_Generated_Image_5xor4j5xor4j5x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492"/>
            <a:ext cx="12191675" cy="6859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09_converted.jpg" id="119" name="Google Shape;1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"/>
            <a:ext cx="12191695" cy="685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10_converted.jpg" id="124" name="Google Shape;1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"/>
            <a:ext cx="12191695" cy="685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11_converted.jpg"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"/>
            <a:ext cx="12191695" cy="685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12_converted.jpg" id="134" name="Google Shape;1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"/>
            <a:ext cx="12191695" cy="685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13_converted.jpg"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"/>
            <a:ext cx="12191695" cy="685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14_converted.jpg" id="144" name="Google Shape;1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"/>
            <a:ext cx="12191695" cy="685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15_converted.jpg" id="149" name="Google Shape;1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"/>
            <a:ext cx="12191695" cy="685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16_converted.jpg" id="154" name="Google Shape;15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"/>
            <a:ext cx="12191695" cy="685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17_converted.jpg" id="159" name="Google Shape;1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"/>
            <a:ext cx="12191695" cy="685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